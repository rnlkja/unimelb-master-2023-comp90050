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2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3" r:id="rId2"/>
    <p:sldMasterId id="2147483685" r:id="rId3"/>
  </p:sldMasterIdLst>
  <p:notesMasterIdLst>
    <p:notesMasterId r:id="rId47"/>
  </p:notesMasterIdLst>
  <p:handoutMasterIdLst>
    <p:handoutMasterId r:id="rId48"/>
  </p:handoutMasterIdLst>
  <p:sldIdLst>
    <p:sldId id="582" r:id="rId4"/>
    <p:sldId id="668" r:id="rId5"/>
    <p:sldId id="1768" r:id="rId6"/>
    <p:sldId id="257" r:id="rId7"/>
    <p:sldId id="258" r:id="rId8"/>
    <p:sldId id="259" r:id="rId9"/>
    <p:sldId id="286" r:id="rId10"/>
    <p:sldId id="287" r:id="rId11"/>
    <p:sldId id="289" r:id="rId12"/>
    <p:sldId id="290" r:id="rId13"/>
    <p:sldId id="260" r:id="rId14"/>
    <p:sldId id="261" r:id="rId15"/>
    <p:sldId id="262" r:id="rId16"/>
    <p:sldId id="263" r:id="rId17"/>
    <p:sldId id="264" r:id="rId18"/>
    <p:sldId id="317" r:id="rId19"/>
    <p:sldId id="319" r:id="rId20"/>
    <p:sldId id="318" r:id="rId21"/>
    <p:sldId id="265" r:id="rId22"/>
    <p:sldId id="266" r:id="rId23"/>
    <p:sldId id="302" r:id="rId24"/>
    <p:sldId id="303" r:id="rId25"/>
    <p:sldId id="304" r:id="rId26"/>
    <p:sldId id="305" r:id="rId27"/>
    <p:sldId id="306" r:id="rId28"/>
    <p:sldId id="267" r:id="rId29"/>
    <p:sldId id="268" r:id="rId30"/>
    <p:sldId id="269" r:id="rId31"/>
    <p:sldId id="270" r:id="rId32"/>
    <p:sldId id="271" r:id="rId33"/>
    <p:sldId id="277" r:id="rId34"/>
    <p:sldId id="272" r:id="rId35"/>
    <p:sldId id="308" r:id="rId36"/>
    <p:sldId id="316" r:id="rId37"/>
    <p:sldId id="273" r:id="rId38"/>
    <p:sldId id="274" r:id="rId39"/>
    <p:sldId id="275" r:id="rId40"/>
    <p:sldId id="276" r:id="rId41"/>
    <p:sldId id="285" r:id="rId42"/>
    <p:sldId id="278" r:id="rId43"/>
    <p:sldId id="279" r:id="rId44"/>
    <p:sldId id="280" r:id="rId45"/>
    <p:sldId id="281" r:id="rId46"/>
  </p:sldIdLst>
  <p:sldSz cx="9144000" cy="6858000" type="screen4x3"/>
  <p:notesSz cx="6858000" cy="88979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7C9827-F5EE-9545-89F4-E235AA093A7F}" v="10" dt="2023-06-22T02:11:03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74"/>
    <p:restoredTop sz="94778"/>
  </p:normalViewPr>
  <p:slideViewPr>
    <p:cSldViewPr snapToGrid="0">
      <p:cViewPr varScale="1">
        <p:scale>
          <a:sx n="103" d="100"/>
          <a:sy n="103" d="100"/>
        </p:scale>
        <p:origin x="13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microsoft.com/office/2016/11/relationships/changesInfo" Target="changesInfos/changesInfo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Choudhury" userId="8bfadc28-a633-41a8-aacf-e9b58948d589" providerId="ADAL" clId="{A0EE2263-4E0E-BA44-A346-FC9B22C10BFA}"/>
    <pc:docChg chg="modSld">
      <pc:chgData name="Farhana Choudhury" userId="8bfadc28-a633-41a8-aacf-e9b58948d589" providerId="ADAL" clId="{A0EE2263-4E0E-BA44-A346-FC9B22C10BFA}" dt="2023-06-22T02:20:57.685" v="1" actId="20577"/>
      <pc:docMkLst>
        <pc:docMk/>
      </pc:docMkLst>
      <pc:sldChg chg="modSp mod">
        <pc:chgData name="Farhana Choudhury" userId="8bfadc28-a633-41a8-aacf-e9b58948d589" providerId="ADAL" clId="{A0EE2263-4E0E-BA44-A346-FC9B22C10BFA}" dt="2023-06-22T02:20:57.685" v="1" actId="20577"/>
        <pc:sldMkLst>
          <pc:docMk/>
          <pc:sldMk cId="79267661" sldId="582"/>
        </pc:sldMkLst>
        <pc:spChg chg="mod">
          <ac:chgData name="Farhana Choudhury" userId="8bfadc28-a633-41a8-aacf-e9b58948d589" providerId="ADAL" clId="{A0EE2263-4E0E-BA44-A346-FC9B22C10BFA}" dt="2023-06-22T02:20:57.685" v="1" actId="20577"/>
          <ac:spMkLst>
            <pc:docMk/>
            <pc:sldMk cId="79267661" sldId="582"/>
            <ac:spMk id="5" creationId="{EA752CF1-41DC-B946-BC99-68C5CC88CB85}"/>
          </ac:spMkLst>
        </pc:spChg>
      </pc:sldChg>
    </pc:docChg>
  </pc:docChgLst>
  <pc:docChgLst>
    <pc:chgData name="Farhana Choudhury" userId="8bfadc28-a633-41a8-aacf-e9b58948d589" providerId="ADAL" clId="{D17C9827-F5EE-9545-89F4-E235AA093A7F}"/>
    <pc:docChg chg="delSld modSld">
      <pc:chgData name="Farhana Choudhury" userId="8bfadc28-a633-41a8-aacf-e9b58948d589" providerId="ADAL" clId="{D17C9827-F5EE-9545-89F4-E235AA093A7F}" dt="2023-07-12T11:10:49.384" v="13" actId="20577"/>
      <pc:docMkLst>
        <pc:docMk/>
      </pc:docMkLst>
      <pc:sldChg chg="del">
        <pc:chgData name="Farhana Choudhury" userId="8bfadc28-a633-41a8-aacf-e9b58948d589" providerId="ADAL" clId="{D17C9827-F5EE-9545-89F4-E235AA093A7F}" dt="2023-07-12T11:10:44.191" v="9" actId="2696"/>
        <pc:sldMkLst>
          <pc:docMk/>
          <pc:sldMk cId="0" sldId="310"/>
        </pc:sldMkLst>
      </pc:sldChg>
      <pc:sldChg chg="del">
        <pc:chgData name="Farhana Choudhury" userId="8bfadc28-a633-41a8-aacf-e9b58948d589" providerId="ADAL" clId="{D17C9827-F5EE-9545-89F4-E235AA093A7F}" dt="2023-07-12T11:10:44.188" v="8" actId="2696"/>
        <pc:sldMkLst>
          <pc:docMk/>
          <pc:sldMk cId="0" sldId="312"/>
        </pc:sldMkLst>
      </pc:sldChg>
      <pc:sldChg chg="del">
        <pc:chgData name="Farhana Choudhury" userId="8bfadc28-a633-41a8-aacf-e9b58948d589" providerId="ADAL" clId="{D17C9827-F5EE-9545-89F4-E235AA093A7F}" dt="2023-07-12T11:10:44.132" v="1" actId="2696"/>
        <pc:sldMkLst>
          <pc:docMk/>
          <pc:sldMk cId="0" sldId="313"/>
        </pc:sldMkLst>
      </pc:sldChg>
      <pc:sldChg chg="modSp mod">
        <pc:chgData name="Farhana Choudhury" userId="8bfadc28-a633-41a8-aacf-e9b58948d589" providerId="ADAL" clId="{D17C9827-F5EE-9545-89F4-E235AA093A7F}" dt="2023-07-12T11:10:49.384" v="13" actId="20577"/>
        <pc:sldMkLst>
          <pc:docMk/>
          <pc:sldMk cId="79267661" sldId="582"/>
        </pc:sldMkLst>
        <pc:spChg chg="mod">
          <ac:chgData name="Farhana Choudhury" userId="8bfadc28-a633-41a8-aacf-e9b58948d589" providerId="ADAL" clId="{D17C9827-F5EE-9545-89F4-E235AA093A7F}" dt="2023-07-12T11:10:49.384" v="13" actId="20577"/>
          <ac:spMkLst>
            <pc:docMk/>
            <pc:sldMk cId="79267661" sldId="582"/>
            <ac:spMk id="5" creationId="{EA752CF1-41DC-B946-BC99-68C5CC88CB85}"/>
          </ac:spMkLst>
        </pc:spChg>
      </pc:sldChg>
      <pc:sldChg chg="del">
        <pc:chgData name="Farhana Choudhury" userId="8bfadc28-a633-41a8-aacf-e9b58948d589" providerId="ADAL" clId="{D17C9827-F5EE-9545-89F4-E235AA093A7F}" dt="2023-07-12T11:10:44.137" v="3" actId="2696"/>
        <pc:sldMkLst>
          <pc:docMk/>
          <pc:sldMk cId="0" sldId="1772"/>
        </pc:sldMkLst>
      </pc:sldChg>
      <pc:sldChg chg="del">
        <pc:chgData name="Farhana Choudhury" userId="8bfadc28-a633-41a8-aacf-e9b58948d589" providerId="ADAL" clId="{D17C9827-F5EE-9545-89F4-E235AA093A7F}" dt="2023-07-12T11:10:44.207" v="10" actId="2696"/>
        <pc:sldMkLst>
          <pc:docMk/>
          <pc:sldMk cId="0" sldId="1773"/>
        </pc:sldMkLst>
      </pc:sldChg>
      <pc:sldChg chg="del">
        <pc:chgData name="Farhana Choudhury" userId="8bfadc28-a633-41a8-aacf-e9b58948d589" providerId="ADAL" clId="{D17C9827-F5EE-9545-89F4-E235AA093A7F}" dt="2023-07-12T11:10:44.169" v="6" actId="2696"/>
        <pc:sldMkLst>
          <pc:docMk/>
          <pc:sldMk cId="0" sldId="1774"/>
        </pc:sldMkLst>
      </pc:sldChg>
      <pc:sldChg chg="del">
        <pc:chgData name="Farhana Choudhury" userId="8bfadc28-a633-41a8-aacf-e9b58948d589" providerId="ADAL" clId="{D17C9827-F5EE-9545-89F4-E235AA093A7F}" dt="2023-07-12T11:10:44.186" v="7" actId="2696"/>
        <pc:sldMkLst>
          <pc:docMk/>
          <pc:sldMk cId="0" sldId="1775"/>
        </pc:sldMkLst>
      </pc:sldChg>
      <pc:sldChg chg="del">
        <pc:chgData name="Farhana Choudhury" userId="8bfadc28-a633-41a8-aacf-e9b58948d589" providerId="ADAL" clId="{D17C9827-F5EE-9545-89F4-E235AA093A7F}" dt="2023-07-12T11:10:44.166" v="5" actId="2696"/>
        <pc:sldMkLst>
          <pc:docMk/>
          <pc:sldMk cId="0" sldId="1776"/>
        </pc:sldMkLst>
      </pc:sldChg>
      <pc:sldChg chg="del">
        <pc:chgData name="Farhana Choudhury" userId="8bfadc28-a633-41a8-aacf-e9b58948d589" providerId="ADAL" clId="{D17C9827-F5EE-9545-89F4-E235AA093A7F}" dt="2023-07-12T11:10:44.135" v="2" actId="2696"/>
        <pc:sldMkLst>
          <pc:docMk/>
          <pc:sldMk cId="1012987740" sldId="1778"/>
        </pc:sldMkLst>
      </pc:sldChg>
      <pc:sldChg chg="del">
        <pc:chgData name="Farhana Choudhury" userId="8bfadc28-a633-41a8-aacf-e9b58948d589" providerId="ADAL" clId="{D17C9827-F5EE-9545-89F4-E235AA093A7F}" dt="2023-07-12T11:10:44.155" v="4" actId="2696"/>
        <pc:sldMkLst>
          <pc:docMk/>
          <pc:sldMk cId="253951753" sldId="1779"/>
        </pc:sldMkLst>
      </pc:sldChg>
      <pc:sldChg chg="del">
        <pc:chgData name="Farhana Choudhury" userId="8bfadc28-a633-41a8-aacf-e9b58948d589" providerId="ADAL" clId="{D17C9827-F5EE-9545-89F4-E235AA093A7F}" dt="2023-07-12T11:10:44.128" v="0" actId="2696"/>
        <pc:sldMkLst>
          <pc:docMk/>
          <pc:sldMk cId="606763477" sldId="1780"/>
        </pc:sldMkLst>
      </pc:sldChg>
      <pc:sldMasterChg chg="delSldLayout">
        <pc:chgData name="Farhana Choudhury" userId="8bfadc28-a633-41a8-aacf-e9b58948d589" providerId="ADAL" clId="{D17C9827-F5EE-9545-89F4-E235AA093A7F}" dt="2023-07-12T11:10:44.210" v="11" actId="2696"/>
        <pc:sldMasterMkLst>
          <pc:docMk/>
          <pc:sldMasterMk cId="1410196343" sldId="2147483685"/>
        </pc:sldMasterMkLst>
        <pc:sldLayoutChg chg="del">
          <pc:chgData name="Farhana Choudhury" userId="8bfadc28-a633-41a8-aacf-e9b58948d589" providerId="ADAL" clId="{D17C9827-F5EE-9545-89F4-E235AA093A7F}" dt="2023-07-12T11:10:44.210" v="11" actId="2696"/>
          <pc:sldLayoutMkLst>
            <pc:docMk/>
            <pc:sldMasterMk cId="1410196343" sldId="2147483685"/>
            <pc:sldLayoutMk cId="628479851" sldId="214748371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E8CD99-415D-EF48-9186-BFD291CD03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5F2C6CE-E90A-B84B-B877-413F8D0BE9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algn="r"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9E75B05-B886-C543-8CD0-A2F3D174546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05B200E-879C-F342-A194-8B765BB714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algn="r" defTabSz="900113">
              <a:defRPr sz="1000" i="1"/>
            </a:lvl1pPr>
          </a:lstStyle>
          <a:p>
            <a:fld id="{4CABB191-3218-45F2-8A8E-DFA4626D0A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02:47:14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9138 13694 24575,'55'1'0,"0"0"0,0 0 0,-8 0 0,0 0 0,-1-1 0,4 0 0,-5 0 0,0 0 0,-5 0 0,11 1 0,-14 1 0,-3-1 0,-6 3 0,2-1 0,6 1 0,3-1 0,1 0 0,10 0 0,1-3 0,-11 0 0,0 0 0,-10 0 0,1 0 0,10 0 0,0 0 0,-9 0 0,0 0 0,-1 0 0,1 0 0,2 0 0,-1 0 0,18 0 0,0 0 0,-1 0 0,0 0 0,-18 0 0,6 0 0,-17 0 0,3 0 0,3 0 0,-9 0 0,-1 0 0,-8 0 0,5 0 0,-3 0 0,7 0 0,-7 0 0,9 0 0,-12 2 0,5 1 0,-13 0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5-06T10:09:42.8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 14101 24575,'11'0'0,"7"0"0,4 0 0,11 1 0,12-1 0,-2-1 0,-2 0 0,5-2-1152,-2 0 1,10-1 0,3-1 0,-2 1 0,-7-1 1151,-5 1 0,-5-1 0,4 0 0,5 0 0,3 0 0,1 0 0,0 0-384,-4 2 1,1 1 0,-3 0 0,-2 0 383,11 2 0,0-1-406,5 0 1,6-1 0,-11 1 405,5 1-284,-14 0 1,-2 0 283,3 0 1507,-9 0 0,-2 0-1507,-3 0 3061,9 0-3061,-12 0 0,17 0 0,2 0 0,-6 1 0,0 1 0,10-1 426,-6 3 0,-1 0-426,0-3 0,-16 2 0,5 2 0,24-3 0,0 0 0,-24 0 0,-1 1 0,22 0 0,4 1 0,-16-1 0,0 0 0,-5 0 0,19 3 0,-10-2 0,7 0 0,-9 0 0,7 1 0,-4-1 0,-1 1 0,3 3 416,-12-4 1,-2-1-417,-2 1 252,13 2-252,-33-5 0,4 2 0,-13-3 977,3 0-977,-2 0 0,-1 0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C91355D-86F3-E842-BC39-4D6E64703C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89ED673-4E30-9D4E-9113-6A3860303DB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algn="r"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BF43306-1B74-D24D-AAF3-4D526FB078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EA9D589-52F4-ED4F-AB5A-FA4D5AAD2E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algn="r" defTabSz="900113"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B3FD44D0-D9B7-4D01-94F2-79D1AE5262A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F33E848E-D8D3-4094-B5D7-1F373D6026F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4438" y="674688"/>
            <a:ext cx="4430712" cy="33226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ED57B99-BEFC-E04A-8F4F-1B21CC9E55C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225925"/>
            <a:ext cx="5029200" cy="400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3" rIns="90644" bIns="453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5">
            <a:extLst>
              <a:ext uri="{FF2B5EF4-FFF2-40B4-BE49-F238E27FC236}">
                <a16:creationId xmlns:a16="http://schemas.microsoft.com/office/drawing/2014/main" id="{A47587B6-6706-417D-90F7-839A275783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54B37AAF-E290-424E-BC16-459D31FE2571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AE50F266-72C6-438E-9E67-314AAD2F4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627356C-171F-4AF5-964F-8249F74E0C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5">
            <a:extLst>
              <a:ext uri="{FF2B5EF4-FFF2-40B4-BE49-F238E27FC236}">
                <a16:creationId xmlns:a16="http://schemas.microsoft.com/office/drawing/2014/main" id="{97C3E460-A7B4-4DB8-B1A5-39EE35296A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F5A4F8E4-FCE6-4A0E-94F7-7198A052856F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6D409947-29E4-4791-9B43-405B425A1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527EF55-A49A-45EE-8339-F3751AA5B6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5">
            <a:extLst>
              <a:ext uri="{FF2B5EF4-FFF2-40B4-BE49-F238E27FC236}">
                <a16:creationId xmlns:a16="http://schemas.microsoft.com/office/drawing/2014/main" id="{C66A2D0C-2E99-4636-8F47-620E37C72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43D67A75-2E79-4086-B95C-4FBCEF0149B9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4B48BB16-D610-4760-88E5-B4CD69010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9A11164-DE5B-427D-ACA9-B247620189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5">
            <a:extLst>
              <a:ext uri="{FF2B5EF4-FFF2-40B4-BE49-F238E27FC236}">
                <a16:creationId xmlns:a16="http://schemas.microsoft.com/office/drawing/2014/main" id="{AE225A70-8E80-44A6-ADF3-43042FB5D0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D2D94AC5-27BF-4ED0-B7DC-C4386ACD6D30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A88C6A1-85CA-4D26-9A48-79F3E0F7CB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4913" y="666750"/>
            <a:ext cx="4449762" cy="3336925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09A04B7-44A8-4F92-9ACB-0081AAA51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227513"/>
            <a:ext cx="5029200" cy="4003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5">
            <a:extLst>
              <a:ext uri="{FF2B5EF4-FFF2-40B4-BE49-F238E27FC236}">
                <a16:creationId xmlns:a16="http://schemas.microsoft.com/office/drawing/2014/main" id="{9A06BAEA-ABF5-407D-B4E0-75555CE780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30FE7D10-92DC-44E7-A977-2A44B56C41AA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47CFBF7-31DA-4858-91F2-6E1B19763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4913" y="666750"/>
            <a:ext cx="4449762" cy="3336925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E13A7A0-266C-4ABD-92FD-1F3F57169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227513"/>
            <a:ext cx="5029200" cy="40036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5">
            <a:extLst>
              <a:ext uri="{FF2B5EF4-FFF2-40B4-BE49-F238E27FC236}">
                <a16:creationId xmlns:a16="http://schemas.microsoft.com/office/drawing/2014/main" id="{0D1BC9D4-A136-47A7-BFC7-3BC152710A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217750AE-BE22-4818-AD1C-5E902AECC89B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9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F8CE64DD-1A5A-473A-93BC-4BD6184718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3C69EE6-3529-464C-9C84-4A0ACC788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5">
            <a:extLst>
              <a:ext uri="{FF2B5EF4-FFF2-40B4-BE49-F238E27FC236}">
                <a16:creationId xmlns:a16="http://schemas.microsoft.com/office/drawing/2014/main" id="{D2D533AC-F265-4F6C-98C0-F1FA84F5DA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507AD0E0-E47A-4F46-BEFB-7E024F2AB4DB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10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EFED83A3-3BDD-4B8A-8D64-12837C2BF6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938BE4E-93E6-432B-8845-84543755D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5">
            <a:extLst>
              <a:ext uri="{FF2B5EF4-FFF2-40B4-BE49-F238E27FC236}">
                <a16:creationId xmlns:a16="http://schemas.microsoft.com/office/drawing/2014/main" id="{0EE9922D-BF1B-4291-962B-75DAD5F035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86D5E5A3-4034-4EA2-BF53-A3F13A0A52AE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B8A3385-4223-4383-9562-F57470483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9780594-F607-4C2A-8E03-C08FDCE1B6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5">
            <a:extLst>
              <a:ext uri="{FF2B5EF4-FFF2-40B4-BE49-F238E27FC236}">
                <a16:creationId xmlns:a16="http://schemas.microsoft.com/office/drawing/2014/main" id="{F7506DFC-5A5D-477D-859A-7BC06B4B6D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6E36CE2C-2E7C-4FE5-B4A9-79F3525E5802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12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C6793EA-D652-4F6E-A128-04792624D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A1CD004-9CD9-43E1-AA3C-BAC88FF86A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5">
            <a:extLst>
              <a:ext uri="{FF2B5EF4-FFF2-40B4-BE49-F238E27FC236}">
                <a16:creationId xmlns:a16="http://schemas.microsoft.com/office/drawing/2014/main" id="{B572DB79-DD2E-4B25-AB86-FA8D1ED91B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4F4718B4-76CD-4A27-9BDB-6E92033366D5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13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09ECE200-D5F4-48B1-AB69-62ED57620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AU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7EB8239-6853-4EED-827B-7C4CA0B5B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453438"/>
            <a:ext cx="29718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754" tIns="0" rIns="18754" bIns="0" anchor="b"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000" i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12D9435E-E478-4255-80E0-D02C2D50A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53438"/>
            <a:ext cx="29718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AU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29880350-EB13-4C57-90C3-281583FB3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AU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23B10ADB-0C32-4B13-B261-7033C5B0C0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1493BF17-2DC5-4748-B8E0-946070F925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5">
            <a:extLst>
              <a:ext uri="{FF2B5EF4-FFF2-40B4-BE49-F238E27FC236}">
                <a16:creationId xmlns:a16="http://schemas.microsoft.com/office/drawing/2014/main" id="{4CD2AB13-2BD0-4617-A9FE-CF318475B1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FD9F89EB-72E3-4FAE-8530-DAD7F07AAC4A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14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93C9491E-78B4-4E81-8BB5-C6FB756E8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883B362-972B-4EE2-9EA3-930D7CE16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">
            <a:extLst>
              <a:ext uri="{FF2B5EF4-FFF2-40B4-BE49-F238E27FC236}">
                <a16:creationId xmlns:a16="http://schemas.microsoft.com/office/drawing/2014/main" id="{9B30AA5D-9DE5-4E97-8109-6C5AA9F71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90E90C91-1685-4319-9C8D-1C94E9862096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15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798B211D-4DFF-4D23-864F-106DFEA0A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6DFF681-0F82-4D45-9765-BF021E1CE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">
            <a:extLst>
              <a:ext uri="{FF2B5EF4-FFF2-40B4-BE49-F238E27FC236}">
                <a16:creationId xmlns:a16="http://schemas.microsoft.com/office/drawing/2014/main" id="{9B30AA5D-9DE5-4E97-8109-6C5AA9F71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90E90C91-1685-4319-9C8D-1C94E9862096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16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798B211D-4DFF-4D23-864F-106DFEA0A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6DFF681-0F82-4D45-9765-BF021E1CE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979742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">
            <a:extLst>
              <a:ext uri="{FF2B5EF4-FFF2-40B4-BE49-F238E27FC236}">
                <a16:creationId xmlns:a16="http://schemas.microsoft.com/office/drawing/2014/main" id="{9B30AA5D-9DE5-4E97-8109-6C5AA9F71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90E90C91-1685-4319-9C8D-1C94E9862096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17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798B211D-4DFF-4D23-864F-106DFEA0A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6DFF681-0F82-4D45-9765-BF021E1CE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975969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5">
            <a:extLst>
              <a:ext uri="{FF2B5EF4-FFF2-40B4-BE49-F238E27FC236}">
                <a16:creationId xmlns:a16="http://schemas.microsoft.com/office/drawing/2014/main" id="{9B30AA5D-9DE5-4E97-8109-6C5AA9F71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90E90C91-1685-4319-9C8D-1C94E9862096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18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798B211D-4DFF-4D23-864F-106DFEA0A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6DFF681-0F82-4D45-9765-BF021E1CE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809152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5">
            <a:extLst>
              <a:ext uri="{FF2B5EF4-FFF2-40B4-BE49-F238E27FC236}">
                <a16:creationId xmlns:a16="http://schemas.microsoft.com/office/drawing/2014/main" id="{99695379-320D-4DB6-9171-E9EFF9910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85946CBA-935C-4D8B-8F28-7F890763D34A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19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54590BCB-828F-40CE-8D71-5BE1BB168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0751C3C-FD9F-4343-A80B-8A3ED74B1A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5">
            <a:extLst>
              <a:ext uri="{FF2B5EF4-FFF2-40B4-BE49-F238E27FC236}">
                <a16:creationId xmlns:a16="http://schemas.microsoft.com/office/drawing/2014/main" id="{234642E4-D9F2-4A42-862D-A4D80AEA36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C55ACA20-19B1-40DB-979D-359FDF556884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20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D0DCECAD-DEA0-4BA3-8763-DA9B53E1E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8B03B2A-E0E1-442A-A7BD-5117C9959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5">
            <a:extLst>
              <a:ext uri="{FF2B5EF4-FFF2-40B4-BE49-F238E27FC236}">
                <a16:creationId xmlns:a16="http://schemas.microsoft.com/office/drawing/2014/main" id="{53D5567B-2793-49DA-B73B-68561EF1A5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5D8A5348-8EB7-49DD-8442-E6D59F9FF225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21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1EC85E75-590E-445A-B486-3C402C4745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067F7B6-452E-493A-BC63-92A052FE4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5">
            <a:extLst>
              <a:ext uri="{FF2B5EF4-FFF2-40B4-BE49-F238E27FC236}">
                <a16:creationId xmlns:a16="http://schemas.microsoft.com/office/drawing/2014/main" id="{32E7ADD3-44F6-43BE-A2CA-611C68EF1F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5195C2E5-4F87-4C91-8ADF-180F617EF3D9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22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B172E474-B01C-4774-8C64-A216679D2D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EE5D2B5-923C-436E-822D-C365F0321C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5">
            <a:extLst>
              <a:ext uri="{FF2B5EF4-FFF2-40B4-BE49-F238E27FC236}">
                <a16:creationId xmlns:a16="http://schemas.microsoft.com/office/drawing/2014/main" id="{81386FBC-B46D-4F8B-AC66-259F4D3C88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34241335-D6D8-43C2-B3A4-4ADA588C6971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23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B2E9D533-EDC6-4C65-9F1E-8E3AA6DA8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06D9C21D-EB24-4ECE-B87B-3D7A44604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5">
            <a:extLst>
              <a:ext uri="{FF2B5EF4-FFF2-40B4-BE49-F238E27FC236}">
                <a16:creationId xmlns:a16="http://schemas.microsoft.com/office/drawing/2014/main" id="{A7FA8C15-140C-45E5-9C96-4CFDE6A942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19131D04-0F14-413D-8666-21B5A3220B9B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24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492FAB42-9A54-413B-B9FC-1192819F03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D674A70-8C4A-4A87-A669-7A7635F61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5">
            <a:extLst>
              <a:ext uri="{FF2B5EF4-FFF2-40B4-BE49-F238E27FC236}">
                <a16:creationId xmlns:a16="http://schemas.microsoft.com/office/drawing/2014/main" id="{ECBFFCAA-83C0-4547-BF7D-747F5D37EB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AF20EA03-4FA8-421F-8169-6D3A0159E7AB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25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8594C96-805A-4A0C-A71A-CF153698BE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A5033ED-C57B-4896-9711-A0318932E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5">
            <a:extLst>
              <a:ext uri="{FF2B5EF4-FFF2-40B4-BE49-F238E27FC236}">
                <a16:creationId xmlns:a16="http://schemas.microsoft.com/office/drawing/2014/main" id="{4083B6EA-F64C-4F24-9892-9AAE6E0CCA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2DC8C8E9-F3B0-4AD9-A98A-B3D3539654ED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26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91E843DE-329F-4901-9FB7-2F2D73308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40DA7049-3EC8-4BF7-BC1A-5122338A89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5">
            <a:extLst>
              <a:ext uri="{FF2B5EF4-FFF2-40B4-BE49-F238E27FC236}">
                <a16:creationId xmlns:a16="http://schemas.microsoft.com/office/drawing/2014/main" id="{F1894944-8678-4D3E-B616-C04DDB86C9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8099DE3D-6E85-4D80-A1F7-F806313D4F57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27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2F82A3EA-AF49-4213-A5A1-D5B88E2EBA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90CF9AB-0F9C-4A09-ADCF-10120A3085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5">
            <a:extLst>
              <a:ext uri="{FF2B5EF4-FFF2-40B4-BE49-F238E27FC236}">
                <a16:creationId xmlns:a16="http://schemas.microsoft.com/office/drawing/2014/main" id="{A9399B3C-CF99-417A-9A65-A491E85386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E5298C83-1660-4508-92BC-58B0AF495DF0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78F280A9-E925-49D1-ADA4-08E2FD318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AE5C545-2D9C-4BDC-BED6-24D68DED6D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5">
            <a:extLst>
              <a:ext uri="{FF2B5EF4-FFF2-40B4-BE49-F238E27FC236}">
                <a16:creationId xmlns:a16="http://schemas.microsoft.com/office/drawing/2014/main" id="{05774F31-0E7B-4329-9562-217D77E911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BF17DE6E-5CB0-4468-B75F-D9F663A4CBD8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29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F1491EDA-4028-4903-9614-5BECC0F7C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F25324DA-C431-4A70-88C9-EF7C3E69FF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5">
            <a:extLst>
              <a:ext uri="{FF2B5EF4-FFF2-40B4-BE49-F238E27FC236}">
                <a16:creationId xmlns:a16="http://schemas.microsoft.com/office/drawing/2014/main" id="{F98CA676-D0B7-46B8-A6CF-3A689193D6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3A0770F9-87E2-4237-8C86-21114EC87C48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30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13DCFEA0-3974-4D51-99FA-32DECDF56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A7D10F73-9D5C-456E-87E1-3BEAE1E902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5">
            <a:extLst>
              <a:ext uri="{FF2B5EF4-FFF2-40B4-BE49-F238E27FC236}">
                <a16:creationId xmlns:a16="http://schemas.microsoft.com/office/drawing/2014/main" id="{ADFF2E6F-4757-498D-9EA4-9337C33EF3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EA0EC293-5B9E-4E67-B16C-0A2551E68493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31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48903A32-FF7D-42D2-A0A5-ED2DA6216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BB7826A5-29D6-4651-B945-41C55D304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5">
            <a:extLst>
              <a:ext uri="{FF2B5EF4-FFF2-40B4-BE49-F238E27FC236}">
                <a16:creationId xmlns:a16="http://schemas.microsoft.com/office/drawing/2014/main" id="{4495D24C-9FCC-4CA9-88B7-929885F813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A67131E2-BF11-4BE6-B09A-9BAC13582D36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32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1A3B9107-18BD-4E6E-8BCB-B843252F4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961C8CA-2A06-46FF-A3BC-1F0C9EA447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5">
            <a:extLst>
              <a:ext uri="{FF2B5EF4-FFF2-40B4-BE49-F238E27FC236}">
                <a16:creationId xmlns:a16="http://schemas.microsoft.com/office/drawing/2014/main" id="{6F72E2F9-A983-4607-AA75-2C6DED5470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01684CFD-8257-4601-B122-461826C50C8E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33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379C9BDF-5B92-47C8-BBE2-EBC057BA6B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CDDCCA4-ADA0-482A-8AD9-9986CE6A1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5">
            <a:extLst>
              <a:ext uri="{FF2B5EF4-FFF2-40B4-BE49-F238E27FC236}">
                <a16:creationId xmlns:a16="http://schemas.microsoft.com/office/drawing/2014/main" id="{3F0ABE7D-D7F1-4493-8584-B238AF6F0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9EA7A11F-B3B8-42EA-9B03-2892264D29D2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34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CE2F8F74-7A05-411A-A987-04608F1CB9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C578527E-F513-4308-A489-02E7EBE82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5">
            <a:extLst>
              <a:ext uri="{FF2B5EF4-FFF2-40B4-BE49-F238E27FC236}">
                <a16:creationId xmlns:a16="http://schemas.microsoft.com/office/drawing/2014/main" id="{0BD0955E-7EB0-4CED-A511-8921344612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60F9F7E4-E1E8-4BB5-B8A5-E50C57C34CA5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35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F5415E92-5A4C-4DCB-84A7-DCAE7C007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B90513CC-AC78-4D5B-9E03-3C79B9E5B2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5">
            <a:extLst>
              <a:ext uri="{FF2B5EF4-FFF2-40B4-BE49-F238E27FC236}">
                <a16:creationId xmlns:a16="http://schemas.microsoft.com/office/drawing/2014/main" id="{8C3D3737-FAAE-4A19-A33E-FFCA0C35A1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F701CDD5-FD33-44D7-9BAB-A425082BE020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36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5A52AEDD-DDE8-454A-B332-A83D5B1D4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B4BA2482-13FF-4DCC-B451-8E0F2230EA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5">
            <a:extLst>
              <a:ext uri="{FF2B5EF4-FFF2-40B4-BE49-F238E27FC236}">
                <a16:creationId xmlns:a16="http://schemas.microsoft.com/office/drawing/2014/main" id="{CD891845-1019-4EDE-A00F-4F36EE69D8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2AEDB66B-9D4A-4DCD-BF52-5B6B49063993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37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04387B5A-617C-41FB-AC08-0C209AEFA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1579A66-9B30-427D-BB11-E3D55A3BC1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5">
            <a:extLst>
              <a:ext uri="{FF2B5EF4-FFF2-40B4-BE49-F238E27FC236}">
                <a16:creationId xmlns:a16="http://schemas.microsoft.com/office/drawing/2014/main" id="{EED66D94-3017-4C65-9CFA-638CF8FF42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03073CDD-34C1-45D5-A189-F07E81E6F586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38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BCAF513F-B40A-4A46-AB6E-F27C05C8F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8BCE52B-7E4D-4628-85C7-39DE7283B8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5">
            <a:extLst>
              <a:ext uri="{FF2B5EF4-FFF2-40B4-BE49-F238E27FC236}">
                <a16:creationId xmlns:a16="http://schemas.microsoft.com/office/drawing/2014/main" id="{52D47630-82DA-48E9-8D31-6C59C1D521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4DECF95B-AD18-4B75-9C2C-9A17AAA8AE52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39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B7D61C04-5B26-43D6-9A10-20EA0742B1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BD034C2-E612-4212-80EB-C12CEC5735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5">
            <a:extLst>
              <a:ext uri="{FF2B5EF4-FFF2-40B4-BE49-F238E27FC236}">
                <a16:creationId xmlns:a16="http://schemas.microsoft.com/office/drawing/2014/main" id="{D271494A-CAB3-4BA7-813B-601EE83C64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A91A521B-94C1-4DBC-A17C-E760F37C7D77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40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50782BE7-7FE1-4FEE-908C-C84C4BD68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8885519D-7CBF-4498-902D-7C13ADBB78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5">
            <a:extLst>
              <a:ext uri="{FF2B5EF4-FFF2-40B4-BE49-F238E27FC236}">
                <a16:creationId xmlns:a16="http://schemas.microsoft.com/office/drawing/2014/main" id="{A93D32A5-37B7-4FAC-9914-3C1786FF11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765CCDE5-F03F-490F-84CF-FDC67B6C8CD3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41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F9E7E9D2-0D73-4907-8BE4-7C0B6C0C8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8E107782-0A71-45C3-8125-DCF3597C1D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5">
            <a:extLst>
              <a:ext uri="{FF2B5EF4-FFF2-40B4-BE49-F238E27FC236}">
                <a16:creationId xmlns:a16="http://schemas.microsoft.com/office/drawing/2014/main" id="{8324A9EB-4721-4D12-8B5F-9AA29ABD0C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15855A74-A4F0-4F79-BE5A-29BF53AA7013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42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C4C6D0FB-44F6-44A1-B14B-427323E5D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914575F-8BB4-4E01-A3FC-7F41A3CF13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5">
            <a:extLst>
              <a:ext uri="{FF2B5EF4-FFF2-40B4-BE49-F238E27FC236}">
                <a16:creationId xmlns:a16="http://schemas.microsoft.com/office/drawing/2014/main" id="{5D39A18B-D20C-4F89-A2F7-637935BCD5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 defTabSz="900113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defTabSz="900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fld id="{694CE363-4D6E-4524-A8E4-2D962F0046AE}" type="slidenum">
              <a:rPr lang="en-US" altLang="en-US" sz="10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43</a:t>
            </a:fld>
            <a:endParaRPr lang="en-US" altLang="en-US" sz="1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B3AC0BC7-CB3A-4C27-A3C7-9CC864DD8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CA7E55AD-FCAE-4DDD-AF65-8C58824CD7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FBDEA3F-8F3E-4530-9545-33B5AE9C51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A3E63AC-528E-47FA-A4FD-06358FAD7D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64A0E6C-1AB0-4294-A338-B89855289D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975D19-F916-4EC2-B7C0-81F876CB7C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40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4BF7F8D-DEF5-4633-A3B4-7C304F215E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ECC9271-0AA5-4010-BD6F-D4E778E8D4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03077AE-003E-4035-82DD-167C369BC0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537940-41CA-416F-A43D-B663FBF6C2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044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6608AF-BF6A-4D00-B90A-F481CE9116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D839CBB-C76D-4792-8FBB-3B344F9968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87D15BC-031F-46BA-93BD-588B367131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0B2BE6-F9F0-44B8-8C13-5C03CF83AA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30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81200"/>
            <a:ext cx="3810000" cy="4076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81200"/>
            <a:ext cx="3810000" cy="4076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3A52C2-FC28-42ED-A26C-71D2C96283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7E23DEB-7B7D-43D9-895D-B4B4052B62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7EC7AFF-A52D-48B6-A134-0DB6A97C4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02563-AF08-4FEF-83B0-7874BEBEE1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462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213CA99-3DAA-42B1-94D5-E9FCD8E93E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82F8445-F351-4567-90CC-7EB26E9BB6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EEAF616-6F26-41C6-814C-8D3823BF71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309B9-244E-4D39-A9B7-BF51DD11DE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015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74D4DB-D8F9-4179-A4FF-412CDA1AC0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6DCA4B-65BB-4C0A-B6EF-997DD0C18B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DDD56E-FAAA-448E-AB1C-3106FCEC74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4C0B98-77A8-4B9D-81EA-43B4100134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105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FE8B15E-CA1B-4F15-8844-45E4519450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AC74C61-3039-4393-AA5C-0BFEE3368F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E9DEE4-BF06-4A7E-870A-717DFC9FA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57D846-0D6B-4EB1-9969-AEE0898CA5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23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06A1A-A871-4FC3-8729-4093A17A75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3D6301-38B1-42B4-8DBD-3C86B6CD42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99632F-5FF4-42A1-BA1C-1164899215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646BB-FE52-49EE-8D6D-E84DB650A9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671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98487E-9BE5-4D7B-B095-B2A2D746BE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F153594-835E-43C8-B4C7-CC996B9EE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6FB753D-DED9-4E3F-80D1-338B75BB5D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9F5792-C90E-495A-8FC9-A7C67CE80A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5497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50EBD4-C419-418D-AE0F-C7ACE37DAA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7CA2374-2418-4DBE-9B9B-D6B0966B1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6B3EB59-30BA-4C1F-B5A1-D6862ED971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03876-14DD-45ED-8431-32F84C72B7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419100"/>
            <a:ext cx="19431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9100"/>
            <a:ext cx="56769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19F899-ED71-4642-9CA8-C4138B6289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E4DA0BF-8FCE-479F-82B5-9F0935363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E0D67F3-7DFD-4647-851B-72382D6426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F3A240-200D-4DF4-9425-516AE4919B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271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9100"/>
            <a:ext cx="7772400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81200"/>
            <a:ext cx="3810000" cy="407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81200"/>
            <a:ext cx="3810000" cy="1962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00600" y="4095750"/>
            <a:ext cx="3810000" cy="1962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34B1698-B23E-410F-844E-8973D822A3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596F3B6-005B-433F-97D5-1F02A53CD5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4EC63B7-FE38-42CF-8327-6C0BE2D959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5AB2AD-5BD4-4F1F-96D4-F276C269F8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883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9100"/>
            <a:ext cx="7772400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81200"/>
            <a:ext cx="3810000" cy="407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81200"/>
            <a:ext cx="3810000" cy="407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040A83-CB33-490D-AF4A-399FB94528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D71AE3A-B1AB-4F5A-BAEF-4DA0920745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04BBAD-3A1A-4F34-A8B3-19DF6E4818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C8F77E-9FCD-424B-AE89-057F96E774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813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9100"/>
            <a:ext cx="7772400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0" y="1981200"/>
            <a:ext cx="7772400" cy="40767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E7328B-F578-4CD6-BE78-B1B29CB26E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01A584B-C9EC-4B95-ADDB-D704A4633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E64FA96-C415-4D19-9731-4C69AA10AA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0E6AA-4BE8-4F15-AE9F-CF82D34F8A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9077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139" name="Group 4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20011428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Text Placeholder 140">
            <a:extLst>
              <a:ext uri="{FF2B5EF4-FFF2-40B4-BE49-F238E27FC236}">
                <a16:creationId xmlns:a16="http://schemas.microsoft.com/office/drawing/2014/main" id="{F8C9875D-6ED4-4691-B4EE-6BE289CEFD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083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Text Placeholder 135">
            <a:extLst>
              <a:ext uri="{FF2B5EF4-FFF2-40B4-BE49-F238E27FC236}">
                <a16:creationId xmlns:a16="http://schemas.microsoft.com/office/drawing/2014/main" id="{601F3602-2361-40F0-A995-ABA05096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855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8FD03934-1038-48BB-99F7-5E65A0E0DE7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68" name="Group 4">
            <a:extLst>
              <a:ext uri="{FF2B5EF4-FFF2-40B4-BE49-F238E27FC236}">
                <a16:creationId xmlns:a16="http://schemas.microsoft.com/office/drawing/2014/main" id="{D8028177-8E83-432F-BACB-E807F3191E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E52450A5-24E9-4A2A-9608-6B511DFE44D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8F6E39B7-21CE-4EC7-8450-0C807EEC36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2" name="Freeform 6">
              <a:extLst>
                <a:ext uri="{FF2B5EF4-FFF2-40B4-BE49-F238E27FC236}">
                  <a16:creationId xmlns:a16="http://schemas.microsoft.com/office/drawing/2014/main" id="{B9D0D64D-2220-47E1-BBEE-2BB809DDCF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3" name="Freeform 7">
              <a:extLst>
                <a:ext uri="{FF2B5EF4-FFF2-40B4-BE49-F238E27FC236}">
                  <a16:creationId xmlns:a16="http://schemas.microsoft.com/office/drawing/2014/main" id="{EC7F13C6-30B5-4789-A9CA-C5D5358E92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4" name="Freeform 8">
              <a:extLst>
                <a:ext uri="{FF2B5EF4-FFF2-40B4-BE49-F238E27FC236}">
                  <a16:creationId xmlns:a16="http://schemas.microsoft.com/office/drawing/2014/main" id="{A3083010-51A6-4BBD-B2CD-80A24C3B2A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Freeform 9">
              <a:extLst>
                <a:ext uri="{FF2B5EF4-FFF2-40B4-BE49-F238E27FC236}">
                  <a16:creationId xmlns:a16="http://schemas.microsoft.com/office/drawing/2014/main" id="{5E898951-C5EB-4B83-A8D2-16B7645D31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10">
              <a:extLst>
                <a:ext uri="{FF2B5EF4-FFF2-40B4-BE49-F238E27FC236}">
                  <a16:creationId xmlns:a16="http://schemas.microsoft.com/office/drawing/2014/main" id="{BFA480E4-F894-4BFB-B82D-99C8CEF8FC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D3190D5E-F207-4CD9-B0B9-790E48047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93786209-7857-466A-86D1-A8269FDF21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CEFA7CF-3571-499B-B975-97CD9F48D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E2D21E27-3698-4A5C-80DB-06E7B72F1F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12F5D869-32E2-4A28-9341-A5FF3235F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46C5A8B1-884D-404F-ADBE-CF206C6E9A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F226FACD-A8F6-460B-BD87-A87B75EC05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8B5F0318-B82F-4B24-8BEA-FA118C276C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FBADB5E1-ABB1-420D-B065-10A007FED9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972885BC-1538-42CC-ACB0-44375E4125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Rectangle 21">
              <a:extLst>
                <a:ext uri="{FF2B5EF4-FFF2-40B4-BE49-F238E27FC236}">
                  <a16:creationId xmlns:a16="http://schemas.microsoft.com/office/drawing/2014/main" id="{C99AFF5E-4521-4A7F-B4FD-D598115508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C61E904B-66BB-4FDE-A7DB-9DDBA0E201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0E70CA99-897A-4256-A90A-FFCFB226B8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BEE4EB4C-A787-45D5-86C1-FB4972DE07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97612278-5E29-430B-8711-1FFE425882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4A817AF0-9F6D-4225-B5E8-028D8BE968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5FC0D95E-4634-4CF4-81CD-F97C445B3F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8">
              <a:extLst>
                <a:ext uri="{FF2B5EF4-FFF2-40B4-BE49-F238E27FC236}">
                  <a16:creationId xmlns:a16="http://schemas.microsoft.com/office/drawing/2014/main" id="{BFDA76B1-4296-466F-B8D3-59BE03C3C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9">
              <a:extLst>
                <a:ext uri="{FF2B5EF4-FFF2-40B4-BE49-F238E27FC236}">
                  <a16:creationId xmlns:a16="http://schemas.microsoft.com/office/drawing/2014/main" id="{523E1371-4810-4B97-A162-BD09ADFE20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30">
              <a:extLst>
                <a:ext uri="{FF2B5EF4-FFF2-40B4-BE49-F238E27FC236}">
                  <a16:creationId xmlns:a16="http://schemas.microsoft.com/office/drawing/2014/main" id="{0C62F7A3-C883-4866-8777-CB0193E03A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31">
              <a:extLst>
                <a:ext uri="{FF2B5EF4-FFF2-40B4-BE49-F238E27FC236}">
                  <a16:creationId xmlns:a16="http://schemas.microsoft.com/office/drawing/2014/main" id="{0A565D83-C19C-431C-965B-BD12E5AC16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32">
              <a:extLst>
                <a:ext uri="{FF2B5EF4-FFF2-40B4-BE49-F238E27FC236}">
                  <a16:creationId xmlns:a16="http://schemas.microsoft.com/office/drawing/2014/main" id="{610466EB-4655-492E-955B-548189535D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34">
              <a:extLst>
                <a:ext uri="{FF2B5EF4-FFF2-40B4-BE49-F238E27FC236}">
                  <a16:creationId xmlns:a16="http://schemas.microsoft.com/office/drawing/2014/main" id="{E2C57738-1257-4C3A-A7FA-EA653FB70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5">
              <a:extLst>
                <a:ext uri="{FF2B5EF4-FFF2-40B4-BE49-F238E27FC236}">
                  <a16:creationId xmlns:a16="http://schemas.microsoft.com/office/drawing/2014/main" id="{84FF9AB7-2451-4AD8-B43A-265371D37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6">
              <a:extLst>
                <a:ext uri="{FF2B5EF4-FFF2-40B4-BE49-F238E27FC236}">
                  <a16:creationId xmlns:a16="http://schemas.microsoft.com/office/drawing/2014/main" id="{4A615ACA-91B0-4A7D-B92E-9764FFB14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7">
              <a:extLst>
                <a:ext uri="{FF2B5EF4-FFF2-40B4-BE49-F238E27FC236}">
                  <a16:creationId xmlns:a16="http://schemas.microsoft.com/office/drawing/2014/main" id="{FA488F50-DDFF-49CC-9BD8-0AE268ECF1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8">
              <a:extLst>
                <a:ext uri="{FF2B5EF4-FFF2-40B4-BE49-F238E27FC236}">
                  <a16:creationId xmlns:a16="http://schemas.microsoft.com/office/drawing/2014/main" id="{9B423368-4192-4F14-960D-6C2C126061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9">
              <a:extLst>
                <a:ext uri="{FF2B5EF4-FFF2-40B4-BE49-F238E27FC236}">
                  <a16:creationId xmlns:a16="http://schemas.microsoft.com/office/drawing/2014/main" id="{C004167E-2022-45FA-AD88-F3A6D7EEA5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40">
              <a:extLst>
                <a:ext uri="{FF2B5EF4-FFF2-40B4-BE49-F238E27FC236}">
                  <a16:creationId xmlns:a16="http://schemas.microsoft.com/office/drawing/2014/main" id="{E5CFE2C5-1FEB-4415-AD8E-3F12077DC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41">
              <a:extLst>
                <a:ext uri="{FF2B5EF4-FFF2-40B4-BE49-F238E27FC236}">
                  <a16:creationId xmlns:a16="http://schemas.microsoft.com/office/drawing/2014/main" id="{1FF69E99-6C70-40BC-BCE2-20612480D1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42">
              <a:extLst>
                <a:ext uri="{FF2B5EF4-FFF2-40B4-BE49-F238E27FC236}">
                  <a16:creationId xmlns:a16="http://schemas.microsoft.com/office/drawing/2014/main" id="{FF3D6994-DA2E-45C5-9E0F-7547E4BCE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43">
              <a:extLst>
                <a:ext uri="{FF2B5EF4-FFF2-40B4-BE49-F238E27FC236}">
                  <a16:creationId xmlns:a16="http://schemas.microsoft.com/office/drawing/2014/main" id="{811C2317-AB25-47F8-A023-32CD5905F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4">
              <a:extLst>
                <a:ext uri="{FF2B5EF4-FFF2-40B4-BE49-F238E27FC236}">
                  <a16:creationId xmlns:a16="http://schemas.microsoft.com/office/drawing/2014/main" id="{CF2799DB-155A-4DE7-A026-4448C8490B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5">
              <a:extLst>
                <a:ext uri="{FF2B5EF4-FFF2-40B4-BE49-F238E27FC236}">
                  <a16:creationId xmlns:a16="http://schemas.microsoft.com/office/drawing/2014/main" id="{1A9CE4CF-8B2F-4B83-ABE3-A9DDE97D7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6">
              <a:extLst>
                <a:ext uri="{FF2B5EF4-FFF2-40B4-BE49-F238E27FC236}">
                  <a16:creationId xmlns:a16="http://schemas.microsoft.com/office/drawing/2014/main" id="{E9393C8C-5791-43BB-8D1F-17FFFA2F6C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7">
              <a:extLst>
                <a:ext uri="{FF2B5EF4-FFF2-40B4-BE49-F238E27FC236}">
                  <a16:creationId xmlns:a16="http://schemas.microsoft.com/office/drawing/2014/main" id="{C0D9B013-B46B-4D8E-956A-00922496A8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8">
              <a:extLst>
                <a:ext uri="{FF2B5EF4-FFF2-40B4-BE49-F238E27FC236}">
                  <a16:creationId xmlns:a16="http://schemas.microsoft.com/office/drawing/2014/main" id="{A9DF028E-61BE-49A6-AB22-B1396BCEF9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9">
              <a:extLst>
                <a:ext uri="{FF2B5EF4-FFF2-40B4-BE49-F238E27FC236}">
                  <a16:creationId xmlns:a16="http://schemas.microsoft.com/office/drawing/2014/main" id="{1BE8B055-3428-4E6F-B44A-A97E70B6E0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5DF4C3AA-8B80-4E0A-A607-E09B8BFDB5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8D4A8B2E-226D-4C2F-AF2F-EA40FA24DB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4707D8EC-CDF2-4F4C-BEC4-F1123438A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3BABCCF3-6967-4924-ABE6-1D8CCD6AD3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06584F31-18E1-4AAA-9212-E89DD2C32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FDDEF5CF-37DB-4384-ACB2-BCE9E83AE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D830E2B0-83FD-4E0F-BD1A-043F72866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E75B0DEF-3E13-40F8-B101-9599E9EA93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8">
              <a:extLst>
                <a:ext uri="{FF2B5EF4-FFF2-40B4-BE49-F238E27FC236}">
                  <a16:creationId xmlns:a16="http://schemas.microsoft.com/office/drawing/2014/main" id="{7074C629-B269-48DD-A199-3A11E15EC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9">
              <a:extLst>
                <a:ext uri="{FF2B5EF4-FFF2-40B4-BE49-F238E27FC236}">
                  <a16:creationId xmlns:a16="http://schemas.microsoft.com/office/drawing/2014/main" id="{09AEA492-6B43-46AD-AAD7-51F7268EC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60">
              <a:extLst>
                <a:ext uri="{FF2B5EF4-FFF2-40B4-BE49-F238E27FC236}">
                  <a16:creationId xmlns:a16="http://schemas.microsoft.com/office/drawing/2014/main" id="{87A55503-C3B5-4B2D-82BD-D9F26A23F4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61">
              <a:extLst>
                <a:ext uri="{FF2B5EF4-FFF2-40B4-BE49-F238E27FC236}">
                  <a16:creationId xmlns:a16="http://schemas.microsoft.com/office/drawing/2014/main" id="{1841E6E1-2310-44E5-ADC9-6739C11E93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62">
              <a:extLst>
                <a:ext uri="{FF2B5EF4-FFF2-40B4-BE49-F238E27FC236}">
                  <a16:creationId xmlns:a16="http://schemas.microsoft.com/office/drawing/2014/main" id="{33BE81D8-054A-4244-A15C-B9884E210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9979103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153000" cy="6857998"/>
          </a:xfrm>
          <a:solidFill>
            <a:schemeClr val="bg1">
              <a:lumMod val="85000"/>
            </a:schemeClr>
          </a:solidFill>
        </p:spPr>
        <p:txBody>
          <a:bodyPr lIns="360000" tIns="360000" rIns="360000" bIns="360000">
            <a:norm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" name="Subtitle 72">
            <a:extLst>
              <a:ext uri="{FF2B5EF4-FFF2-40B4-BE49-F238E27FC236}">
                <a16:creationId xmlns:a16="http://schemas.microsoft.com/office/drawing/2014/main" id="{F275BFD4-1048-470B-8246-6C18CB5CA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0"/>
            <a:ext cx="5729283" cy="6857998"/>
          </a:xfrm>
          <a:custGeom>
            <a:avLst/>
            <a:gdLst>
              <a:gd name="connsiteX0" fmla="*/ 0 w 5729283"/>
              <a:gd name="connsiteY0" fmla="*/ 0 h 6857998"/>
              <a:gd name="connsiteX1" fmla="*/ 4311112 w 5729283"/>
              <a:gd name="connsiteY1" fmla="*/ 0 h 6857998"/>
              <a:gd name="connsiteX2" fmla="*/ 5729283 w 5729283"/>
              <a:gd name="connsiteY2" fmla="*/ 5316930 h 6857998"/>
              <a:gd name="connsiteX3" fmla="*/ 0 w 5729283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9283" h="6857998">
                <a:moveTo>
                  <a:pt x="0" y="0"/>
                </a:moveTo>
                <a:lnTo>
                  <a:pt x="4311112" y="0"/>
                </a:lnTo>
                <a:lnTo>
                  <a:pt x="5729283" y="5316930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 wrap="square" lIns="576000" tIns="2592000" rIns="1404000" anchor="t" anchorCtr="0">
            <a:noAutofit/>
          </a:bodyPr>
          <a:lstStyle>
            <a:lvl1pPr marL="0" indent="0" algn="l">
              <a:spcBef>
                <a:spcPts val="700"/>
              </a:spcBef>
              <a:spcAft>
                <a:spcPts val="7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9" name="Text Placeholder 135">
            <a:extLst>
              <a:ext uri="{FF2B5EF4-FFF2-40B4-BE49-F238E27FC236}">
                <a16:creationId xmlns:a16="http://schemas.microsoft.com/office/drawing/2014/main" id="{59CD9D88-984A-467B-8315-1D823E2C2F1F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07255" y="616633"/>
            <a:ext cx="1440000" cy="144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  <p:sp>
        <p:nvSpPr>
          <p:cNvPr id="10" name="Text Placeholder 140">
            <a:extLst>
              <a:ext uri="{FF2B5EF4-FFF2-40B4-BE49-F238E27FC236}">
                <a16:creationId xmlns:a16="http://schemas.microsoft.com/office/drawing/2014/main" id="{57902E77-72FC-46E0-BC87-1DC54BABCC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3" y="5265337"/>
            <a:ext cx="356711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884AF1BA-D56D-4439-805B-B725F8DBC3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255" y="5209360"/>
            <a:ext cx="288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</p:spTree>
    <p:extLst>
      <p:ext uri="{BB962C8B-B14F-4D97-AF65-F5344CB8AC3E}">
        <p14:creationId xmlns:p14="http://schemas.microsoft.com/office/powerpoint/2010/main" val="413990906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18430" y="686887"/>
            <a:ext cx="2824180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F2942-2F48-4595-B815-42D3F57C14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9" name="Picture Placeholder 2">
            <a:extLst>
              <a:ext uri="{FF2B5EF4-FFF2-40B4-BE49-F238E27FC236}">
                <a16:creationId xmlns:a16="http://schemas.microsoft.com/office/drawing/2014/main" id="{649337E6-8710-4F9B-AE53-FDDFC8849C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2E04A960-7ECB-4B73-A38E-482CE39F43D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194" name="Subtitle 139">
            <a:extLst>
              <a:ext uri="{FF2B5EF4-FFF2-40B4-BE49-F238E27FC236}">
                <a16:creationId xmlns:a16="http://schemas.microsoft.com/office/drawing/2014/main" id="{11B95767-3A13-4FFC-998D-AC0754C0EA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grpSp>
        <p:nvGrpSpPr>
          <p:cNvPr id="195" name="Group 4">
            <a:extLst>
              <a:ext uri="{FF2B5EF4-FFF2-40B4-BE49-F238E27FC236}">
                <a16:creationId xmlns:a16="http://schemas.microsoft.com/office/drawing/2014/main" id="{839C52C0-9A6F-4427-8D48-7BB28B00B5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96" name="AutoShape 3">
              <a:extLst>
                <a:ext uri="{FF2B5EF4-FFF2-40B4-BE49-F238E27FC236}">
                  <a16:creationId xmlns:a16="http://schemas.microsoft.com/office/drawing/2014/main" id="{3CB4793C-5CCD-4F5B-BF61-B5519BB845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Rectangle 5">
              <a:extLst>
                <a:ext uri="{FF2B5EF4-FFF2-40B4-BE49-F238E27FC236}">
                  <a16:creationId xmlns:a16="http://schemas.microsoft.com/office/drawing/2014/main" id="{9C22DE55-0539-4D47-B968-A6FFB052273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6">
              <a:extLst>
                <a:ext uri="{FF2B5EF4-FFF2-40B4-BE49-F238E27FC236}">
                  <a16:creationId xmlns:a16="http://schemas.microsoft.com/office/drawing/2014/main" id="{839E5D8B-8155-49D3-9C68-ADDFE2B147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7">
              <a:extLst>
                <a:ext uri="{FF2B5EF4-FFF2-40B4-BE49-F238E27FC236}">
                  <a16:creationId xmlns:a16="http://schemas.microsoft.com/office/drawing/2014/main" id="{C63B0A4A-C98F-4375-81E7-CF6DC2A71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8">
              <a:extLst>
                <a:ext uri="{FF2B5EF4-FFF2-40B4-BE49-F238E27FC236}">
                  <a16:creationId xmlns:a16="http://schemas.microsoft.com/office/drawing/2014/main" id="{AC870463-CB95-46E5-9190-D47D0A0AD6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9">
              <a:extLst>
                <a:ext uri="{FF2B5EF4-FFF2-40B4-BE49-F238E27FC236}">
                  <a16:creationId xmlns:a16="http://schemas.microsoft.com/office/drawing/2014/main" id="{9C090A6E-F3FE-4492-A8E3-5CB015467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0">
              <a:extLst>
                <a:ext uri="{FF2B5EF4-FFF2-40B4-BE49-F238E27FC236}">
                  <a16:creationId xmlns:a16="http://schemas.microsoft.com/office/drawing/2014/main" id="{D71279E6-2329-4AFD-BC71-783C75AD0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1">
              <a:extLst>
                <a:ext uri="{FF2B5EF4-FFF2-40B4-BE49-F238E27FC236}">
                  <a16:creationId xmlns:a16="http://schemas.microsoft.com/office/drawing/2014/main" id="{39F93875-8DCC-4364-BCAD-87D1A0395F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2">
              <a:extLst>
                <a:ext uri="{FF2B5EF4-FFF2-40B4-BE49-F238E27FC236}">
                  <a16:creationId xmlns:a16="http://schemas.microsoft.com/office/drawing/2014/main" id="{B8A0F650-D849-4B73-9146-7E45142095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13">
              <a:extLst>
                <a:ext uri="{FF2B5EF4-FFF2-40B4-BE49-F238E27FC236}">
                  <a16:creationId xmlns:a16="http://schemas.microsoft.com/office/drawing/2014/main" id="{696C0D3B-E372-4329-A827-83F393655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Freeform 14">
              <a:extLst>
                <a:ext uri="{FF2B5EF4-FFF2-40B4-BE49-F238E27FC236}">
                  <a16:creationId xmlns:a16="http://schemas.microsoft.com/office/drawing/2014/main" id="{09187AF8-096B-4D9D-BECF-DA1ED22144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15">
              <a:extLst>
                <a:ext uri="{FF2B5EF4-FFF2-40B4-BE49-F238E27FC236}">
                  <a16:creationId xmlns:a16="http://schemas.microsoft.com/office/drawing/2014/main" id="{BCFC2B8D-A927-4FA6-ABAD-250666F7F9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393D1A0F-7858-45C7-9640-0EA05DE96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17">
              <a:extLst>
                <a:ext uri="{FF2B5EF4-FFF2-40B4-BE49-F238E27FC236}">
                  <a16:creationId xmlns:a16="http://schemas.microsoft.com/office/drawing/2014/main" id="{9D9CC4FD-3E79-4B80-9CDC-9026604ACE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18">
              <a:extLst>
                <a:ext uri="{FF2B5EF4-FFF2-40B4-BE49-F238E27FC236}">
                  <a16:creationId xmlns:a16="http://schemas.microsoft.com/office/drawing/2014/main" id="{6B9EF6BE-5CAC-4584-85C5-38722586B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19">
              <a:extLst>
                <a:ext uri="{FF2B5EF4-FFF2-40B4-BE49-F238E27FC236}">
                  <a16:creationId xmlns:a16="http://schemas.microsoft.com/office/drawing/2014/main" id="{CE9CBF70-A08F-4B3E-933C-5B383A7A0A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0">
              <a:extLst>
                <a:ext uri="{FF2B5EF4-FFF2-40B4-BE49-F238E27FC236}">
                  <a16:creationId xmlns:a16="http://schemas.microsoft.com/office/drawing/2014/main" id="{DCB129BA-B7EC-4145-AA2C-85E18362D5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Rectangle 21">
              <a:extLst>
                <a:ext uri="{FF2B5EF4-FFF2-40B4-BE49-F238E27FC236}">
                  <a16:creationId xmlns:a16="http://schemas.microsoft.com/office/drawing/2014/main" id="{E952D24A-E62C-4B35-A453-E2DB313C1C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2">
              <a:extLst>
                <a:ext uri="{FF2B5EF4-FFF2-40B4-BE49-F238E27FC236}">
                  <a16:creationId xmlns:a16="http://schemas.microsoft.com/office/drawing/2014/main" id="{A616AFE6-9BCC-48E4-8C66-4AF9903EDA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23">
              <a:extLst>
                <a:ext uri="{FF2B5EF4-FFF2-40B4-BE49-F238E27FC236}">
                  <a16:creationId xmlns:a16="http://schemas.microsoft.com/office/drawing/2014/main" id="{14593CC9-FBBF-4EEA-A1D0-6472C18040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24">
              <a:extLst>
                <a:ext uri="{FF2B5EF4-FFF2-40B4-BE49-F238E27FC236}">
                  <a16:creationId xmlns:a16="http://schemas.microsoft.com/office/drawing/2014/main" id="{C13B5AB5-D746-465E-AA3D-E87100FF95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25">
              <a:extLst>
                <a:ext uri="{FF2B5EF4-FFF2-40B4-BE49-F238E27FC236}">
                  <a16:creationId xmlns:a16="http://schemas.microsoft.com/office/drawing/2014/main" id="{D8C3E3A5-B063-4156-83BE-857D9A190C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26">
              <a:extLst>
                <a:ext uri="{FF2B5EF4-FFF2-40B4-BE49-F238E27FC236}">
                  <a16:creationId xmlns:a16="http://schemas.microsoft.com/office/drawing/2014/main" id="{F9354ACE-2667-43D9-A9E4-35AF59FB09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4500720B-9FE5-4FC6-BCC6-2C7F8F4E4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84BA71E3-588E-4AA6-AB1E-3CDB10C4FB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BE3254C8-814E-4952-8200-C895058BA8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331888C2-72FE-4B1E-BB9E-F6E7C5762F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9BDBD28C-CE53-4274-AAA7-FA2D3C043C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AFC524B2-1374-4D2A-8E7E-8CEEA8756B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34">
              <a:extLst>
                <a:ext uri="{FF2B5EF4-FFF2-40B4-BE49-F238E27FC236}">
                  <a16:creationId xmlns:a16="http://schemas.microsoft.com/office/drawing/2014/main" id="{159C63ED-119F-4995-A908-DBB2293E7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35">
              <a:extLst>
                <a:ext uri="{FF2B5EF4-FFF2-40B4-BE49-F238E27FC236}">
                  <a16:creationId xmlns:a16="http://schemas.microsoft.com/office/drawing/2014/main" id="{9D9FDAB1-BF5D-47C0-A4DE-38264D999D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36">
              <a:extLst>
                <a:ext uri="{FF2B5EF4-FFF2-40B4-BE49-F238E27FC236}">
                  <a16:creationId xmlns:a16="http://schemas.microsoft.com/office/drawing/2014/main" id="{C1ABD4F8-3CE7-417B-8CCD-4879D33FA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37">
              <a:extLst>
                <a:ext uri="{FF2B5EF4-FFF2-40B4-BE49-F238E27FC236}">
                  <a16:creationId xmlns:a16="http://schemas.microsoft.com/office/drawing/2014/main" id="{103F22C4-1CD6-4EF0-905B-92AB362F7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38">
              <a:extLst>
                <a:ext uri="{FF2B5EF4-FFF2-40B4-BE49-F238E27FC236}">
                  <a16:creationId xmlns:a16="http://schemas.microsoft.com/office/drawing/2014/main" id="{B6C6E0C7-2C51-494C-96A1-A7080C7BC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39">
              <a:extLst>
                <a:ext uri="{FF2B5EF4-FFF2-40B4-BE49-F238E27FC236}">
                  <a16:creationId xmlns:a16="http://schemas.microsoft.com/office/drawing/2014/main" id="{5E3AA035-F1DE-4980-A6F9-03834D6840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0">
              <a:extLst>
                <a:ext uri="{FF2B5EF4-FFF2-40B4-BE49-F238E27FC236}">
                  <a16:creationId xmlns:a16="http://schemas.microsoft.com/office/drawing/2014/main" id="{130ADC70-2CD1-418A-84DE-3F38ABE739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1">
              <a:extLst>
                <a:ext uri="{FF2B5EF4-FFF2-40B4-BE49-F238E27FC236}">
                  <a16:creationId xmlns:a16="http://schemas.microsoft.com/office/drawing/2014/main" id="{B7EA4B72-1CA4-476A-B6D6-852CAC06C8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2">
              <a:extLst>
                <a:ext uri="{FF2B5EF4-FFF2-40B4-BE49-F238E27FC236}">
                  <a16:creationId xmlns:a16="http://schemas.microsoft.com/office/drawing/2014/main" id="{9BCDC689-AB36-471E-A19F-6DF6BDFA4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43">
              <a:extLst>
                <a:ext uri="{FF2B5EF4-FFF2-40B4-BE49-F238E27FC236}">
                  <a16:creationId xmlns:a16="http://schemas.microsoft.com/office/drawing/2014/main" id="{F84B1191-49BD-42D8-9DD8-54B1025B85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44">
              <a:extLst>
                <a:ext uri="{FF2B5EF4-FFF2-40B4-BE49-F238E27FC236}">
                  <a16:creationId xmlns:a16="http://schemas.microsoft.com/office/drawing/2014/main" id="{3F36B0B7-B248-4C36-ACAA-F57D604F99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45">
              <a:extLst>
                <a:ext uri="{FF2B5EF4-FFF2-40B4-BE49-F238E27FC236}">
                  <a16:creationId xmlns:a16="http://schemas.microsoft.com/office/drawing/2014/main" id="{6C40B266-66D2-4AA5-AF83-82341DD033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46">
              <a:extLst>
                <a:ext uri="{FF2B5EF4-FFF2-40B4-BE49-F238E27FC236}">
                  <a16:creationId xmlns:a16="http://schemas.microsoft.com/office/drawing/2014/main" id="{0F6CDDCC-C889-48AC-B016-7F6405161B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47">
              <a:extLst>
                <a:ext uri="{FF2B5EF4-FFF2-40B4-BE49-F238E27FC236}">
                  <a16:creationId xmlns:a16="http://schemas.microsoft.com/office/drawing/2014/main" id="{292792DB-44D2-43DB-9EBE-FD22D8E4DB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48">
              <a:extLst>
                <a:ext uri="{FF2B5EF4-FFF2-40B4-BE49-F238E27FC236}">
                  <a16:creationId xmlns:a16="http://schemas.microsoft.com/office/drawing/2014/main" id="{A70696E9-E2B2-4865-A0C3-E3E4E7CAB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49">
              <a:extLst>
                <a:ext uri="{FF2B5EF4-FFF2-40B4-BE49-F238E27FC236}">
                  <a16:creationId xmlns:a16="http://schemas.microsoft.com/office/drawing/2014/main" id="{8131D599-F06F-4922-A462-921AB0B9CF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0">
              <a:extLst>
                <a:ext uri="{FF2B5EF4-FFF2-40B4-BE49-F238E27FC236}">
                  <a16:creationId xmlns:a16="http://schemas.microsoft.com/office/drawing/2014/main" id="{5737B435-E8F8-4CDD-89CD-FF0682FDED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1">
              <a:extLst>
                <a:ext uri="{FF2B5EF4-FFF2-40B4-BE49-F238E27FC236}">
                  <a16:creationId xmlns:a16="http://schemas.microsoft.com/office/drawing/2014/main" id="{BC9AEEE5-3792-4999-8681-0EA0B20F09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2">
              <a:extLst>
                <a:ext uri="{FF2B5EF4-FFF2-40B4-BE49-F238E27FC236}">
                  <a16:creationId xmlns:a16="http://schemas.microsoft.com/office/drawing/2014/main" id="{D1D6BC8B-EF90-45E5-B12E-445E7D0308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53">
              <a:extLst>
                <a:ext uri="{FF2B5EF4-FFF2-40B4-BE49-F238E27FC236}">
                  <a16:creationId xmlns:a16="http://schemas.microsoft.com/office/drawing/2014/main" id="{C63921BB-161E-4135-A152-58519C262B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54">
              <a:extLst>
                <a:ext uri="{FF2B5EF4-FFF2-40B4-BE49-F238E27FC236}">
                  <a16:creationId xmlns:a16="http://schemas.microsoft.com/office/drawing/2014/main" id="{B6D7A211-0B1F-4C02-A9F3-006FB0810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55">
              <a:extLst>
                <a:ext uri="{FF2B5EF4-FFF2-40B4-BE49-F238E27FC236}">
                  <a16:creationId xmlns:a16="http://schemas.microsoft.com/office/drawing/2014/main" id="{A0B3206B-507B-4015-A9A2-E0896DFAD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7" name="Freeform 56">
              <a:extLst>
                <a:ext uri="{FF2B5EF4-FFF2-40B4-BE49-F238E27FC236}">
                  <a16:creationId xmlns:a16="http://schemas.microsoft.com/office/drawing/2014/main" id="{984BAC3F-9CA8-4015-A952-B9446F68D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8" name="Freeform 57">
              <a:extLst>
                <a:ext uri="{FF2B5EF4-FFF2-40B4-BE49-F238E27FC236}">
                  <a16:creationId xmlns:a16="http://schemas.microsoft.com/office/drawing/2014/main" id="{4CDFC29E-4326-4DB6-9AAB-572FEBFC9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9" name="Freeform 58">
              <a:extLst>
                <a:ext uri="{FF2B5EF4-FFF2-40B4-BE49-F238E27FC236}">
                  <a16:creationId xmlns:a16="http://schemas.microsoft.com/office/drawing/2014/main" id="{76FF4184-4BBE-41C5-9C00-615CF27EEC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0" name="Freeform 59">
              <a:extLst>
                <a:ext uri="{FF2B5EF4-FFF2-40B4-BE49-F238E27FC236}">
                  <a16:creationId xmlns:a16="http://schemas.microsoft.com/office/drawing/2014/main" id="{1DC69F4A-1996-4C8C-9C03-DD93CF4100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1" name="Freeform 60">
              <a:extLst>
                <a:ext uri="{FF2B5EF4-FFF2-40B4-BE49-F238E27FC236}">
                  <a16:creationId xmlns:a16="http://schemas.microsoft.com/office/drawing/2014/main" id="{756AAD03-1CA0-40B0-B5AC-5BA605B29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2" name="Freeform 61">
              <a:extLst>
                <a:ext uri="{FF2B5EF4-FFF2-40B4-BE49-F238E27FC236}">
                  <a16:creationId xmlns:a16="http://schemas.microsoft.com/office/drawing/2014/main" id="{5D3472D0-A7F1-4E13-9454-78B7364B2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3" name="Freeform 62">
              <a:extLst>
                <a:ext uri="{FF2B5EF4-FFF2-40B4-BE49-F238E27FC236}">
                  <a16:creationId xmlns:a16="http://schemas.microsoft.com/office/drawing/2014/main" id="{02302272-5BAA-46C1-8B4E-932590DED0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4" name="Picture Placeholder 253">
            <a:extLst>
              <a:ext uri="{FF2B5EF4-FFF2-40B4-BE49-F238E27FC236}">
                <a16:creationId xmlns:a16="http://schemas.microsoft.com/office/drawing/2014/main" id="{E5AF71EF-D58B-4930-B671-3D00D2D01A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0443CBF0-AF90-4B9B-A3C5-CDEF3FF57F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98823" y="630906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</p:spTree>
    <p:extLst>
      <p:ext uri="{BB962C8B-B14F-4D97-AF65-F5344CB8AC3E}">
        <p14:creationId xmlns:p14="http://schemas.microsoft.com/office/powerpoint/2010/main" val="491678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60525C7-BF5C-4763-BFD2-4489EB5B7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2B0AC9A8-08B7-4674-84A9-EE81504DB8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05998953-BBE0-4246-B9BC-50453554F00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132" name="Text Placeholder 140">
            <a:extLst>
              <a:ext uri="{FF2B5EF4-FFF2-40B4-BE49-F238E27FC236}">
                <a16:creationId xmlns:a16="http://schemas.microsoft.com/office/drawing/2014/main" id="{CF59814C-B444-4ECE-A32B-683E53AD20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79326" y="686887"/>
            <a:ext cx="2832628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4" name="Text Placeholder 135">
            <a:extLst>
              <a:ext uri="{FF2B5EF4-FFF2-40B4-BE49-F238E27FC236}">
                <a16:creationId xmlns:a16="http://schemas.microsoft.com/office/drawing/2014/main" id="{4AA778C4-F038-4603-85A2-34141147C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59719" y="630906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9" name="Subtitle 139">
            <a:extLst>
              <a:ext uri="{FF2B5EF4-FFF2-40B4-BE49-F238E27FC236}">
                <a16:creationId xmlns:a16="http://schemas.microsoft.com/office/drawing/2014/main" id="{DFE50FBB-C502-4D0B-8245-7273FBAD15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8A8C76C3-30D3-442D-B999-658DC30E69C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3" name="Group 4">
            <a:extLst>
              <a:ext uri="{FF2B5EF4-FFF2-40B4-BE49-F238E27FC236}">
                <a16:creationId xmlns:a16="http://schemas.microsoft.com/office/drawing/2014/main" id="{EEDF0969-53B1-44A0-8DF6-45900D9BEA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34" name="AutoShape 3">
              <a:extLst>
                <a:ext uri="{FF2B5EF4-FFF2-40B4-BE49-F238E27FC236}">
                  <a16:creationId xmlns:a16="http://schemas.microsoft.com/office/drawing/2014/main" id="{19A2099F-82AC-4D5D-888B-DAC48F1CB4E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Rectangle 5">
              <a:extLst>
                <a:ext uri="{FF2B5EF4-FFF2-40B4-BE49-F238E27FC236}">
                  <a16:creationId xmlns:a16="http://schemas.microsoft.com/office/drawing/2014/main" id="{9C4B9C5A-B965-44B1-98B9-93B0F1DE6C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1434A23D-964B-4295-A535-D6F6200C3B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C2D4040B-8648-488A-BDE6-76C3F00ED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8">
              <a:extLst>
                <a:ext uri="{FF2B5EF4-FFF2-40B4-BE49-F238E27FC236}">
                  <a16:creationId xmlns:a16="http://schemas.microsoft.com/office/drawing/2014/main" id="{7FE6A7EF-7042-4DC5-9A82-F864CB0E4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id="{6BA327C1-0C20-453C-9685-9A19D675B0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151E8CF1-6536-4EB0-9227-43CEFBC2A6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7D548CD7-C4F1-4E62-BD11-89EB371404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8AAA7435-15EA-4DD0-8C4E-DF397F4B4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AC444245-DBBD-4EF5-8527-BC5A6B9554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6A7700CB-1749-4000-8712-7576E3E20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5">
              <a:extLst>
                <a:ext uri="{FF2B5EF4-FFF2-40B4-BE49-F238E27FC236}">
                  <a16:creationId xmlns:a16="http://schemas.microsoft.com/office/drawing/2014/main" id="{E8284FDE-7D59-4F7E-A593-FE357C23F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56E97FD3-2439-495E-9CED-B00FAC87BE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9BF69514-4C74-4903-A556-4786BFFB2D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94FB72D9-3941-4D63-AAEA-5D8C875869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A44BEDB4-0E40-4309-98BA-2B022616CA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4894922E-9BB1-42DC-B154-0D2FA6C2B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Rectangle 21">
              <a:extLst>
                <a:ext uri="{FF2B5EF4-FFF2-40B4-BE49-F238E27FC236}">
                  <a16:creationId xmlns:a16="http://schemas.microsoft.com/office/drawing/2014/main" id="{8F0B02EF-6CD7-497A-8416-9203D706EA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FFFE5A6E-BE44-427B-A63B-1348792C90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A9D95AD4-51FD-4BC1-A944-5D9801DF8E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A85240E6-E7EA-467F-8D5D-FC29EAEC5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5">
              <a:extLst>
                <a:ext uri="{FF2B5EF4-FFF2-40B4-BE49-F238E27FC236}">
                  <a16:creationId xmlns:a16="http://schemas.microsoft.com/office/drawing/2014/main" id="{5B1224C5-9D05-4DA3-9D8A-DD247B08EC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C9B8D699-7174-463A-8FA0-E5F1B1CD0E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30768851-5318-4231-853F-76C3CDCD77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76B467BB-EC25-4D2C-BCA4-8EEBD39994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55C1353-4105-459D-8005-34E7D71B46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3DB7C414-4406-47EA-B728-C38B71F56A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A729E131-6F71-49FE-BA08-211DAD99A1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CBD93934-EDB7-4A50-8DB8-8623D46DF0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4">
              <a:extLst>
                <a:ext uri="{FF2B5EF4-FFF2-40B4-BE49-F238E27FC236}">
                  <a16:creationId xmlns:a16="http://schemas.microsoft.com/office/drawing/2014/main" id="{F2FD5D12-6BF8-4582-B136-199C190B9B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D5C054A4-8FF7-4C7F-8ABF-E4992E80E8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36">
              <a:extLst>
                <a:ext uri="{FF2B5EF4-FFF2-40B4-BE49-F238E27FC236}">
                  <a16:creationId xmlns:a16="http://schemas.microsoft.com/office/drawing/2014/main" id="{E9EEDCCE-A760-4104-8468-DF6CD487F1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37">
              <a:extLst>
                <a:ext uri="{FF2B5EF4-FFF2-40B4-BE49-F238E27FC236}">
                  <a16:creationId xmlns:a16="http://schemas.microsoft.com/office/drawing/2014/main" id="{C9FAD36D-4558-4126-BD35-1EF559FCF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A31A7B4A-DD9A-4DD1-9F38-8B1678CF7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39">
              <a:extLst>
                <a:ext uri="{FF2B5EF4-FFF2-40B4-BE49-F238E27FC236}">
                  <a16:creationId xmlns:a16="http://schemas.microsoft.com/office/drawing/2014/main" id="{E7413065-3D87-4A2E-A803-75E056CE79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0">
              <a:extLst>
                <a:ext uri="{FF2B5EF4-FFF2-40B4-BE49-F238E27FC236}">
                  <a16:creationId xmlns:a16="http://schemas.microsoft.com/office/drawing/2014/main" id="{E55D8205-6E61-4CA7-A32D-442F3B1D08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1">
              <a:extLst>
                <a:ext uri="{FF2B5EF4-FFF2-40B4-BE49-F238E27FC236}">
                  <a16:creationId xmlns:a16="http://schemas.microsoft.com/office/drawing/2014/main" id="{EFF0C211-5D10-47DF-974A-A4AD21C5DC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2">
              <a:extLst>
                <a:ext uri="{FF2B5EF4-FFF2-40B4-BE49-F238E27FC236}">
                  <a16:creationId xmlns:a16="http://schemas.microsoft.com/office/drawing/2014/main" id="{04AED5B5-2D67-4755-A04D-C8B2E7D9BF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3">
              <a:extLst>
                <a:ext uri="{FF2B5EF4-FFF2-40B4-BE49-F238E27FC236}">
                  <a16:creationId xmlns:a16="http://schemas.microsoft.com/office/drawing/2014/main" id="{9B4E303C-6126-4141-BD8E-481DF95E8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4">
              <a:extLst>
                <a:ext uri="{FF2B5EF4-FFF2-40B4-BE49-F238E27FC236}">
                  <a16:creationId xmlns:a16="http://schemas.microsoft.com/office/drawing/2014/main" id="{C715DB69-1A15-4523-9BC8-241609E0F7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5">
              <a:extLst>
                <a:ext uri="{FF2B5EF4-FFF2-40B4-BE49-F238E27FC236}">
                  <a16:creationId xmlns:a16="http://schemas.microsoft.com/office/drawing/2014/main" id="{30CFD044-8BA0-4B49-8F46-6CF46E047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46">
              <a:extLst>
                <a:ext uri="{FF2B5EF4-FFF2-40B4-BE49-F238E27FC236}">
                  <a16:creationId xmlns:a16="http://schemas.microsoft.com/office/drawing/2014/main" id="{D0535F04-7016-48AE-B2AD-1D5F985BD1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47">
              <a:extLst>
                <a:ext uri="{FF2B5EF4-FFF2-40B4-BE49-F238E27FC236}">
                  <a16:creationId xmlns:a16="http://schemas.microsoft.com/office/drawing/2014/main" id="{915B7E9C-CA44-4FC9-B5F5-E68A95D8B7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48">
              <a:extLst>
                <a:ext uri="{FF2B5EF4-FFF2-40B4-BE49-F238E27FC236}">
                  <a16:creationId xmlns:a16="http://schemas.microsoft.com/office/drawing/2014/main" id="{A2EA4CD8-905E-4664-8D87-C6552A00E2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49">
              <a:extLst>
                <a:ext uri="{FF2B5EF4-FFF2-40B4-BE49-F238E27FC236}">
                  <a16:creationId xmlns:a16="http://schemas.microsoft.com/office/drawing/2014/main" id="{38ADEC8B-DC21-45BF-B053-9704A696D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0">
              <a:extLst>
                <a:ext uri="{FF2B5EF4-FFF2-40B4-BE49-F238E27FC236}">
                  <a16:creationId xmlns:a16="http://schemas.microsoft.com/office/drawing/2014/main" id="{0C84EF33-43EC-4714-A146-9ECBD87693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1">
              <a:extLst>
                <a:ext uri="{FF2B5EF4-FFF2-40B4-BE49-F238E27FC236}">
                  <a16:creationId xmlns:a16="http://schemas.microsoft.com/office/drawing/2014/main" id="{45197129-06CE-4542-847D-60EB4B46C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2">
              <a:extLst>
                <a:ext uri="{FF2B5EF4-FFF2-40B4-BE49-F238E27FC236}">
                  <a16:creationId xmlns:a16="http://schemas.microsoft.com/office/drawing/2014/main" id="{49724149-D986-4562-81EA-4450338111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3">
              <a:extLst>
                <a:ext uri="{FF2B5EF4-FFF2-40B4-BE49-F238E27FC236}">
                  <a16:creationId xmlns:a16="http://schemas.microsoft.com/office/drawing/2014/main" id="{33DD1268-DBDE-40B0-B3B0-FFBE574C5C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4">
              <a:extLst>
                <a:ext uri="{FF2B5EF4-FFF2-40B4-BE49-F238E27FC236}">
                  <a16:creationId xmlns:a16="http://schemas.microsoft.com/office/drawing/2014/main" id="{59DEFC8A-7E72-434B-89E0-D3DE02631E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5">
              <a:extLst>
                <a:ext uri="{FF2B5EF4-FFF2-40B4-BE49-F238E27FC236}">
                  <a16:creationId xmlns:a16="http://schemas.microsoft.com/office/drawing/2014/main" id="{F637DA00-54E2-444C-A560-F54995B314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56">
              <a:extLst>
                <a:ext uri="{FF2B5EF4-FFF2-40B4-BE49-F238E27FC236}">
                  <a16:creationId xmlns:a16="http://schemas.microsoft.com/office/drawing/2014/main" id="{BFDB6D14-5F2A-43F1-BEF4-71D0E63A4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57">
              <a:extLst>
                <a:ext uri="{FF2B5EF4-FFF2-40B4-BE49-F238E27FC236}">
                  <a16:creationId xmlns:a16="http://schemas.microsoft.com/office/drawing/2014/main" id="{5AE0B8F0-9F84-4595-9CCC-4CB85326FD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58">
              <a:extLst>
                <a:ext uri="{FF2B5EF4-FFF2-40B4-BE49-F238E27FC236}">
                  <a16:creationId xmlns:a16="http://schemas.microsoft.com/office/drawing/2014/main" id="{D9847DD5-AE1F-4448-A4F2-1CAFB69277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9" name="Freeform 59">
              <a:extLst>
                <a:ext uri="{FF2B5EF4-FFF2-40B4-BE49-F238E27FC236}">
                  <a16:creationId xmlns:a16="http://schemas.microsoft.com/office/drawing/2014/main" id="{76E7736D-FA04-4EB4-ACA3-36DF0EE2CB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0" name="Freeform 60">
              <a:extLst>
                <a:ext uri="{FF2B5EF4-FFF2-40B4-BE49-F238E27FC236}">
                  <a16:creationId xmlns:a16="http://schemas.microsoft.com/office/drawing/2014/main" id="{4D630A59-AEBF-44F1-9BEF-D9655EBCC1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1" name="Freeform 61">
              <a:extLst>
                <a:ext uri="{FF2B5EF4-FFF2-40B4-BE49-F238E27FC236}">
                  <a16:creationId xmlns:a16="http://schemas.microsoft.com/office/drawing/2014/main" id="{1E1D60D2-3F4A-4107-8038-2277529B5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2" name="Freeform 62">
              <a:extLst>
                <a:ext uri="{FF2B5EF4-FFF2-40B4-BE49-F238E27FC236}">
                  <a16:creationId xmlns:a16="http://schemas.microsoft.com/office/drawing/2014/main" id="{B112D252-340C-479F-BFBF-018D7C240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82189217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1" y="1532415"/>
            <a:ext cx="8467006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12/7/2023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D70131-8A9F-45A2-829C-77B95B4C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97244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0" y="1532415"/>
            <a:ext cx="3960697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12/7/2023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A73130-BD65-49F1-9021-B253785309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43574" y="1532415"/>
            <a:ext cx="4050000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9D4E990-62AF-46B4-A31C-611ACC34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073758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400A-F88E-43AE-A990-A2146D650ECD}" type="datetime1">
              <a:rPr lang="en-AU" noProof="0" smtClean="0"/>
              <a:t>12/7/2023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570" y="1532415"/>
            <a:ext cx="8467003" cy="4459190"/>
          </a:xfrm>
        </p:spPr>
        <p:txBody>
          <a:bodyPr numCol="2" spcCol="360000"/>
          <a:lstStyle>
            <a:lvl1pPr>
              <a:defRPr/>
            </a:lvl1pPr>
          </a:lstStyle>
          <a:p>
            <a:pPr lvl="0"/>
            <a:r>
              <a:rPr lang="en-AU" noProof="0" dirty="0"/>
              <a:t>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2D306C-AC12-4BE2-9FF4-865AD119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03254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7AC4-CA73-4AA5-94CF-7FC707DB7435}" type="datetime1">
              <a:rPr lang="en-AU" noProof="0" smtClean="0"/>
              <a:t>12/7/2023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8467003" cy="4459189"/>
          </a:xfrm>
        </p:spPr>
        <p:txBody>
          <a:bodyPr numCol="3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5CCD1-CC6B-4701-871E-0AE3CFE6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61072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4903986" cy="6857998"/>
          </a:xfrm>
          <a:solidFill>
            <a:schemeClr val="bg1">
              <a:lumMod val="85000"/>
            </a:schemeClr>
          </a:solidFill>
        </p:spPr>
        <p:txBody>
          <a:bodyPr lIns="360000" tIns="360000" rIns="720000" bIns="360000">
            <a:normAutofit/>
          </a:bodyPr>
          <a:lstStyle>
            <a:lvl1pPr algn="r">
              <a:defRPr lang="en-AU" noProof="0"/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BB3B2C9-CFDB-4AF2-BE63-E2AF8B0E750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611168" y="0"/>
            <a:ext cx="55423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768AD39D-5774-4D47-839D-1B36BB540E3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197229" y="1167586"/>
            <a:ext cx="3412331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/>
          </a:p>
        </p:txBody>
      </p:sp>
      <p:sp>
        <p:nvSpPr>
          <p:cNvPr id="25" name="Text Placeholder 140">
            <a:extLst>
              <a:ext uri="{FF2B5EF4-FFF2-40B4-BE49-F238E27FC236}">
                <a16:creationId xmlns:a16="http://schemas.microsoft.com/office/drawing/2014/main" id="{1E7CA0C9-C706-491C-A6A8-FDB0B12A21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48" y="5394944"/>
            <a:ext cx="2086868" cy="70723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17A51544-3ECD-4ABC-8447-3699A67AC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441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" name="Text Placeholder 135">
            <a:extLst>
              <a:ext uri="{FF2B5EF4-FFF2-40B4-BE49-F238E27FC236}">
                <a16:creationId xmlns:a16="http://schemas.microsoft.com/office/drawing/2014/main" id="{B7B6EA53-04A3-48B6-AB9E-AE88845B6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255" y="616633"/>
            <a:ext cx="1260000" cy="126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6EEB2435-9CCC-4FE5-8E11-8FE65430F0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9170" y="0"/>
            <a:ext cx="6084357" cy="6879660"/>
          </a:xfrm>
          <a:custGeom>
            <a:avLst/>
            <a:gdLst>
              <a:gd name="connsiteX0" fmla="*/ 1684339 w 6084357"/>
              <a:gd name="connsiteY0" fmla="*/ 0 h 6879660"/>
              <a:gd name="connsiteX1" fmla="*/ 6084357 w 6084357"/>
              <a:gd name="connsiteY1" fmla="*/ 0 h 6879660"/>
              <a:gd name="connsiteX2" fmla="*/ 6084357 w 6084357"/>
              <a:gd name="connsiteY2" fmla="*/ 6879660 h 6879660"/>
              <a:gd name="connsiteX3" fmla="*/ 1684339 w 6084357"/>
              <a:gd name="connsiteY3" fmla="*/ 6879660 h 6879660"/>
              <a:gd name="connsiteX4" fmla="*/ 0 w 6084357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357" h="6879660">
                <a:moveTo>
                  <a:pt x="1684339" y="0"/>
                </a:moveTo>
                <a:lnTo>
                  <a:pt x="6084357" y="0"/>
                </a:lnTo>
                <a:lnTo>
                  <a:pt x="6084357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304000" tIns="2700000" rIns="720000" bIns="18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Divider slide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</p:spTree>
    <p:extLst>
      <p:ext uri="{BB962C8B-B14F-4D97-AF65-F5344CB8AC3E}">
        <p14:creationId xmlns:p14="http://schemas.microsoft.com/office/powerpoint/2010/main" val="360312028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ED45A0A4-174E-49D1-AFFA-8BAA5D9DAA82}"/>
              </a:ext>
            </a:extLst>
          </p:cNvPr>
          <p:cNvSpPr/>
          <p:nvPr/>
        </p:nvSpPr>
        <p:spPr>
          <a:xfrm>
            <a:off x="0" y="-1"/>
            <a:ext cx="9153002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  <p:grpSp>
        <p:nvGrpSpPr>
          <p:cNvPr id="80" name="Group 4">
            <a:extLst>
              <a:ext uri="{FF2B5EF4-FFF2-40B4-BE49-F238E27FC236}">
                <a16:creationId xmlns:a16="http://schemas.microsoft.com/office/drawing/2014/main" id="{37897F24-DF87-4E8C-B6E6-84ACE89698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1" name="AutoShape 3">
              <a:extLst>
                <a:ext uri="{FF2B5EF4-FFF2-40B4-BE49-F238E27FC236}">
                  <a16:creationId xmlns:a16="http://schemas.microsoft.com/office/drawing/2014/main" id="{C3489EAF-F8D9-4809-8ED8-CA8FC381617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E188D0CE-6AD7-4ED5-84C7-F8441A63FC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8B32A4EB-35BB-41CF-AEE9-23374677DA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34350D2F-D10C-448A-84B4-0C2AAAF155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7442180-3B44-4131-A01F-50CDB687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92E27D8F-E45D-424E-B690-E9D6FDD20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CE2282AC-63FC-4968-9EE5-3854BECCC5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9614E605-56C7-4203-88F7-A249DD372F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1435CB18-F431-488B-8432-F0E31B702F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F4CED4D6-709F-485D-BF96-D587F4612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960C9BFD-13B6-462B-A28C-D59B3AE961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38E33990-C726-43C6-AAE9-3042C6086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28AD98D8-8750-428F-AEDB-9E3B072B04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65DFD512-B7BC-4460-98F2-580FE2DEB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816B12A3-B6E3-4C94-A503-F805AFA52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52E838E1-95FA-4863-A612-5CD074D835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3757F951-EC8B-4808-89A7-F72EE6B318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1455BC2A-95E3-4B3A-B766-F9B3448544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AE15192B-445F-460F-85D4-DE1D6548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02FC4BA9-60CC-4EA7-9E2C-A5781AF9ED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F867C6F2-77CB-454F-AD03-4AF6BCD31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45C184A9-C9A7-4BE9-B8AA-670D53F495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639F1355-F9BF-4E35-ACCA-3CF569604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0BB969C3-B2B2-4A95-9E0D-147BDC6AB6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57AB5BEA-00D2-4949-A82F-228D2DF5D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55839B15-6AD5-4624-97BA-D5F76E026A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F1AECCAA-F917-4046-A275-45746EE148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EFC2605C-AC3F-4985-9EAA-9D07535AD8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2">
              <a:extLst>
                <a:ext uri="{FF2B5EF4-FFF2-40B4-BE49-F238E27FC236}">
                  <a16:creationId xmlns:a16="http://schemas.microsoft.com/office/drawing/2014/main" id="{DD2FD06C-F665-400C-A2DA-05B4080530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4">
              <a:extLst>
                <a:ext uri="{FF2B5EF4-FFF2-40B4-BE49-F238E27FC236}">
                  <a16:creationId xmlns:a16="http://schemas.microsoft.com/office/drawing/2014/main" id="{F9D84D94-901A-4825-AE62-4D5E6B758B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5">
              <a:extLst>
                <a:ext uri="{FF2B5EF4-FFF2-40B4-BE49-F238E27FC236}">
                  <a16:creationId xmlns:a16="http://schemas.microsoft.com/office/drawing/2014/main" id="{E697AA8F-F3A2-4AA2-82F7-C12FDEB95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6">
              <a:extLst>
                <a:ext uri="{FF2B5EF4-FFF2-40B4-BE49-F238E27FC236}">
                  <a16:creationId xmlns:a16="http://schemas.microsoft.com/office/drawing/2014/main" id="{6663BAD3-DE57-4E7D-8928-8A3D293591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7">
              <a:extLst>
                <a:ext uri="{FF2B5EF4-FFF2-40B4-BE49-F238E27FC236}">
                  <a16:creationId xmlns:a16="http://schemas.microsoft.com/office/drawing/2014/main" id="{588E81B4-B58F-4FB1-BD66-9303C62B0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8">
              <a:extLst>
                <a:ext uri="{FF2B5EF4-FFF2-40B4-BE49-F238E27FC236}">
                  <a16:creationId xmlns:a16="http://schemas.microsoft.com/office/drawing/2014/main" id="{A594E9CB-B4F5-4674-B6D8-8EA0AEB5A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9">
              <a:extLst>
                <a:ext uri="{FF2B5EF4-FFF2-40B4-BE49-F238E27FC236}">
                  <a16:creationId xmlns:a16="http://schemas.microsoft.com/office/drawing/2014/main" id="{E9EE944B-2537-4E86-BB79-01B08A98BD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40">
              <a:extLst>
                <a:ext uri="{FF2B5EF4-FFF2-40B4-BE49-F238E27FC236}">
                  <a16:creationId xmlns:a16="http://schemas.microsoft.com/office/drawing/2014/main" id="{37F641CA-A99B-4BD2-A7F3-C62EB5FA53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1">
              <a:extLst>
                <a:ext uri="{FF2B5EF4-FFF2-40B4-BE49-F238E27FC236}">
                  <a16:creationId xmlns:a16="http://schemas.microsoft.com/office/drawing/2014/main" id="{3F7E6118-0496-4290-AA76-92DD7696A7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2">
              <a:extLst>
                <a:ext uri="{FF2B5EF4-FFF2-40B4-BE49-F238E27FC236}">
                  <a16:creationId xmlns:a16="http://schemas.microsoft.com/office/drawing/2014/main" id="{CDEB2522-C9F4-45AB-B832-03D7C2790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3">
              <a:extLst>
                <a:ext uri="{FF2B5EF4-FFF2-40B4-BE49-F238E27FC236}">
                  <a16:creationId xmlns:a16="http://schemas.microsoft.com/office/drawing/2014/main" id="{057DAF99-B071-4689-AE85-49CF17FFE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4">
              <a:extLst>
                <a:ext uri="{FF2B5EF4-FFF2-40B4-BE49-F238E27FC236}">
                  <a16:creationId xmlns:a16="http://schemas.microsoft.com/office/drawing/2014/main" id="{2AD55BEA-5647-4233-8812-D97172F30D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5">
              <a:extLst>
                <a:ext uri="{FF2B5EF4-FFF2-40B4-BE49-F238E27FC236}">
                  <a16:creationId xmlns:a16="http://schemas.microsoft.com/office/drawing/2014/main" id="{B7A2A249-84E7-4314-BA61-DBCDCB58DA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6">
              <a:extLst>
                <a:ext uri="{FF2B5EF4-FFF2-40B4-BE49-F238E27FC236}">
                  <a16:creationId xmlns:a16="http://schemas.microsoft.com/office/drawing/2014/main" id="{080CB9C7-879F-4C5F-B900-E42905A1A8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7">
              <a:extLst>
                <a:ext uri="{FF2B5EF4-FFF2-40B4-BE49-F238E27FC236}">
                  <a16:creationId xmlns:a16="http://schemas.microsoft.com/office/drawing/2014/main" id="{85D5ED3B-6B44-4242-8789-CFAE143293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8">
              <a:extLst>
                <a:ext uri="{FF2B5EF4-FFF2-40B4-BE49-F238E27FC236}">
                  <a16:creationId xmlns:a16="http://schemas.microsoft.com/office/drawing/2014/main" id="{44123FC8-6160-45EE-9F87-6181F127D5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9">
              <a:extLst>
                <a:ext uri="{FF2B5EF4-FFF2-40B4-BE49-F238E27FC236}">
                  <a16:creationId xmlns:a16="http://schemas.microsoft.com/office/drawing/2014/main" id="{8E63F81C-B7AD-447D-82E2-F6A801B1A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50">
              <a:extLst>
                <a:ext uri="{FF2B5EF4-FFF2-40B4-BE49-F238E27FC236}">
                  <a16:creationId xmlns:a16="http://schemas.microsoft.com/office/drawing/2014/main" id="{1B215EF7-12A0-4E3D-B169-EC7F61B8CC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1AB5A98F-EEF6-4431-A296-5210F55AF8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2">
              <a:extLst>
                <a:ext uri="{FF2B5EF4-FFF2-40B4-BE49-F238E27FC236}">
                  <a16:creationId xmlns:a16="http://schemas.microsoft.com/office/drawing/2014/main" id="{AE991A24-3E0D-4D0F-B18B-E90EACF85D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3">
              <a:extLst>
                <a:ext uri="{FF2B5EF4-FFF2-40B4-BE49-F238E27FC236}">
                  <a16:creationId xmlns:a16="http://schemas.microsoft.com/office/drawing/2014/main" id="{917F8D29-F091-40D7-83CB-7973CF99E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4">
              <a:extLst>
                <a:ext uri="{FF2B5EF4-FFF2-40B4-BE49-F238E27FC236}">
                  <a16:creationId xmlns:a16="http://schemas.microsoft.com/office/drawing/2014/main" id="{8B994471-93F7-4139-8030-677E01D4D2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5">
              <a:extLst>
                <a:ext uri="{FF2B5EF4-FFF2-40B4-BE49-F238E27FC236}">
                  <a16:creationId xmlns:a16="http://schemas.microsoft.com/office/drawing/2014/main" id="{05E330A0-5581-4F4F-A039-823CBB4C2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6">
              <a:extLst>
                <a:ext uri="{FF2B5EF4-FFF2-40B4-BE49-F238E27FC236}">
                  <a16:creationId xmlns:a16="http://schemas.microsoft.com/office/drawing/2014/main" id="{E73C40F5-7283-4E3D-A087-181455AA59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7">
              <a:extLst>
                <a:ext uri="{FF2B5EF4-FFF2-40B4-BE49-F238E27FC236}">
                  <a16:creationId xmlns:a16="http://schemas.microsoft.com/office/drawing/2014/main" id="{64EEF324-5B97-42E0-8919-10228AFBF0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8">
              <a:extLst>
                <a:ext uri="{FF2B5EF4-FFF2-40B4-BE49-F238E27FC236}">
                  <a16:creationId xmlns:a16="http://schemas.microsoft.com/office/drawing/2014/main" id="{F2CA6A11-D1E3-4E3C-8A26-2E66CE9229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9">
              <a:extLst>
                <a:ext uri="{FF2B5EF4-FFF2-40B4-BE49-F238E27FC236}">
                  <a16:creationId xmlns:a16="http://schemas.microsoft.com/office/drawing/2014/main" id="{478F9720-5495-467D-974F-AB6027FFB1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60">
              <a:extLst>
                <a:ext uri="{FF2B5EF4-FFF2-40B4-BE49-F238E27FC236}">
                  <a16:creationId xmlns:a16="http://schemas.microsoft.com/office/drawing/2014/main" id="{F57D5781-C76E-4D29-8622-D9AEF8EBA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1">
              <a:extLst>
                <a:ext uri="{FF2B5EF4-FFF2-40B4-BE49-F238E27FC236}">
                  <a16:creationId xmlns:a16="http://schemas.microsoft.com/office/drawing/2014/main" id="{84BDD055-1F96-4693-89A0-C50330B04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2">
              <a:extLst>
                <a:ext uri="{FF2B5EF4-FFF2-40B4-BE49-F238E27FC236}">
                  <a16:creationId xmlns:a16="http://schemas.microsoft.com/office/drawing/2014/main" id="{C96029DA-312F-4980-9972-EFCDC3310E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4" name="Picture Placeholder 193">
            <a:extLst>
              <a:ext uri="{FF2B5EF4-FFF2-40B4-BE49-F238E27FC236}">
                <a16:creationId xmlns:a16="http://schemas.microsoft.com/office/drawing/2014/main" id="{377C17A3-B515-4A5D-8E36-2ADFC9B9D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39EEEB41-070B-4D49-8171-7FAFC7D938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71" name="Text Placeholder 140">
            <a:extLst>
              <a:ext uri="{FF2B5EF4-FFF2-40B4-BE49-F238E27FC236}">
                <a16:creationId xmlns:a16="http://schemas.microsoft.com/office/drawing/2014/main" id="{1D0C5B8E-9987-4DD1-A424-38B5EB8B98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2049131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855" y="2487775"/>
            <a:ext cx="4499468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67" name="Text Placeholder 140">
            <a:extLst>
              <a:ext uri="{FF2B5EF4-FFF2-40B4-BE49-F238E27FC236}">
                <a16:creationId xmlns:a16="http://schemas.microsoft.com/office/drawing/2014/main" id="{F997F199-0CF9-40C8-9EAA-1BE7B409F1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85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8" name="Text Placeholder 135">
            <a:extLst>
              <a:ext uri="{FF2B5EF4-FFF2-40B4-BE49-F238E27FC236}">
                <a16:creationId xmlns:a16="http://schemas.microsoft.com/office/drawing/2014/main" id="{6020C5ED-8684-4963-B702-A20B7E17DD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47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66" name="Group 4">
            <a:extLst>
              <a:ext uri="{FF2B5EF4-FFF2-40B4-BE49-F238E27FC236}">
                <a16:creationId xmlns:a16="http://schemas.microsoft.com/office/drawing/2014/main" id="{704F5866-81AF-49E6-B4EB-DD6D2560FE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256780" cy="1260000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00867E46-1BF5-442D-A0A5-F8E783CBEF7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E992B825-3444-4976-BADD-449241902E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B7A36325-C8C8-43D7-8F3C-B7ADCF806F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02EBE5C1-67B0-4021-A4D6-F36C1E2076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3AC9CC64-EED2-41B1-9D70-62F468B5EF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2C369124-A4C6-43AF-BEE0-D0484F77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DA2B60C1-4D9C-4921-A53E-CB741140B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516687D2-F9EB-40A6-8C33-4628B952AA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1F98E951-E4F5-4244-A392-06F4C5CBE3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D73B3FAF-1360-400B-A34D-DE7FA61DA5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0E3E0443-559E-40A4-AC83-B7C7B46D6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3B6D64C0-503A-4A3E-8856-A2D00080C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44E608E-FA53-4EE6-8B32-A176787AD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82E59E1A-FE23-4484-A602-50A63C2BB8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AB8B48A5-027C-4C8C-B2BA-66106412CD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18367D32-5FB5-44FE-BF95-D094631A27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EFD63C50-7B28-4BB5-96CD-4FC0FA7C4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0CFDB50E-769E-4CC4-959A-767A1BD5C6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B25B96F8-0F1A-443B-A745-968636FB76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B3CE29F3-B1CB-4E2E-8D44-BD05F8C9E4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5F2BD262-D743-46CB-A02D-8FC6A20B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27696AC0-6BD9-4800-AD55-9D14D1D92F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0DFCE9BD-D104-4F2A-B32B-3F10C6285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B84E4709-431B-4D50-A86F-228E2DDFD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460EDE2F-28EA-4986-8B02-E77F134F97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4E929A16-7E2A-435C-BC1F-5DBB58D2F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19B1465-08DD-43B7-BA12-F0249462A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7E485DB7-2FC6-4F7D-8FD2-0683F19940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8930586B-B0D5-4F03-BE69-A95CA228DF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29527089-AB6C-4BA1-8CA4-BBEF23F00C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4A16389F-042C-4CD5-9594-F9963A5A01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6B904AFC-1AE6-4549-BD77-A401BAE5E4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0CA5B956-56EC-4BDE-B2E4-66104DACF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A80A7CDF-090E-4E2A-8816-160E0CF0D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A72A4A94-54E6-4069-90FB-67FA293A48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717900C0-C738-43B9-8986-FD0513356E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A9AD3EAD-6FD9-4AD6-B87E-7C8FBAAF6B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B63EE469-D93B-4B30-9FDA-B2065EE1B1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B7606B58-2606-4B88-84C4-EAAB3AF23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9" name="Freeform 44">
              <a:extLst>
                <a:ext uri="{FF2B5EF4-FFF2-40B4-BE49-F238E27FC236}">
                  <a16:creationId xmlns:a16="http://schemas.microsoft.com/office/drawing/2014/main" id="{266CC504-A588-4948-8EBD-437273722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0" name="Freeform 45">
              <a:extLst>
                <a:ext uri="{FF2B5EF4-FFF2-40B4-BE49-F238E27FC236}">
                  <a16:creationId xmlns:a16="http://schemas.microsoft.com/office/drawing/2014/main" id="{23C151DC-68CD-499A-80C6-5C2AF3A48B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806EDA6A-E4B6-4F25-AD2F-2250B0716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F18D44B4-FCDE-44F0-ACF1-E4C6F64EA8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9F466797-5B15-462F-9437-F17E5A6BB8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4" name="Freeform 49">
              <a:extLst>
                <a:ext uri="{FF2B5EF4-FFF2-40B4-BE49-F238E27FC236}">
                  <a16:creationId xmlns:a16="http://schemas.microsoft.com/office/drawing/2014/main" id="{4D1E115A-6AF3-4FED-86D0-CFA159F32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E4CD996B-6CC2-4A56-9EA0-3F04EF82D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6" name="Freeform 51">
              <a:extLst>
                <a:ext uri="{FF2B5EF4-FFF2-40B4-BE49-F238E27FC236}">
                  <a16:creationId xmlns:a16="http://schemas.microsoft.com/office/drawing/2014/main" id="{24F2446F-3849-4482-BC3E-97124235EA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7" name="Freeform 52">
              <a:extLst>
                <a:ext uri="{FF2B5EF4-FFF2-40B4-BE49-F238E27FC236}">
                  <a16:creationId xmlns:a16="http://schemas.microsoft.com/office/drawing/2014/main" id="{B7067752-2A5D-42B1-AB3E-18B76107F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8" name="Freeform 53">
              <a:extLst>
                <a:ext uri="{FF2B5EF4-FFF2-40B4-BE49-F238E27FC236}">
                  <a16:creationId xmlns:a16="http://schemas.microsoft.com/office/drawing/2014/main" id="{2ACA393E-A1C2-44C6-85A5-959CB0AA5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9" name="Freeform 54">
              <a:extLst>
                <a:ext uri="{FF2B5EF4-FFF2-40B4-BE49-F238E27FC236}">
                  <a16:creationId xmlns:a16="http://schemas.microsoft.com/office/drawing/2014/main" id="{1E50F933-A102-49FE-AB89-70881685B1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0" name="Freeform 55">
              <a:extLst>
                <a:ext uri="{FF2B5EF4-FFF2-40B4-BE49-F238E27FC236}">
                  <a16:creationId xmlns:a16="http://schemas.microsoft.com/office/drawing/2014/main" id="{2BC9D408-EA8E-4927-9492-AA7CC2BC8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1" name="Freeform 56">
              <a:extLst>
                <a:ext uri="{FF2B5EF4-FFF2-40B4-BE49-F238E27FC236}">
                  <a16:creationId xmlns:a16="http://schemas.microsoft.com/office/drawing/2014/main" id="{2487F5FE-51F0-495F-AFF4-E22ACE07DA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2" name="Freeform 57">
              <a:extLst>
                <a:ext uri="{FF2B5EF4-FFF2-40B4-BE49-F238E27FC236}">
                  <a16:creationId xmlns:a16="http://schemas.microsoft.com/office/drawing/2014/main" id="{FB77AC1E-2A05-497E-83E5-DAA9D70F9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3" name="Freeform 58">
              <a:extLst>
                <a:ext uri="{FF2B5EF4-FFF2-40B4-BE49-F238E27FC236}">
                  <a16:creationId xmlns:a16="http://schemas.microsoft.com/office/drawing/2014/main" id="{E2BD8910-DFF4-4AD1-8A40-97BDA381D9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4" name="Freeform 59">
              <a:extLst>
                <a:ext uri="{FF2B5EF4-FFF2-40B4-BE49-F238E27FC236}">
                  <a16:creationId xmlns:a16="http://schemas.microsoft.com/office/drawing/2014/main" id="{899643D0-C3C9-4998-9D80-AA99C6A50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19732CFA-0521-4732-8A1F-048BD1F88A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80783DB2-E8C8-4A4E-8CA6-9504991B73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7" name="Freeform 62">
              <a:extLst>
                <a:ext uri="{FF2B5EF4-FFF2-40B4-BE49-F238E27FC236}">
                  <a16:creationId xmlns:a16="http://schemas.microsoft.com/office/drawing/2014/main" id="{C0B3A882-66E9-4B1D-80B4-2CAA3F1B1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31FF7547-DB01-4846-AA48-477E9E9AD8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noFill/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481627323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9105" y="433468"/>
            <a:ext cx="4201425" cy="642453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9758" t="-6747" r="-21524" b="-1345"/>
            </a:stretch>
          </a:blip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icon to add image of presenter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0ED71-D102-4A47-8D49-527E513DAA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2979114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E88FB60-9BD8-44D2-8E99-9179BF91B62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5099" y="1531937"/>
            <a:ext cx="3927587" cy="44966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438803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5100" y="1532415"/>
            <a:ext cx="465717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69"/>
            <a:ext cx="3513658" cy="573903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3708699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063AA-F11D-434D-BF4B-6BEC7C09DE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8B481F-F48B-4165-9994-0C92BB7AD6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3F73FE-784F-4046-9FDF-D1F44B5631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893425587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70"/>
            <a:ext cx="3513658" cy="27805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5CCD6-E84C-46D8-B655-FF2A3AA2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36CDA-AA08-4310-819C-A57DD13C891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6647F71-61AB-4F70-949E-DB7E75E787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11B402-7956-4408-A9AD-6233932E37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59054080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8"/>
            <a:ext cx="3513658" cy="277793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69"/>
            <a:ext cx="1592913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FBC23-2E1D-42B9-B06F-441D2E530D6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6986A-A45F-4DE0-B24B-35B0EAD4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B7D2-3266-43A3-90E3-F519CAA0028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3AEE1-F4C5-412B-8057-91CD0766066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76567920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535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77"/>
            <a:ext cx="1592913" cy="132242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0" name="Picture Placeholder 8">
            <a:extLst>
              <a:ext uri="{FF2B5EF4-FFF2-40B4-BE49-F238E27FC236}">
                <a16:creationId xmlns:a16="http://schemas.microsoft.com/office/drawing/2014/main" id="{FA4A79D4-E349-4EBC-AEB1-516796BF6A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17616" y="1939078"/>
            <a:ext cx="1592913" cy="127232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DF1-862D-4D1D-A8F8-0AA91E60F74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0E68-1A09-4860-801B-1E090EA0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3492-1660-44F3-B16E-E09C0EEDF9E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487AC-7944-4F9E-83A1-02B02A7742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796321665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9" name="Text Placeholder 140">
            <a:extLst>
              <a:ext uri="{FF2B5EF4-FFF2-40B4-BE49-F238E27FC236}">
                <a16:creationId xmlns:a16="http://schemas.microsoft.com/office/drawing/2014/main" id="{74E4AFED-1C0E-4349-B4D8-5619735862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35339" y="2007045"/>
            <a:ext cx="2224340" cy="826466"/>
          </a:xfrm>
        </p:spPr>
        <p:txBody>
          <a:bodyPr/>
          <a:lstStyle>
            <a:lvl1pPr>
              <a:spcBef>
                <a:spcPts val="50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 sz="2000">
                <a:solidFill>
                  <a:schemeClr val="bg1"/>
                </a:solidFill>
              </a:defRPr>
            </a:lvl2pPr>
            <a:lvl3pPr marL="0" indent="0">
              <a:buNone/>
              <a:defRPr sz="2000" b="0">
                <a:solidFill>
                  <a:schemeClr val="bg1"/>
                </a:solidFill>
              </a:defRPr>
            </a:lvl3pPr>
            <a:lvl4pPr>
              <a:defRPr sz="2000" b="0">
                <a:solidFill>
                  <a:schemeClr val="bg1"/>
                </a:solidFill>
              </a:defRPr>
            </a:lvl4pPr>
            <a:lvl5pPr>
              <a:defRPr sz="2000" b="0">
                <a:solidFill>
                  <a:schemeClr val="bg1"/>
                </a:solidFill>
              </a:defRPr>
            </a:lvl5pPr>
            <a:lvl6pPr>
              <a:defRPr sz="2000" b="0">
                <a:solidFill>
                  <a:schemeClr val="bg1"/>
                </a:solidFill>
              </a:defRPr>
            </a:lvl6pPr>
            <a:lvl7pPr>
              <a:defRPr sz="2000" b="0">
                <a:solidFill>
                  <a:schemeClr val="bg1"/>
                </a:solidFill>
              </a:defRPr>
            </a:lvl7pPr>
            <a:lvl8pPr>
              <a:defRPr sz="2000">
                <a:solidFill>
                  <a:schemeClr val="bg1"/>
                </a:solidFill>
              </a:defRPr>
            </a:lvl8pPr>
            <a:lvl9pPr>
              <a:defRPr sz="20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Use this for dark images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31" name="Text Placeholder 140">
            <a:extLst>
              <a:ext uri="{FF2B5EF4-FFF2-40B4-BE49-F238E27FC236}">
                <a16:creationId xmlns:a16="http://schemas.microsoft.com/office/drawing/2014/main" id="{3990CB9E-67EF-4DD1-AF68-044AF2AC02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9243" y="2007045"/>
            <a:ext cx="2224340" cy="826466"/>
          </a:xfrm>
        </p:spPr>
        <p:txBody>
          <a:bodyPr/>
          <a:lstStyle>
            <a:lvl1pPr>
              <a:spcBef>
                <a:spcPts val="500"/>
              </a:spcBef>
              <a:defRPr b="1">
                <a:solidFill>
                  <a:schemeClr val="tx2"/>
                </a:solidFill>
              </a:defRPr>
            </a:lvl1pPr>
            <a:lvl2pPr marL="0" indent="0">
              <a:buNone/>
              <a:defRPr sz="2000">
                <a:solidFill>
                  <a:schemeClr val="tx2"/>
                </a:solidFill>
              </a:defRPr>
            </a:lvl2pPr>
            <a:lvl3pPr marL="0" indent="0">
              <a:buNone/>
              <a:defRPr sz="2000" b="0">
                <a:solidFill>
                  <a:schemeClr val="tx2"/>
                </a:solidFill>
              </a:defRPr>
            </a:lvl3pPr>
            <a:lvl4pPr>
              <a:defRPr sz="2000" b="0">
                <a:solidFill>
                  <a:schemeClr val="tx2"/>
                </a:solidFill>
              </a:defRPr>
            </a:lvl4pPr>
            <a:lvl5pPr>
              <a:defRPr sz="2000" b="0">
                <a:solidFill>
                  <a:schemeClr val="tx2"/>
                </a:solidFill>
              </a:defRPr>
            </a:lvl5pPr>
            <a:lvl6pPr>
              <a:defRPr sz="2000" b="0">
                <a:solidFill>
                  <a:schemeClr val="tx2"/>
                </a:solidFill>
              </a:defRPr>
            </a:lvl6pPr>
            <a:lvl7pPr>
              <a:defRPr sz="2000" b="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Use this for light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" name="Text Placeholder 135">
            <a:extLst>
              <a:ext uri="{FF2B5EF4-FFF2-40B4-BE49-F238E27FC236}">
                <a16:creationId xmlns:a16="http://schemas.microsoft.com/office/drawing/2014/main" id="{101E6B8E-059C-4DCE-8053-9C813CD48538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167070934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96D528-3F8C-4131-B8C8-D41C96117732}"/>
              </a:ext>
            </a:extLst>
          </p:cNvPr>
          <p:cNvSpPr txBox="1"/>
          <p:nvPr/>
        </p:nvSpPr>
        <p:spPr>
          <a:xfrm>
            <a:off x="487474" y="2525878"/>
            <a:ext cx="35791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Thank you</a:t>
            </a:r>
          </a:p>
        </p:txBody>
      </p:sp>
      <p:sp>
        <p:nvSpPr>
          <p:cNvPr id="79" name="Text Placeholder 135">
            <a:extLst>
              <a:ext uri="{FF2B5EF4-FFF2-40B4-BE49-F238E27FC236}">
                <a16:creationId xmlns:a16="http://schemas.microsoft.com/office/drawing/2014/main" id="{E87707C1-F769-4D39-9A1C-1D073FF6F9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80" name="Text Placeholder 140">
            <a:extLst>
              <a:ext uri="{FF2B5EF4-FFF2-40B4-BE49-F238E27FC236}">
                <a16:creationId xmlns:a16="http://schemas.microsoft.com/office/drawing/2014/main" id="{53B70884-5EDB-4D16-B565-71037E500B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81" name="Group 4">
            <a:extLst>
              <a:ext uri="{FF2B5EF4-FFF2-40B4-BE49-F238E27FC236}">
                <a16:creationId xmlns:a16="http://schemas.microsoft.com/office/drawing/2014/main" id="{73D7045A-1CF1-44F6-8E2E-B9405FED9E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2" name="AutoShape 3">
              <a:extLst>
                <a:ext uri="{FF2B5EF4-FFF2-40B4-BE49-F238E27FC236}">
                  <a16:creationId xmlns:a16="http://schemas.microsoft.com/office/drawing/2014/main" id="{04BEA57A-8E7B-4E24-BE7A-E0AADB5DBA8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Rectangle 5">
              <a:extLst>
                <a:ext uri="{FF2B5EF4-FFF2-40B4-BE49-F238E27FC236}">
                  <a16:creationId xmlns:a16="http://schemas.microsoft.com/office/drawing/2014/main" id="{EFF044F0-4B98-4888-9641-C41102F0A9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4F2A23F-5984-4111-AD9E-E308218812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B3AE443D-FE04-4EDC-80FC-B314325A12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9C7F0E7-88D6-4E4A-A312-AE6964CBA4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F73247B3-9572-4E50-A9F9-D9B42DC0DF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3259D609-76D9-45D0-B15F-0FA397DBB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5C2E2C7F-FF30-4A56-8534-D9965DD5E0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F687FBAE-B910-4327-B1A4-6FD6E81AB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1B1BC6E6-2BD9-4CA8-AD54-CC72783F8C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0CDCD004-D1EF-443A-A818-883EEB3F37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1E965659-AF38-4929-8B73-B87840A6AF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A3D4EF62-702A-477E-B94D-96320B008A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27C56C97-AC3A-4214-A776-9FF21C875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E9D54D47-364F-4F9A-BAE3-C930CC7651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0D8D1571-B8DF-4AF6-B70F-82B9CB7139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FFFA97D6-566E-417D-A763-A6F698AD3F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D26DF387-B00F-4137-B22B-FFA49E0825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3DB8FBAB-4331-4D07-A90E-A7D5F0A46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2F259DE1-FFBE-4450-A752-4EC257B51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A32957BA-13D6-4ED9-977D-0C89E970E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B5BFEAC1-4E37-49A2-B67D-2BC8D109AF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788C1048-9836-47D1-BF7E-9959787A63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C494BEF8-5481-49D8-A1DB-26A618F8D7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FF78676F-BD80-4152-AF8A-17C051377F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A9BCBAEE-0E8B-4E88-B3AB-F4B67DAC31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0491E6F5-E006-496A-9B9D-6B4FD0E3C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7CEC1DFB-4708-49E7-81F5-C199ABD915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EA921ED2-8301-42A8-A841-5319A0E91E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E486F39-3893-4DC2-838D-2B51F0E741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CB2A0A8E-24F6-45A5-A95A-481A46553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04341E2F-C06C-4F36-8B74-BB7BF852FC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388F3EB0-17D8-4898-B8B9-58FD6F76C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37E8FFD8-89F7-4657-9947-47E219EAF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23962857-2355-43B5-BA46-7156E544A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C0C7C601-CD63-4A4C-987C-7C70F465AB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58E2A667-5C9E-492E-88B9-428AE35876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72A6983F-C2E1-40AE-B7C0-E427349DC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6CCF0988-C833-445A-94CB-07EF590C34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3A188AE4-9B9C-4C34-9F86-AF304C2850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A89453D6-85C4-4E2D-8FA0-72A14EA515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BD6BC0F7-C21F-400B-9ED4-BF35CE7FED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0B5CBA8E-8322-4660-BE10-0D7C40BBF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DEB21783-D296-4A05-BE34-BFE7D5553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18535967-D3E3-48C2-A56E-FAB7015A90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F0D8AE3F-FC91-4265-87AE-A22989B4E4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CB3036C3-8B8F-466E-A40B-9F31B9B53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51B64F91-1250-42C8-B692-DBEE837B5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7A5E8821-26A6-4A47-9441-123CB1CD9D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C9AD4000-AE32-4994-A808-D65FCD6671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A73E2B1C-573F-4515-B15A-5415B63E2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8B4526F5-E3C2-477E-A9BA-5C3B9B1BF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E6C1F2F2-0690-4896-8B3E-7E5711AE70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2644BE99-447A-436A-ABB5-29D00547F7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B5285F8-7FA1-4849-9832-32B623D59C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258FBFF-3560-4321-9C39-990AB7BA5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1">
              <a:extLst>
                <a:ext uri="{FF2B5EF4-FFF2-40B4-BE49-F238E27FC236}">
                  <a16:creationId xmlns:a16="http://schemas.microsoft.com/office/drawing/2014/main" id="{9543B324-060D-43F0-A83B-E3C6BBB4A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2">
              <a:extLst>
                <a:ext uri="{FF2B5EF4-FFF2-40B4-BE49-F238E27FC236}">
                  <a16:creationId xmlns:a16="http://schemas.microsoft.com/office/drawing/2014/main" id="{487AEC3D-AFC0-4B04-BCF3-E63D6E8C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192" name="Picture Placeholder 191">
            <a:extLst>
              <a:ext uri="{FF2B5EF4-FFF2-40B4-BE49-F238E27FC236}">
                <a16:creationId xmlns:a16="http://schemas.microsoft.com/office/drawing/2014/main" id="{B93F5C33-3854-4C6B-9539-F8B8FD2316A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2255660794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C5FD4-26B4-4C9F-9FC8-80D375B3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70B07-410E-4D96-88F0-B617572F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930975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416322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15A35-5194-4638-B210-9AAA080525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9" name="Logo" descr="The University of Melbourne logo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571378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FAA80-D3AC-4FBF-AAA7-DEDEA87CAB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Text Placeholder 140">
            <a:extLst>
              <a:ext uri="{FF2B5EF4-FFF2-40B4-BE49-F238E27FC236}">
                <a16:creationId xmlns:a16="http://schemas.microsoft.com/office/drawing/2014/main" id="{F8C9875D-6ED4-4691-B4EE-6BE289CEFD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083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Text Placeholder 135">
            <a:extLst>
              <a:ext uri="{FF2B5EF4-FFF2-40B4-BE49-F238E27FC236}">
                <a16:creationId xmlns:a16="http://schemas.microsoft.com/office/drawing/2014/main" id="{601F3602-2361-40F0-A995-ABA05096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855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8FD03934-1038-48BB-99F7-5E65A0E0DE7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68" name="Logo" descr="The University of Melbourne logo">
            <a:extLst>
              <a:ext uri="{FF2B5EF4-FFF2-40B4-BE49-F238E27FC236}">
                <a16:creationId xmlns:a16="http://schemas.microsoft.com/office/drawing/2014/main" id="{D8028177-8E83-432F-BACB-E807F3191E7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E52450A5-24E9-4A2A-9608-6B511DFE44D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8F6E39B7-21CE-4EC7-8450-0C807EEC36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2" name="Freeform 6">
              <a:extLst>
                <a:ext uri="{FF2B5EF4-FFF2-40B4-BE49-F238E27FC236}">
                  <a16:creationId xmlns:a16="http://schemas.microsoft.com/office/drawing/2014/main" id="{B9D0D64D-2220-47E1-BBEE-2BB809DDCF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3" name="Freeform 7">
              <a:extLst>
                <a:ext uri="{FF2B5EF4-FFF2-40B4-BE49-F238E27FC236}">
                  <a16:creationId xmlns:a16="http://schemas.microsoft.com/office/drawing/2014/main" id="{EC7F13C6-30B5-4789-A9CA-C5D5358E92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4" name="Freeform 8">
              <a:extLst>
                <a:ext uri="{FF2B5EF4-FFF2-40B4-BE49-F238E27FC236}">
                  <a16:creationId xmlns:a16="http://schemas.microsoft.com/office/drawing/2014/main" id="{A3083010-51A6-4BBD-B2CD-80A24C3B2A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Freeform 9">
              <a:extLst>
                <a:ext uri="{FF2B5EF4-FFF2-40B4-BE49-F238E27FC236}">
                  <a16:creationId xmlns:a16="http://schemas.microsoft.com/office/drawing/2014/main" id="{5E898951-C5EB-4B83-A8D2-16B7645D31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10">
              <a:extLst>
                <a:ext uri="{FF2B5EF4-FFF2-40B4-BE49-F238E27FC236}">
                  <a16:creationId xmlns:a16="http://schemas.microsoft.com/office/drawing/2014/main" id="{BFA480E4-F894-4BFB-B82D-99C8CEF8FC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D3190D5E-F207-4CD9-B0B9-790E48047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93786209-7857-466A-86D1-A8269FDF21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CEFA7CF-3571-499B-B975-97CD9F48D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E2D21E27-3698-4A5C-80DB-06E7B72F1F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12F5D869-32E2-4A28-9341-A5FF3235F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46C5A8B1-884D-404F-ADBE-CF206C6E9A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F226FACD-A8F6-460B-BD87-A87B75EC05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8B5F0318-B82F-4B24-8BEA-FA118C276C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FBADB5E1-ABB1-420D-B065-10A007FED9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972885BC-1538-42CC-ACB0-44375E4125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Rectangle 21">
              <a:extLst>
                <a:ext uri="{FF2B5EF4-FFF2-40B4-BE49-F238E27FC236}">
                  <a16:creationId xmlns:a16="http://schemas.microsoft.com/office/drawing/2014/main" id="{C99AFF5E-4521-4A7F-B4FD-D598115508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C61E904B-66BB-4FDE-A7DB-9DDBA0E201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0E70CA99-897A-4256-A90A-FFCFB226B8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BEE4EB4C-A787-45D5-86C1-FB4972DE07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97612278-5E29-430B-8711-1FFE425882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4A817AF0-9F6D-4225-B5E8-028D8BE968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5FC0D95E-4634-4CF4-81CD-F97C445B3F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8">
              <a:extLst>
                <a:ext uri="{FF2B5EF4-FFF2-40B4-BE49-F238E27FC236}">
                  <a16:creationId xmlns:a16="http://schemas.microsoft.com/office/drawing/2014/main" id="{BFDA76B1-4296-466F-B8D3-59BE03C3C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9">
              <a:extLst>
                <a:ext uri="{FF2B5EF4-FFF2-40B4-BE49-F238E27FC236}">
                  <a16:creationId xmlns:a16="http://schemas.microsoft.com/office/drawing/2014/main" id="{523E1371-4810-4B97-A162-BD09ADFE20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30">
              <a:extLst>
                <a:ext uri="{FF2B5EF4-FFF2-40B4-BE49-F238E27FC236}">
                  <a16:creationId xmlns:a16="http://schemas.microsoft.com/office/drawing/2014/main" id="{0C62F7A3-C883-4866-8777-CB0193E03A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31">
              <a:extLst>
                <a:ext uri="{FF2B5EF4-FFF2-40B4-BE49-F238E27FC236}">
                  <a16:creationId xmlns:a16="http://schemas.microsoft.com/office/drawing/2014/main" id="{0A565D83-C19C-431C-965B-BD12E5AC16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32">
              <a:extLst>
                <a:ext uri="{FF2B5EF4-FFF2-40B4-BE49-F238E27FC236}">
                  <a16:creationId xmlns:a16="http://schemas.microsoft.com/office/drawing/2014/main" id="{610466EB-4655-492E-955B-548189535D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34">
              <a:extLst>
                <a:ext uri="{FF2B5EF4-FFF2-40B4-BE49-F238E27FC236}">
                  <a16:creationId xmlns:a16="http://schemas.microsoft.com/office/drawing/2014/main" id="{E2C57738-1257-4C3A-A7FA-EA653FB70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5">
              <a:extLst>
                <a:ext uri="{FF2B5EF4-FFF2-40B4-BE49-F238E27FC236}">
                  <a16:creationId xmlns:a16="http://schemas.microsoft.com/office/drawing/2014/main" id="{84FF9AB7-2451-4AD8-B43A-265371D37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6">
              <a:extLst>
                <a:ext uri="{FF2B5EF4-FFF2-40B4-BE49-F238E27FC236}">
                  <a16:creationId xmlns:a16="http://schemas.microsoft.com/office/drawing/2014/main" id="{4A615ACA-91B0-4A7D-B92E-9764FFB14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7">
              <a:extLst>
                <a:ext uri="{FF2B5EF4-FFF2-40B4-BE49-F238E27FC236}">
                  <a16:creationId xmlns:a16="http://schemas.microsoft.com/office/drawing/2014/main" id="{FA488F50-DDFF-49CC-9BD8-0AE268ECF1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8">
              <a:extLst>
                <a:ext uri="{FF2B5EF4-FFF2-40B4-BE49-F238E27FC236}">
                  <a16:creationId xmlns:a16="http://schemas.microsoft.com/office/drawing/2014/main" id="{9B423368-4192-4F14-960D-6C2C126061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9">
              <a:extLst>
                <a:ext uri="{FF2B5EF4-FFF2-40B4-BE49-F238E27FC236}">
                  <a16:creationId xmlns:a16="http://schemas.microsoft.com/office/drawing/2014/main" id="{C004167E-2022-45FA-AD88-F3A6D7EEA5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40">
              <a:extLst>
                <a:ext uri="{FF2B5EF4-FFF2-40B4-BE49-F238E27FC236}">
                  <a16:creationId xmlns:a16="http://schemas.microsoft.com/office/drawing/2014/main" id="{E5CFE2C5-1FEB-4415-AD8E-3F12077DC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41">
              <a:extLst>
                <a:ext uri="{FF2B5EF4-FFF2-40B4-BE49-F238E27FC236}">
                  <a16:creationId xmlns:a16="http://schemas.microsoft.com/office/drawing/2014/main" id="{1FF69E99-6C70-40BC-BCE2-20612480D1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42">
              <a:extLst>
                <a:ext uri="{FF2B5EF4-FFF2-40B4-BE49-F238E27FC236}">
                  <a16:creationId xmlns:a16="http://schemas.microsoft.com/office/drawing/2014/main" id="{FF3D6994-DA2E-45C5-9E0F-7547E4BCE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43">
              <a:extLst>
                <a:ext uri="{FF2B5EF4-FFF2-40B4-BE49-F238E27FC236}">
                  <a16:creationId xmlns:a16="http://schemas.microsoft.com/office/drawing/2014/main" id="{811C2317-AB25-47F8-A023-32CD5905F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4">
              <a:extLst>
                <a:ext uri="{FF2B5EF4-FFF2-40B4-BE49-F238E27FC236}">
                  <a16:creationId xmlns:a16="http://schemas.microsoft.com/office/drawing/2014/main" id="{CF2799DB-155A-4DE7-A026-4448C8490B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5">
              <a:extLst>
                <a:ext uri="{FF2B5EF4-FFF2-40B4-BE49-F238E27FC236}">
                  <a16:creationId xmlns:a16="http://schemas.microsoft.com/office/drawing/2014/main" id="{1A9CE4CF-8B2F-4B83-ABE3-A9DDE97D7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6">
              <a:extLst>
                <a:ext uri="{FF2B5EF4-FFF2-40B4-BE49-F238E27FC236}">
                  <a16:creationId xmlns:a16="http://schemas.microsoft.com/office/drawing/2014/main" id="{E9393C8C-5791-43BB-8D1F-17FFFA2F6C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7">
              <a:extLst>
                <a:ext uri="{FF2B5EF4-FFF2-40B4-BE49-F238E27FC236}">
                  <a16:creationId xmlns:a16="http://schemas.microsoft.com/office/drawing/2014/main" id="{C0D9B013-B46B-4D8E-956A-00922496A8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8">
              <a:extLst>
                <a:ext uri="{FF2B5EF4-FFF2-40B4-BE49-F238E27FC236}">
                  <a16:creationId xmlns:a16="http://schemas.microsoft.com/office/drawing/2014/main" id="{A9DF028E-61BE-49A6-AB22-B1396BCEF9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9">
              <a:extLst>
                <a:ext uri="{FF2B5EF4-FFF2-40B4-BE49-F238E27FC236}">
                  <a16:creationId xmlns:a16="http://schemas.microsoft.com/office/drawing/2014/main" id="{1BE8B055-3428-4E6F-B44A-A97E70B6E0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5DF4C3AA-8B80-4E0A-A607-E09B8BFDB5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8D4A8B2E-226D-4C2F-AF2F-EA40FA24DB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4707D8EC-CDF2-4F4C-BEC4-F1123438A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3BABCCF3-6967-4924-ABE6-1D8CCD6AD3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06584F31-18E1-4AAA-9212-E89DD2C32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FDDEF5CF-37DB-4384-ACB2-BCE9E83AE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D830E2B0-83FD-4E0F-BD1A-043F72866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E75B0DEF-3E13-40F8-B101-9599E9EA93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8">
              <a:extLst>
                <a:ext uri="{FF2B5EF4-FFF2-40B4-BE49-F238E27FC236}">
                  <a16:creationId xmlns:a16="http://schemas.microsoft.com/office/drawing/2014/main" id="{7074C629-B269-48DD-A199-3A11E15EC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9">
              <a:extLst>
                <a:ext uri="{FF2B5EF4-FFF2-40B4-BE49-F238E27FC236}">
                  <a16:creationId xmlns:a16="http://schemas.microsoft.com/office/drawing/2014/main" id="{09AEA492-6B43-46AD-AAD7-51F7268EC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60">
              <a:extLst>
                <a:ext uri="{FF2B5EF4-FFF2-40B4-BE49-F238E27FC236}">
                  <a16:creationId xmlns:a16="http://schemas.microsoft.com/office/drawing/2014/main" id="{87A55503-C3B5-4B2D-82BD-D9F26A23F4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61">
              <a:extLst>
                <a:ext uri="{FF2B5EF4-FFF2-40B4-BE49-F238E27FC236}">
                  <a16:creationId xmlns:a16="http://schemas.microsoft.com/office/drawing/2014/main" id="{1841E6E1-2310-44E5-ADC9-6739C11E93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62">
              <a:extLst>
                <a:ext uri="{FF2B5EF4-FFF2-40B4-BE49-F238E27FC236}">
                  <a16:creationId xmlns:a16="http://schemas.microsoft.com/office/drawing/2014/main" id="{33BE81D8-054A-4244-A15C-B9884E210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806259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ackground picture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153000" cy="6857998"/>
          </a:xfrm>
          <a:solidFill>
            <a:schemeClr val="bg1">
              <a:lumMod val="85000"/>
            </a:schemeClr>
          </a:solidFill>
        </p:spPr>
        <p:txBody>
          <a:bodyPr lIns="360000" tIns="360000" rIns="360000" bIns="360000">
            <a:norm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" name="Subtitle 72">
            <a:extLst>
              <a:ext uri="{FF2B5EF4-FFF2-40B4-BE49-F238E27FC236}">
                <a16:creationId xmlns:a16="http://schemas.microsoft.com/office/drawing/2014/main" id="{F275BFD4-1048-470B-8246-6C18CB5CA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0"/>
            <a:ext cx="5729283" cy="6857998"/>
          </a:xfrm>
          <a:custGeom>
            <a:avLst/>
            <a:gdLst>
              <a:gd name="connsiteX0" fmla="*/ 0 w 5729283"/>
              <a:gd name="connsiteY0" fmla="*/ 0 h 6857998"/>
              <a:gd name="connsiteX1" fmla="*/ 4311112 w 5729283"/>
              <a:gd name="connsiteY1" fmla="*/ 0 h 6857998"/>
              <a:gd name="connsiteX2" fmla="*/ 5729283 w 5729283"/>
              <a:gd name="connsiteY2" fmla="*/ 5316930 h 6857998"/>
              <a:gd name="connsiteX3" fmla="*/ 0 w 5729283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9283" h="6857998">
                <a:moveTo>
                  <a:pt x="0" y="0"/>
                </a:moveTo>
                <a:lnTo>
                  <a:pt x="4311112" y="0"/>
                </a:lnTo>
                <a:lnTo>
                  <a:pt x="5729283" y="5316930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 wrap="square" lIns="576000" tIns="4140000" rIns="1404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0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DCEFD-E5FA-4450-9247-B76C31B9B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0" name="Text Placeholder 140">
            <a:extLst>
              <a:ext uri="{FF2B5EF4-FFF2-40B4-BE49-F238E27FC236}">
                <a16:creationId xmlns:a16="http://schemas.microsoft.com/office/drawing/2014/main" id="{57902E77-72FC-46E0-BC87-1DC54BABCC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3" y="5265337"/>
            <a:ext cx="356711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884AF1BA-D56D-4439-805B-B725F8DBC3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255" y="5209360"/>
            <a:ext cx="288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9" name="Logo" descr="The University of Melbourne logo">
            <a:extLst>
              <a:ext uri="{FF2B5EF4-FFF2-40B4-BE49-F238E27FC236}">
                <a16:creationId xmlns:a16="http://schemas.microsoft.com/office/drawing/2014/main" id="{59CD9D88-984A-467B-8315-1D823E2C2F1F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07255" y="616633"/>
            <a:ext cx="1440000" cy="144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3541010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A10-0B7F-468B-8737-73FA55A9A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94" name="Subtitle 139">
            <a:extLst>
              <a:ext uri="{FF2B5EF4-FFF2-40B4-BE49-F238E27FC236}">
                <a16:creationId xmlns:a16="http://schemas.microsoft.com/office/drawing/2014/main" id="{11B95767-3A13-4FFC-998D-AC0754C0EA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18430" y="686887"/>
            <a:ext cx="2824180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F2942-2F48-4595-B815-42D3F57C14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9" name="Picture Placeholder 2">
            <a:extLst>
              <a:ext uri="{FF2B5EF4-FFF2-40B4-BE49-F238E27FC236}">
                <a16:creationId xmlns:a16="http://schemas.microsoft.com/office/drawing/2014/main" id="{649337E6-8710-4F9B-AE53-FDDFC8849C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2E04A960-7ECB-4B73-A38E-482CE39F43D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254" name="Picture Placeholder 253">
            <a:extLst>
              <a:ext uri="{FF2B5EF4-FFF2-40B4-BE49-F238E27FC236}">
                <a16:creationId xmlns:a16="http://schemas.microsoft.com/office/drawing/2014/main" id="{E5AF71EF-D58B-4930-B671-3D00D2D01A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0443CBF0-AF90-4B9B-A3C5-CDEF3FF57F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98823" y="630906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5" name="Logo" descr="The University of Melbourne logo">
            <a:extLst>
              <a:ext uri="{FF2B5EF4-FFF2-40B4-BE49-F238E27FC236}">
                <a16:creationId xmlns:a16="http://schemas.microsoft.com/office/drawing/2014/main" id="{839C52C0-9A6F-4427-8D48-7BB28B00B54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96" name="AutoShape 3">
              <a:extLst>
                <a:ext uri="{FF2B5EF4-FFF2-40B4-BE49-F238E27FC236}">
                  <a16:creationId xmlns:a16="http://schemas.microsoft.com/office/drawing/2014/main" id="{3CB4793C-5CCD-4F5B-BF61-B5519BB845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Rectangle 5">
              <a:extLst>
                <a:ext uri="{FF2B5EF4-FFF2-40B4-BE49-F238E27FC236}">
                  <a16:creationId xmlns:a16="http://schemas.microsoft.com/office/drawing/2014/main" id="{9C22DE55-0539-4D47-B968-A6FFB052273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6">
              <a:extLst>
                <a:ext uri="{FF2B5EF4-FFF2-40B4-BE49-F238E27FC236}">
                  <a16:creationId xmlns:a16="http://schemas.microsoft.com/office/drawing/2014/main" id="{839E5D8B-8155-49D3-9C68-ADDFE2B147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7">
              <a:extLst>
                <a:ext uri="{FF2B5EF4-FFF2-40B4-BE49-F238E27FC236}">
                  <a16:creationId xmlns:a16="http://schemas.microsoft.com/office/drawing/2014/main" id="{C63B0A4A-C98F-4375-81E7-CF6DC2A71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8">
              <a:extLst>
                <a:ext uri="{FF2B5EF4-FFF2-40B4-BE49-F238E27FC236}">
                  <a16:creationId xmlns:a16="http://schemas.microsoft.com/office/drawing/2014/main" id="{AC870463-CB95-46E5-9190-D47D0A0AD6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9">
              <a:extLst>
                <a:ext uri="{FF2B5EF4-FFF2-40B4-BE49-F238E27FC236}">
                  <a16:creationId xmlns:a16="http://schemas.microsoft.com/office/drawing/2014/main" id="{9C090A6E-F3FE-4492-A8E3-5CB015467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0">
              <a:extLst>
                <a:ext uri="{FF2B5EF4-FFF2-40B4-BE49-F238E27FC236}">
                  <a16:creationId xmlns:a16="http://schemas.microsoft.com/office/drawing/2014/main" id="{D71279E6-2329-4AFD-BC71-783C75AD0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1">
              <a:extLst>
                <a:ext uri="{FF2B5EF4-FFF2-40B4-BE49-F238E27FC236}">
                  <a16:creationId xmlns:a16="http://schemas.microsoft.com/office/drawing/2014/main" id="{39F93875-8DCC-4364-BCAD-87D1A0395F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2">
              <a:extLst>
                <a:ext uri="{FF2B5EF4-FFF2-40B4-BE49-F238E27FC236}">
                  <a16:creationId xmlns:a16="http://schemas.microsoft.com/office/drawing/2014/main" id="{B8A0F650-D849-4B73-9146-7E45142095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13">
              <a:extLst>
                <a:ext uri="{FF2B5EF4-FFF2-40B4-BE49-F238E27FC236}">
                  <a16:creationId xmlns:a16="http://schemas.microsoft.com/office/drawing/2014/main" id="{696C0D3B-E372-4329-A827-83F393655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Freeform 14">
              <a:extLst>
                <a:ext uri="{FF2B5EF4-FFF2-40B4-BE49-F238E27FC236}">
                  <a16:creationId xmlns:a16="http://schemas.microsoft.com/office/drawing/2014/main" id="{09187AF8-096B-4D9D-BECF-DA1ED22144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15">
              <a:extLst>
                <a:ext uri="{FF2B5EF4-FFF2-40B4-BE49-F238E27FC236}">
                  <a16:creationId xmlns:a16="http://schemas.microsoft.com/office/drawing/2014/main" id="{BCFC2B8D-A927-4FA6-ABAD-250666F7F9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393D1A0F-7858-45C7-9640-0EA05DE96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17">
              <a:extLst>
                <a:ext uri="{FF2B5EF4-FFF2-40B4-BE49-F238E27FC236}">
                  <a16:creationId xmlns:a16="http://schemas.microsoft.com/office/drawing/2014/main" id="{9D9CC4FD-3E79-4B80-9CDC-9026604ACE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18">
              <a:extLst>
                <a:ext uri="{FF2B5EF4-FFF2-40B4-BE49-F238E27FC236}">
                  <a16:creationId xmlns:a16="http://schemas.microsoft.com/office/drawing/2014/main" id="{6B9EF6BE-5CAC-4584-85C5-38722586B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19">
              <a:extLst>
                <a:ext uri="{FF2B5EF4-FFF2-40B4-BE49-F238E27FC236}">
                  <a16:creationId xmlns:a16="http://schemas.microsoft.com/office/drawing/2014/main" id="{CE9CBF70-A08F-4B3E-933C-5B383A7A0A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0">
              <a:extLst>
                <a:ext uri="{FF2B5EF4-FFF2-40B4-BE49-F238E27FC236}">
                  <a16:creationId xmlns:a16="http://schemas.microsoft.com/office/drawing/2014/main" id="{DCB129BA-B7EC-4145-AA2C-85E18362D5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Rectangle 21">
              <a:extLst>
                <a:ext uri="{FF2B5EF4-FFF2-40B4-BE49-F238E27FC236}">
                  <a16:creationId xmlns:a16="http://schemas.microsoft.com/office/drawing/2014/main" id="{E952D24A-E62C-4B35-A453-E2DB313C1C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2">
              <a:extLst>
                <a:ext uri="{FF2B5EF4-FFF2-40B4-BE49-F238E27FC236}">
                  <a16:creationId xmlns:a16="http://schemas.microsoft.com/office/drawing/2014/main" id="{A616AFE6-9BCC-48E4-8C66-4AF9903EDA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23">
              <a:extLst>
                <a:ext uri="{FF2B5EF4-FFF2-40B4-BE49-F238E27FC236}">
                  <a16:creationId xmlns:a16="http://schemas.microsoft.com/office/drawing/2014/main" id="{14593CC9-FBBF-4EEA-A1D0-6472C18040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24">
              <a:extLst>
                <a:ext uri="{FF2B5EF4-FFF2-40B4-BE49-F238E27FC236}">
                  <a16:creationId xmlns:a16="http://schemas.microsoft.com/office/drawing/2014/main" id="{C13B5AB5-D746-465E-AA3D-E87100FF95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25">
              <a:extLst>
                <a:ext uri="{FF2B5EF4-FFF2-40B4-BE49-F238E27FC236}">
                  <a16:creationId xmlns:a16="http://schemas.microsoft.com/office/drawing/2014/main" id="{D8C3E3A5-B063-4156-83BE-857D9A190C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26">
              <a:extLst>
                <a:ext uri="{FF2B5EF4-FFF2-40B4-BE49-F238E27FC236}">
                  <a16:creationId xmlns:a16="http://schemas.microsoft.com/office/drawing/2014/main" id="{F9354ACE-2667-43D9-A9E4-35AF59FB09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4500720B-9FE5-4FC6-BCC6-2C7F8F4E4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84BA71E3-588E-4AA6-AB1E-3CDB10C4FB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BE3254C8-814E-4952-8200-C895058BA8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331888C2-72FE-4B1E-BB9E-F6E7C5762F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9BDBD28C-CE53-4274-AAA7-FA2D3C043C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AFC524B2-1374-4D2A-8E7E-8CEEA8756B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34">
              <a:extLst>
                <a:ext uri="{FF2B5EF4-FFF2-40B4-BE49-F238E27FC236}">
                  <a16:creationId xmlns:a16="http://schemas.microsoft.com/office/drawing/2014/main" id="{159C63ED-119F-4995-A908-DBB2293E7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35">
              <a:extLst>
                <a:ext uri="{FF2B5EF4-FFF2-40B4-BE49-F238E27FC236}">
                  <a16:creationId xmlns:a16="http://schemas.microsoft.com/office/drawing/2014/main" id="{9D9FDAB1-BF5D-47C0-A4DE-38264D999D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36">
              <a:extLst>
                <a:ext uri="{FF2B5EF4-FFF2-40B4-BE49-F238E27FC236}">
                  <a16:creationId xmlns:a16="http://schemas.microsoft.com/office/drawing/2014/main" id="{C1ABD4F8-3CE7-417B-8CCD-4879D33FA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37">
              <a:extLst>
                <a:ext uri="{FF2B5EF4-FFF2-40B4-BE49-F238E27FC236}">
                  <a16:creationId xmlns:a16="http://schemas.microsoft.com/office/drawing/2014/main" id="{103F22C4-1CD6-4EF0-905B-92AB362F7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38">
              <a:extLst>
                <a:ext uri="{FF2B5EF4-FFF2-40B4-BE49-F238E27FC236}">
                  <a16:creationId xmlns:a16="http://schemas.microsoft.com/office/drawing/2014/main" id="{B6C6E0C7-2C51-494C-96A1-A7080C7BC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39">
              <a:extLst>
                <a:ext uri="{FF2B5EF4-FFF2-40B4-BE49-F238E27FC236}">
                  <a16:creationId xmlns:a16="http://schemas.microsoft.com/office/drawing/2014/main" id="{5E3AA035-F1DE-4980-A6F9-03834D6840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0">
              <a:extLst>
                <a:ext uri="{FF2B5EF4-FFF2-40B4-BE49-F238E27FC236}">
                  <a16:creationId xmlns:a16="http://schemas.microsoft.com/office/drawing/2014/main" id="{130ADC70-2CD1-418A-84DE-3F38ABE739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1">
              <a:extLst>
                <a:ext uri="{FF2B5EF4-FFF2-40B4-BE49-F238E27FC236}">
                  <a16:creationId xmlns:a16="http://schemas.microsoft.com/office/drawing/2014/main" id="{B7EA4B72-1CA4-476A-B6D6-852CAC06C8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2">
              <a:extLst>
                <a:ext uri="{FF2B5EF4-FFF2-40B4-BE49-F238E27FC236}">
                  <a16:creationId xmlns:a16="http://schemas.microsoft.com/office/drawing/2014/main" id="{9BCDC689-AB36-471E-A19F-6DF6BDFA4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43">
              <a:extLst>
                <a:ext uri="{FF2B5EF4-FFF2-40B4-BE49-F238E27FC236}">
                  <a16:creationId xmlns:a16="http://schemas.microsoft.com/office/drawing/2014/main" id="{F84B1191-49BD-42D8-9DD8-54B1025B85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44">
              <a:extLst>
                <a:ext uri="{FF2B5EF4-FFF2-40B4-BE49-F238E27FC236}">
                  <a16:creationId xmlns:a16="http://schemas.microsoft.com/office/drawing/2014/main" id="{3F36B0B7-B248-4C36-ACAA-F57D604F99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45">
              <a:extLst>
                <a:ext uri="{FF2B5EF4-FFF2-40B4-BE49-F238E27FC236}">
                  <a16:creationId xmlns:a16="http://schemas.microsoft.com/office/drawing/2014/main" id="{6C40B266-66D2-4AA5-AF83-82341DD033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46">
              <a:extLst>
                <a:ext uri="{FF2B5EF4-FFF2-40B4-BE49-F238E27FC236}">
                  <a16:creationId xmlns:a16="http://schemas.microsoft.com/office/drawing/2014/main" id="{0F6CDDCC-C889-48AC-B016-7F6405161B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47">
              <a:extLst>
                <a:ext uri="{FF2B5EF4-FFF2-40B4-BE49-F238E27FC236}">
                  <a16:creationId xmlns:a16="http://schemas.microsoft.com/office/drawing/2014/main" id="{292792DB-44D2-43DB-9EBE-FD22D8E4DB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48">
              <a:extLst>
                <a:ext uri="{FF2B5EF4-FFF2-40B4-BE49-F238E27FC236}">
                  <a16:creationId xmlns:a16="http://schemas.microsoft.com/office/drawing/2014/main" id="{A70696E9-E2B2-4865-A0C3-E3E4E7CAB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49">
              <a:extLst>
                <a:ext uri="{FF2B5EF4-FFF2-40B4-BE49-F238E27FC236}">
                  <a16:creationId xmlns:a16="http://schemas.microsoft.com/office/drawing/2014/main" id="{8131D599-F06F-4922-A462-921AB0B9CF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0">
              <a:extLst>
                <a:ext uri="{FF2B5EF4-FFF2-40B4-BE49-F238E27FC236}">
                  <a16:creationId xmlns:a16="http://schemas.microsoft.com/office/drawing/2014/main" id="{5737B435-E8F8-4CDD-89CD-FF0682FDED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1">
              <a:extLst>
                <a:ext uri="{FF2B5EF4-FFF2-40B4-BE49-F238E27FC236}">
                  <a16:creationId xmlns:a16="http://schemas.microsoft.com/office/drawing/2014/main" id="{BC9AEEE5-3792-4999-8681-0EA0B20F09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2">
              <a:extLst>
                <a:ext uri="{FF2B5EF4-FFF2-40B4-BE49-F238E27FC236}">
                  <a16:creationId xmlns:a16="http://schemas.microsoft.com/office/drawing/2014/main" id="{D1D6BC8B-EF90-45E5-B12E-445E7D0308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53">
              <a:extLst>
                <a:ext uri="{FF2B5EF4-FFF2-40B4-BE49-F238E27FC236}">
                  <a16:creationId xmlns:a16="http://schemas.microsoft.com/office/drawing/2014/main" id="{C63921BB-161E-4135-A152-58519C262B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54">
              <a:extLst>
                <a:ext uri="{FF2B5EF4-FFF2-40B4-BE49-F238E27FC236}">
                  <a16:creationId xmlns:a16="http://schemas.microsoft.com/office/drawing/2014/main" id="{B6D7A211-0B1F-4C02-A9F3-006FB0810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55">
              <a:extLst>
                <a:ext uri="{FF2B5EF4-FFF2-40B4-BE49-F238E27FC236}">
                  <a16:creationId xmlns:a16="http://schemas.microsoft.com/office/drawing/2014/main" id="{A0B3206B-507B-4015-A9A2-E0896DFAD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7" name="Freeform 56">
              <a:extLst>
                <a:ext uri="{FF2B5EF4-FFF2-40B4-BE49-F238E27FC236}">
                  <a16:creationId xmlns:a16="http://schemas.microsoft.com/office/drawing/2014/main" id="{984BAC3F-9CA8-4015-A952-B9446F68D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8" name="Freeform 57">
              <a:extLst>
                <a:ext uri="{FF2B5EF4-FFF2-40B4-BE49-F238E27FC236}">
                  <a16:creationId xmlns:a16="http://schemas.microsoft.com/office/drawing/2014/main" id="{4CDFC29E-4326-4DB6-9AAB-572FEBFC9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9" name="Freeform 58">
              <a:extLst>
                <a:ext uri="{FF2B5EF4-FFF2-40B4-BE49-F238E27FC236}">
                  <a16:creationId xmlns:a16="http://schemas.microsoft.com/office/drawing/2014/main" id="{76FF4184-4BBE-41C5-9C00-615CF27EEC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0" name="Freeform 59">
              <a:extLst>
                <a:ext uri="{FF2B5EF4-FFF2-40B4-BE49-F238E27FC236}">
                  <a16:creationId xmlns:a16="http://schemas.microsoft.com/office/drawing/2014/main" id="{1DC69F4A-1996-4C8C-9C03-DD93CF4100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1" name="Freeform 60">
              <a:extLst>
                <a:ext uri="{FF2B5EF4-FFF2-40B4-BE49-F238E27FC236}">
                  <a16:creationId xmlns:a16="http://schemas.microsoft.com/office/drawing/2014/main" id="{756AAD03-1CA0-40B0-B5AC-5BA605B29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2" name="Freeform 61">
              <a:extLst>
                <a:ext uri="{FF2B5EF4-FFF2-40B4-BE49-F238E27FC236}">
                  <a16:creationId xmlns:a16="http://schemas.microsoft.com/office/drawing/2014/main" id="{5D3472D0-A7F1-4E13-9454-78B7364B2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3" name="Freeform 62">
              <a:extLst>
                <a:ext uri="{FF2B5EF4-FFF2-40B4-BE49-F238E27FC236}">
                  <a16:creationId xmlns:a16="http://schemas.microsoft.com/office/drawing/2014/main" id="{02302272-5BAA-46C1-8B4E-932590DED0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9211312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59635-E56E-4FD9-B22C-0FA7F56D2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69" name="Subtitle 139">
            <a:extLst>
              <a:ext uri="{FF2B5EF4-FFF2-40B4-BE49-F238E27FC236}">
                <a16:creationId xmlns:a16="http://schemas.microsoft.com/office/drawing/2014/main" id="{DFE50FBB-C502-4D0B-8245-7273FBAD15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32" name="Text Placeholder 140">
            <a:extLst>
              <a:ext uri="{FF2B5EF4-FFF2-40B4-BE49-F238E27FC236}">
                <a16:creationId xmlns:a16="http://schemas.microsoft.com/office/drawing/2014/main" id="{CF59814C-B444-4ECE-A32B-683E53AD20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79326" y="686887"/>
            <a:ext cx="2832628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60525C7-BF5C-4763-BFD2-4489EB5B7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2B0AC9A8-08B7-4674-84A9-EE81504DB8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05998953-BBE0-4246-B9BC-50453554F00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4" name="Text Placeholder 135">
            <a:extLst>
              <a:ext uri="{FF2B5EF4-FFF2-40B4-BE49-F238E27FC236}">
                <a16:creationId xmlns:a16="http://schemas.microsoft.com/office/drawing/2014/main" id="{4AA778C4-F038-4603-85A2-34141147C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59719" y="630906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8A8C76C3-30D3-442D-B999-658DC30E69C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3" name="Logo" descr="The University of Melbourne logo">
            <a:extLst>
              <a:ext uri="{FF2B5EF4-FFF2-40B4-BE49-F238E27FC236}">
                <a16:creationId xmlns:a16="http://schemas.microsoft.com/office/drawing/2014/main" id="{EEDF0969-53B1-44A0-8DF6-45900D9BEAD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34" name="AutoShape 3">
              <a:extLst>
                <a:ext uri="{FF2B5EF4-FFF2-40B4-BE49-F238E27FC236}">
                  <a16:creationId xmlns:a16="http://schemas.microsoft.com/office/drawing/2014/main" id="{19A2099F-82AC-4D5D-888B-DAC48F1CB4E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Rectangle 5">
              <a:extLst>
                <a:ext uri="{FF2B5EF4-FFF2-40B4-BE49-F238E27FC236}">
                  <a16:creationId xmlns:a16="http://schemas.microsoft.com/office/drawing/2014/main" id="{9C4B9C5A-B965-44B1-98B9-93B0F1DE6C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1434A23D-964B-4295-A535-D6F6200C3B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C2D4040B-8648-488A-BDE6-76C3F00ED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8">
              <a:extLst>
                <a:ext uri="{FF2B5EF4-FFF2-40B4-BE49-F238E27FC236}">
                  <a16:creationId xmlns:a16="http://schemas.microsoft.com/office/drawing/2014/main" id="{7FE6A7EF-7042-4DC5-9A82-F864CB0E4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id="{6BA327C1-0C20-453C-9685-9A19D675B0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151E8CF1-6536-4EB0-9227-43CEFBC2A6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7D548CD7-C4F1-4E62-BD11-89EB371404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8AAA7435-15EA-4DD0-8C4E-DF397F4B4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AC444245-DBBD-4EF5-8527-BC5A6B9554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6A7700CB-1749-4000-8712-7576E3E20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5">
              <a:extLst>
                <a:ext uri="{FF2B5EF4-FFF2-40B4-BE49-F238E27FC236}">
                  <a16:creationId xmlns:a16="http://schemas.microsoft.com/office/drawing/2014/main" id="{E8284FDE-7D59-4F7E-A593-FE357C23F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56E97FD3-2439-495E-9CED-B00FAC87BE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9BF69514-4C74-4903-A556-4786BFFB2D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94FB72D9-3941-4D63-AAEA-5D8C875869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A44BEDB4-0E40-4309-98BA-2B022616CA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4894922E-9BB1-42DC-B154-0D2FA6C2B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Rectangle 21">
              <a:extLst>
                <a:ext uri="{FF2B5EF4-FFF2-40B4-BE49-F238E27FC236}">
                  <a16:creationId xmlns:a16="http://schemas.microsoft.com/office/drawing/2014/main" id="{8F0B02EF-6CD7-497A-8416-9203D706EA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FFFE5A6E-BE44-427B-A63B-1348792C90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A9D95AD4-51FD-4BC1-A944-5D9801DF8E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A85240E6-E7EA-467F-8D5D-FC29EAEC5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5">
              <a:extLst>
                <a:ext uri="{FF2B5EF4-FFF2-40B4-BE49-F238E27FC236}">
                  <a16:creationId xmlns:a16="http://schemas.microsoft.com/office/drawing/2014/main" id="{5B1224C5-9D05-4DA3-9D8A-DD247B08EC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C9B8D699-7174-463A-8FA0-E5F1B1CD0E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30768851-5318-4231-853F-76C3CDCD77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76B467BB-EC25-4D2C-BCA4-8EEBD39994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55C1353-4105-459D-8005-34E7D71B46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3DB7C414-4406-47EA-B728-C38B71F56A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A729E131-6F71-49FE-BA08-211DAD99A1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CBD93934-EDB7-4A50-8DB8-8623D46DF0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4">
              <a:extLst>
                <a:ext uri="{FF2B5EF4-FFF2-40B4-BE49-F238E27FC236}">
                  <a16:creationId xmlns:a16="http://schemas.microsoft.com/office/drawing/2014/main" id="{F2FD5D12-6BF8-4582-B136-199C190B9B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D5C054A4-8FF7-4C7F-8ABF-E4992E80E8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36">
              <a:extLst>
                <a:ext uri="{FF2B5EF4-FFF2-40B4-BE49-F238E27FC236}">
                  <a16:creationId xmlns:a16="http://schemas.microsoft.com/office/drawing/2014/main" id="{E9EEDCCE-A760-4104-8468-DF6CD487F1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37">
              <a:extLst>
                <a:ext uri="{FF2B5EF4-FFF2-40B4-BE49-F238E27FC236}">
                  <a16:creationId xmlns:a16="http://schemas.microsoft.com/office/drawing/2014/main" id="{C9FAD36D-4558-4126-BD35-1EF559FCF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A31A7B4A-DD9A-4DD1-9F38-8B1678CF7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39">
              <a:extLst>
                <a:ext uri="{FF2B5EF4-FFF2-40B4-BE49-F238E27FC236}">
                  <a16:creationId xmlns:a16="http://schemas.microsoft.com/office/drawing/2014/main" id="{E7413065-3D87-4A2E-A803-75E056CE79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0">
              <a:extLst>
                <a:ext uri="{FF2B5EF4-FFF2-40B4-BE49-F238E27FC236}">
                  <a16:creationId xmlns:a16="http://schemas.microsoft.com/office/drawing/2014/main" id="{E55D8205-6E61-4CA7-A32D-442F3B1D08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1">
              <a:extLst>
                <a:ext uri="{FF2B5EF4-FFF2-40B4-BE49-F238E27FC236}">
                  <a16:creationId xmlns:a16="http://schemas.microsoft.com/office/drawing/2014/main" id="{EFF0C211-5D10-47DF-974A-A4AD21C5DC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2">
              <a:extLst>
                <a:ext uri="{FF2B5EF4-FFF2-40B4-BE49-F238E27FC236}">
                  <a16:creationId xmlns:a16="http://schemas.microsoft.com/office/drawing/2014/main" id="{04AED5B5-2D67-4755-A04D-C8B2E7D9BF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3">
              <a:extLst>
                <a:ext uri="{FF2B5EF4-FFF2-40B4-BE49-F238E27FC236}">
                  <a16:creationId xmlns:a16="http://schemas.microsoft.com/office/drawing/2014/main" id="{9B4E303C-6126-4141-BD8E-481DF95E8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4">
              <a:extLst>
                <a:ext uri="{FF2B5EF4-FFF2-40B4-BE49-F238E27FC236}">
                  <a16:creationId xmlns:a16="http://schemas.microsoft.com/office/drawing/2014/main" id="{C715DB69-1A15-4523-9BC8-241609E0F7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5">
              <a:extLst>
                <a:ext uri="{FF2B5EF4-FFF2-40B4-BE49-F238E27FC236}">
                  <a16:creationId xmlns:a16="http://schemas.microsoft.com/office/drawing/2014/main" id="{30CFD044-8BA0-4B49-8F46-6CF46E047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46">
              <a:extLst>
                <a:ext uri="{FF2B5EF4-FFF2-40B4-BE49-F238E27FC236}">
                  <a16:creationId xmlns:a16="http://schemas.microsoft.com/office/drawing/2014/main" id="{D0535F04-7016-48AE-B2AD-1D5F985BD1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47">
              <a:extLst>
                <a:ext uri="{FF2B5EF4-FFF2-40B4-BE49-F238E27FC236}">
                  <a16:creationId xmlns:a16="http://schemas.microsoft.com/office/drawing/2014/main" id="{915B7E9C-CA44-4FC9-B5F5-E68A95D8B7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48">
              <a:extLst>
                <a:ext uri="{FF2B5EF4-FFF2-40B4-BE49-F238E27FC236}">
                  <a16:creationId xmlns:a16="http://schemas.microsoft.com/office/drawing/2014/main" id="{A2EA4CD8-905E-4664-8D87-C6552A00E2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49">
              <a:extLst>
                <a:ext uri="{FF2B5EF4-FFF2-40B4-BE49-F238E27FC236}">
                  <a16:creationId xmlns:a16="http://schemas.microsoft.com/office/drawing/2014/main" id="{38ADEC8B-DC21-45BF-B053-9704A696D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0">
              <a:extLst>
                <a:ext uri="{FF2B5EF4-FFF2-40B4-BE49-F238E27FC236}">
                  <a16:creationId xmlns:a16="http://schemas.microsoft.com/office/drawing/2014/main" id="{0C84EF33-43EC-4714-A146-9ECBD87693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1">
              <a:extLst>
                <a:ext uri="{FF2B5EF4-FFF2-40B4-BE49-F238E27FC236}">
                  <a16:creationId xmlns:a16="http://schemas.microsoft.com/office/drawing/2014/main" id="{45197129-06CE-4542-847D-60EB4B46C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2">
              <a:extLst>
                <a:ext uri="{FF2B5EF4-FFF2-40B4-BE49-F238E27FC236}">
                  <a16:creationId xmlns:a16="http://schemas.microsoft.com/office/drawing/2014/main" id="{49724149-D986-4562-81EA-4450338111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3">
              <a:extLst>
                <a:ext uri="{FF2B5EF4-FFF2-40B4-BE49-F238E27FC236}">
                  <a16:creationId xmlns:a16="http://schemas.microsoft.com/office/drawing/2014/main" id="{33DD1268-DBDE-40B0-B3B0-FFBE574C5C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4">
              <a:extLst>
                <a:ext uri="{FF2B5EF4-FFF2-40B4-BE49-F238E27FC236}">
                  <a16:creationId xmlns:a16="http://schemas.microsoft.com/office/drawing/2014/main" id="{59DEFC8A-7E72-434B-89E0-D3DE02631E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5">
              <a:extLst>
                <a:ext uri="{FF2B5EF4-FFF2-40B4-BE49-F238E27FC236}">
                  <a16:creationId xmlns:a16="http://schemas.microsoft.com/office/drawing/2014/main" id="{F637DA00-54E2-444C-A560-F54995B314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56">
              <a:extLst>
                <a:ext uri="{FF2B5EF4-FFF2-40B4-BE49-F238E27FC236}">
                  <a16:creationId xmlns:a16="http://schemas.microsoft.com/office/drawing/2014/main" id="{BFDB6D14-5F2A-43F1-BEF4-71D0E63A4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57">
              <a:extLst>
                <a:ext uri="{FF2B5EF4-FFF2-40B4-BE49-F238E27FC236}">
                  <a16:creationId xmlns:a16="http://schemas.microsoft.com/office/drawing/2014/main" id="{5AE0B8F0-9F84-4595-9CCC-4CB85326FD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58">
              <a:extLst>
                <a:ext uri="{FF2B5EF4-FFF2-40B4-BE49-F238E27FC236}">
                  <a16:creationId xmlns:a16="http://schemas.microsoft.com/office/drawing/2014/main" id="{D9847DD5-AE1F-4448-A4F2-1CAFB69277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9" name="Freeform 59">
              <a:extLst>
                <a:ext uri="{FF2B5EF4-FFF2-40B4-BE49-F238E27FC236}">
                  <a16:creationId xmlns:a16="http://schemas.microsoft.com/office/drawing/2014/main" id="{76E7736D-FA04-4EB4-ACA3-36DF0EE2CB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0" name="Freeform 60">
              <a:extLst>
                <a:ext uri="{FF2B5EF4-FFF2-40B4-BE49-F238E27FC236}">
                  <a16:creationId xmlns:a16="http://schemas.microsoft.com/office/drawing/2014/main" id="{4D630A59-AEBF-44F1-9BEF-D9655EBCC1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1" name="Freeform 61">
              <a:extLst>
                <a:ext uri="{FF2B5EF4-FFF2-40B4-BE49-F238E27FC236}">
                  <a16:creationId xmlns:a16="http://schemas.microsoft.com/office/drawing/2014/main" id="{1E1D60D2-3F4A-4107-8038-2277529B5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2" name="Freeform 62">
              <a:extLst>
                <a:ext uri="{FF2B5EF4-FFF2-40B4-BE49-F238E27FC236}">
                  <a16:creationId xmlns:a16="http://schemas.microsoft.com/office/drawing/2014/main" id="{B112D252-340C-479F-BFBF-018D7C240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4959157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D70131-8A9F-45A2-829C-77B95B4C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1" y="1532415"/>
            <a:ext cx="8467006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12/7/2023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8773591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9D4E990-62AF-46B4-A31C-611ACC34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0" y="1532415"/>
            <a:ext cx="3960697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A73130-BD65-49F1-9021-B253785309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43574" y="1532415"/>
            <a:ext cx="4050000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12/7/2023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955752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D306C-AC12-4BE2-9FF4-865AD119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570" y="1532415"/>
            <a:ext cx="8467003" cy="4459190"/>
          </a:xfrm>
        </p:spPr>
        <p:txBody>
          <a:bodyPr numCol="2" spcCol="360000"/>
          <a:lstStyle>
            <a:lvl1pPr>
              <a:defRPr/>
            </a:lvl1pPr>
          </a:lstStyle>
          <a:p>
            <a:pPr lvl="0"/>
            <a:r>
              <a:rPr lang="en-AU" noProof="0" dirty="0"/>
              <a:t>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400A-F88E-43AE-A990-A2146D650ECD}" type="datetime1">
              <a:rPr lang="en-AU" noProof="0" smtClean="0"/>
              <a:t>12/7/2023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9082288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F5CCD1-CC6B-4701-871E-0AE3CFE6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8467003" cy="4459189"/>
          </a:xfrm>
        </p:spPr>
        <p:txBody>
          <a:bodyPr numCol="3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7AC4-CA73-4AA5-94CF-7FC707DB7435}" type="datetime1">
              <a:rPr lang="en-AU" noProof="0" smtClean="0"/>
              <a:t>12/7/2023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7947045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ackground picture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4903986" cy="6857998"/>
          </a:xfrm>
          <a:solidFill>
            <a:schemeClr val="bg1">
              <a:lumMod val="85000"/>
            </a:schemeClr>
          </a:solidFill>
        </p:spPr>
        <p:txBody>
          <a:bodyPr lIns="360000" tIns="360000" rIns="720000" bIns="360000">
            <a:normAutofit/>
          </a:bodyPr>
          <a:lstStyle>
            <a:lvl1pPr algn="r">
              <a:defRPr lang="en-AU" noProof="0"/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6EEB2435-9CCC-4FE5-8E11-8FE65430F0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9170" y="0"/>
            <a:ext cx="6084357" cy="6879660"/>
          </a:xfrm>
          <a:custGeom>
            <a:avLst/>
            <a:gdLst>
              <a:gd name="connsiteX0" fmla="*/ 1684339 w 6084357"/>
              <a:gd name="connsiteY0" fmla="*/ 0 h 6879660"/>
              <a:gd name="connsiteX1" fmla="*/ 6084357 w 6084357"/>
              <a:gd name="connsiteY1" fmla="*/ 0 h 6879660"/>
              <a:gd name="connsiteX2" fmla="*/ 6084357 w 6084357"/>
              <a:gd name="connsiteY2" fmla="*/ 6879660 h 6879660"/>
              <a:gd name="connsiteX3" fmla="*/ 1684339 w 6084357"/>
              <a:gd name="connsiteY3" fmla="*/ 6879660 h 6879660"/>
              <a:gd name="connsiteX4" fmla="*/ 0 w 6084357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357" h="6879660">
                <a:moveTo>
                  <a:pt x="1684339" y="0"/>
                </a:moveTo>
                <a:lnTo>
                  <a:pt x="6084357" y="0"/>
                </a:lnTo>
                <a:lnTo>
                  <a:pt x="6084357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304000" tIns="4896000" rIns="720000" bIns="18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6FF9F-348C-4F36-8E74-D55D83E5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200" y="2656800"/>
            <a:ext cx="3258090" cy="1787850"/>
          </a:xfrm>
        </p:spPr>
        <p:txBody>
          <a:bodyPr tIns="90000" bIns="90000" anchor="t"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3800">
                <a:solidFill>
                  <a:schemeClr val="bg2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noProof="0" dirty="0"/>
              <a:t>Click to add Divider slide title</a:t>
            </a:r>
            <a:endParaRPr lang="en-AU" dirty="0"/>
          </a:p>
        </p:txBody>
      </p:sp>
      <p:sp>
        <p:nvSpPr>
          <p:cNvPr id="25" name="Text Placeholder 140">
            <a:extLst>
              <a:ext uri="{FF2B5EF4-FFF2-40B4-BE49-F238E27FC236}">
                <a16:creationId xmlns:a16="http://schemas.microsoft.com/office/drawing/2014/main" id="{1E7CA0C9-C706-491C-A6A8-FDB0B12A21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48" y="5394944"/>
            <a:ext cx="2086868" cy="70723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BB3B2C9-CFDB-4AF2-BE63-E2AF8B0E7505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3611168" y="0"/>
            <a:ext cx="55423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 dirty="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768AD39D-5774-4D47-839D-1B36BB540E3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3197229" y="1167586"/>
            <a:ext cx="3412331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/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17A51544-3ECD-4ABC-8447-3699A67AC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441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" name="Logo" descr="The University of Melbourne logo">
            <a:extLst>
              <a:ext uri="{FF2B5EF4-FFF2-40B4-BE49-F238E27FC236}">
                <a16:creationId xmlns:a16="http://schemas.microsoft.com/office/drawing/2014/main" id="{B7B6EA53-04A3-48B6-AB9E-AE88845B6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255" y="616633"/>
            <a:ext cx="1260000" cy="126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0590166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ackground picture">
            <a:extLst>
              <a:ext uri="{FF2B5EF4-FFF2-40B4-BE49-F238E27FC236}">
                <a16:creationId xmlns:a16="http://schemas.microsoft.com/office/drawing/2014/main" id="{ED45A0A4-174E-49D1-AFFA-8BAA5D9DAA82}"/>
              </a:ext>
            </a:extLst>
          </p:cNvPr>
          <p:cNvSpPr/>
          <p:nvPr userDrawn="1"/>
        </p:nvSpPr>
        <p:spPr>
          <a:xfrm>
            <a:off x="0" y="-1"/>
            <a:ext cx="9153002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D5172-1753-4AD4-A614-0EFDF259A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1" name="Text Placeholder 140">
            <a:extLst>
              <a:ext uri="{FF2B5EF4-FFF2-40B4-BE49-F238E27FC236}">
                <a16:creationId xmlns:a16="http://schemas.microsoft.com/office/drawing/2014/main" id="{1D0C5B8E-9987-4DD1-A424-38B5EB8B98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94" name="Picture Placeholder 193">
            <a:extLst>
              <a:ext uri="{FF2B5EF4-FFF2-40B4-BE49-F238E27FC236}">
                <a16:creationId xmlns:a16="http://schemas.microsoft.com/office/drawing/2014/main" id="{377C17A3-B515-4A5D-8E36-2ADFC9B9D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39EEEB41-070B-4D49-8171-7FAFC7D938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80" name="Logo" descr="The University of Melbourne logo">
            <a:extLst>
              <a:ext uri="{FF2B5EF4-FFF2-40B4-BE49-F238E27FC236}">
                <a16:creationId xmlns:a16="http://schemas.microsoft.com/office/drawing/2014/main" id="{37897F24-DF87-4E8C-B6E6-84ACE89698D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1" name="AutoShape 3">
              <a:extLst>
                <a:ext uri="{FF2B5EF4-FFF2-40B4-BE49-F238E27FC236}">
                  <a16:creationId xmlns:a16="http://schemas.microsoft.com/office/drawing/2014/main" id="{C3489EAF-F8D9-4809-8ED8-CA8FC381617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E188D0CE-6AD7-4ED5-84C7-F8441A63FC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8B32A4EB-35BB-41CF-AEE9-23374677DA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34350D2F-D10C-448A-84B4-0C2AAAF155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7442180-3B44-4131-A01F-50CDB687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92E27D8F-E45D-424E-B690-E9D6FDD20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CE2282AC-63FC-4968-9EE5-3854BECCC5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9614E605-56C7-4203-88F7-A249DD372F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1435CB18-F431-488B-8432-F0E31B702F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F4CED4D6-709F-485D-BF96-D587F4612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960C9BFD-13B6-462B-A28C-D59B3AE961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38E33990-C726-43C6-AAE9-3042C6086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28AD98D8-8750-428F-AEDB-9E3B072B04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65DFD512-B7BC-4460-98F2-580FE2DEB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816B12A3-B6E3-4C94-A503-F805AFA52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52E838E1-95FA-4863-A612-5CD074D835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3757F951-EC8B-4808-89A7-F72EE6B318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1455BC2A-95E3-4B3A-B766-F9B3448544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AE15192B-445F-460F-85D4-DE1D6548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02FC4BA9-60CC-4EA7-9E2C-A5781AF9ED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F867C6F2-77CB-454F-AD03-4AF6BCD31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45C184A9-C9A7-4BE9-B8AA-670D53F495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639F1355-F9BF-4E35-ACCA-3CF569604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0BB969C3-B2B2-4A95-9E0D-147BDC6AB6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57AB5BEA-00D2-4949-A82F-228D2DF5D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55839B15-6AD5-4624-97BA-D5F76E026A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F1AECCAA-F917-4046-A275-45746EE148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EFC2605C-AC3F-4985-9EAA-9D07535AD8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2">
              <a:extLst>
                <a:ext uri="{FF2B5EF4-FFF2-40B4-BE49-F238E27FC236}">
                  <a16:creationId xmlns:a16="http://schemas.microsoft.com/office/drawing/2014/main" id="{DD2FD06C-F665-400C-A2DA-05B4080530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4">
              <a:extLst>
                <a:ext uri="{FF2B5EF4-FFF2-40B4-BE49-F238E27FC236}">
                  <a16:creationId xmlns:a16="http://schemas.microsoft.com/office/drawing/2014/main" id="{F9D84D94-901A-4825-AE62-4D5E6B758B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5">
              <a:extLst>
                <a:ext uri="{FF2B5EF4-FFF2-40B4-BE49-F238E27FC236}">
                  <a16:creationId xmlns:a16="http://schemas.microsoft.com/office/drawing/2014/main" id="{E697AA8F-F3A2-4AA2-82F7-C12FDEB95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6">
              <a:extLst>
                <a:ext uri="{FF2B5EF4-FFF2-40B4-BE49-F238E27FC236}">
                  <a16:creationId xmlns:a16="http://schemas.microsoft.com/office/drawing/2014/main" id="{6663BAD3-DE57-4E7D-8928-8A3D293591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7">
              <a:extLst>
                <a:ext uri="{FF2B5EF4-FFF2-40B4-BE49-F238E27FC236}">
                  <a16:creationId xmlns:a16="http://schemas.microsoft.com/office/drawing/2014/main" id="{588E81B4-B58F-4FB1-BD66-9303C62B0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8">
              <a:extLst>
                <a:ext uri="{FF2B5EF4-FFF2-40B4-BE49-F238E27FC236}">
                  <a16:creationId xmlns:a16="http://schemas.microsoft.com/office/drawing/2014/main" id="{A594E9CB-B4F5-4674-B6D8-8EA0AEB5A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9">
              <a:extLst>
                <a:ext uri="{FF2B5EF4-FFF2-40B4-BE49-F238E27FC236}">
                  <a16:creationId xmlns:a16="http://schemas.microsoft.com/office/drawing/2014/main" id="{E9EE944B-2537-4E86-BB79-01B08A98BD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40">
              <a:extLst>
                <a:ext uri="{FF2B5EF4-FFF2-40B4-BE49-F238E27FC236}">
                  <a16:creationId xmlns:a16="http://schemas.microsoft.com/office/drawing/2014/main" id="{37F641CA-A99B-4BD2-A7F3-C62EB5FA53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1">
              <a:extLst>
                <a:ext uri="{FF2B5EF4-FFF2-40B4-BE49-F238E27FC236}">
                  <a16:creationId xmlns:a16="http://schemas.microsoft.com/office/drawing/2014/main" id="{3F7E6118-0496-4290-AA76-92DD7696A7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2">
              <a:extLst>
                <a:ext uri="{FF2B5EF4-FFF2-40B4-BE49-F238E27FC236}">
                  <a16:creationId xmlns:a16="http://schemas.microsoft.com/office/drawing/2014/main" id="{CDEB2522-C9F4-45AB-B832-03D7C2790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3">
              <a:extLst>
                <a:ext uri="{FF2B5EF4-FFF2-40B4-BE49-F238E27FC236}">
                  <a16:creationId xmlns:a16="http://schemas.microsoft.com/office/drawing/2014/main" id="{057DAF99-B071-4689-AE85-49CF17FFE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4">
              <a:extLst>
                <a:ext uri="{FF2B5EF4-FFF2-40B4-BE49-F238E27FC236}">
                  <a16:creationId xmlns:a16="http://schemas.microsoft.com/office/drawing/2014/main" id="{2AD55BEA-5647-4233-8812-D97172F30D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5">
              <a:extLst>
                <a:ext uri="{FF2B5EF4-FFF2-40B4-BE49-F238E27FC236}">
                  <a16:creationId xmlns:a16="http://schemas.microsoft.com/office/drawing/2014/main" id="{B7A2A249-84E7-4314-BA61-DBCDCB58DA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6">
              <a:extLst>
                <a:ext uri="{FF2B5EF4-FFF2-40B4-BE49-F238E27FC236}">
                  <a16:creationId xmlns:a16="http://schemas.microsoft.com/office/drawing/2014/main" id="{080CB9C7-879F-4C5F-B900-E42905A1A8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7">
              <a:extLst>
                <a:ext uri="{FF2B5EF4-FFF2-40B4-BE49-F238E27FC236}">
                  <a16:creationId xmlns:a16="http://schemas.microsoft.com/office/drawing/2014/main" id="{85D5ED3B-6B44-4242-8789-CFAE143293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8">
              <a:extLst>
                <a:ext uri="{FF2B5EF4-FFF2-40B4-BE49-F238E27FC236}">
                  <a16:creationId xmlns:a16="http://schemas.microsoft.com/office/drawing/2014/main" id="{44123FC8-6160-45EE-9F87-6181F127D5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9">
              <a:extLst>
                <a:ext uri="{FF2B5EF4-FFF2-40B4-BE49-F238E27FC236}">
                  <a16:creationId xmlns:a16="http://schemas.microsoft.com/office/drawing/2014/main" id="{8E63F81C-B7AD-447D-82E2-F6A801B1A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50">
              <a:extLst>
                <a:ext uri="{FF2B5EF4-FFF2-40B4-BE49-F238E27FC236}">
                  <a16:creationId xmlns:a16="http://schemas.microsoft.com/office/drawing/2014/main" id="{1B215EF7-12A0-4E3D-B169-EC7F61B8CC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1AB5A98F-EEF6-4431-A296-5210F55AF8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2">
              <a:extLst>
                <a:ext uri="{FF2B5EF4-FFF2-40B4-BE49-F238E27FC236}">
                  <a16:creationId xmlns:a16="http://schemas.microsoft.com/office/drawing/2014/main" id="{AE991A24-3E0D-4D0F-B18B-E90EACF85D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3">
              <a:extLst>
                <a:ext uri="{FF2B5EF4-FFF2-40B4-BE49-F238E27FC236}">
                  <a16:creationId xmlns:a16="http://schemas.microsoft.com/office/drawing/2014/main" id="{917F8D29-F091-40D7-83CB-7973CF99E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4">
              <a:extLst>
                <a:ext uri="{FF2B5EF4-FFF2-40B4-BE49-F238E27FC236}">
                  <a16:creationId xmlns:a16="http://schemas.microsoft.com/office/drawing/2014/main" id="{8B994471-93F7-4139-8030-677E01D4D2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5">
              <a:extLst>
                <a:ext uri="{FF2B5EF4-FFF2-40B4-BE49-F238E27FC236}">
                  <a16:creationId xmlns:a16="http://schemas.microsoft.com/office/drawing/2014/main" id="{05E330A0-5581-4F4F-A039-823CBB4C2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6">
              <a:extLst>
                <a:ext uri="{FF2B5EF4-FFF2-40B4-BE49-F238E27FC236}">
                  <a16:creationId xmlns:a16="http://schemas.microsoft.com/office/drawing/2014/main" id="{E73C40F5-7283-4E3D-A087-181455AA59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7">
              <a:extLst>
                <a:ext uri="{FF2B5EF4-FFF2-40B4-BE49-F238E27FC236}">
                  <a16:creationId xmlns:a16="http://schemas.microsoft.com/office/drawing/2014/main" id="{64EEF324-5B97-42E0-8919-10228AFBF0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8">
              <a:extLst>
                <a:ext uri="{FF2B5EF4-FFF2-40B4-BE49-F238E27FC236}">
                  <a16:creationId xmlns:a16="http://schemas.microsoft.com/office/drawing/2014/main" id="{F2CA6A11-D1E3-4E3C-8A26-2E66CE9229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9">
              <a:extLst>
                <a:ext uri="{FF2B5EF4-FFF2-40B4-BE49-F238E27FC236}">
                  <a16:creationId xmlns:a16="http://schemas.microsoft.com/office/drawing/2014/main" id="{478F9720-5495-467D-974F-AB6027FFB1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60">
              <a:extLst>
                <a:ext uri="{FF2B5EF4-FFF2-40B4-BE49-F238E27FC236}">
                  <a16:creationId xmlns:a16="http://schemas.microsoft.com/office/drawing/2014/main" id="{F57D5781-C76E-4D29-8622-D9AEF8EBA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1">
              <a:extLst>
                <a:ext uri="{FF2B5EF4-FFF2-40B4-BE49-F238E27FC236}">
                  <a16:creationId xmlns:a16="http://schemas.microsoft.com/office/drawing/2014/main" id="{84BDD055-1F96-4693-89A0-C50330B04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2">
              <a:extLst>
                <a:ext uri="{FF2B5EF4-FFF2-40B4-BE49-F238E27FC236}">
                  <a16:creationId xmlns:a16="http://schemas.microsoft.com/office/drawing/2014/main" id="{C96029DA-312F-4980-9972-EFCDC3310E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2866070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 picture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CC472-DAD0-430B-85AC-71A0179A9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438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855" y="4100400"/>
            <a:ext cx="4499468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67" name="Text Placeholder 140">
            <a:extLst>
              <a:ext uri="{FF2B5EF4-FFF2-40B4-BE49-F238E27FC236}">
                <a16:creationId xmlns:a16="http://schemas.microsoft.com/office/drawing/2014/main" id="{F997F199-0CF9-40C8-9EAA-1BE7B409F1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85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8" name="Text Placeholder 135">
            <a:extLst>
              <a:ext uri="{FF2B5EF4-FFF2-40B4-BE49-F238E27FC236}">
                <a16:creationId xmlns:a16="http://schemas.microsoft.com/office/drawing/2014/main" id="{6020C5ED-8684-4963-B702-A20B7E17DD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47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31FF7547-DB01-4846-AA48-477E9E9AD8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noFill/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grpSp>
        <p:nvGrpSpPr>
          <p:cNvPr id="66" name="Logo" descr="The University of Melbourne logo">
            <a:extLst>
              <a:ext uri="{FF2B5EF4-FFF2-40B4-BE49-F238E27FC236}">
                <a16:creationId xmlns:a16="http://schemas.microsoft.com/office/drawing/2014/main" id="{704F5866-81AF-49E6-B4EB-DD6D2560FEC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256780" cy="1260000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00867E46-1BF5-442D-A0A5-F8E783CBEF7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E992B825-3444-4976-BADD-449241902E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B7A36325-C8C8-43D7-8F3C-B7ADCF806F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02EBE5C1-67B0-4021-A4D6-F36C1E2076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3AC9CC64-EED2-41B1-9D70-62F468B5EF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2C369124-A4C6-43AF-BEE0-D0484F77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DA2B60C1-4D9C-4921-A53E-CB741140B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516687D2-F9EB-40A6-8C33-4628B952AA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1F98E951-E4F5-4244-A392-06F4C5CBE3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D73B3FAF-1360-400B-A34D-DE7FA61DA5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0E3E0443-559E-40A4-AC83-B7C7B46D6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3B6D64C0-503A-4A3E-8856-A2D00080C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44E608E-FA53-4EE6-8B32-A176787AD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82E59E1A-FE23-4484-A602-50A63C2BB8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AB8B48A5-027C-4C8C-B2BA-66106412CD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18367D32-5FB5-44FE-BF95-D094631A27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EFD63C50-7B28-4BB5-96CD-4FC0FA7C4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0CFDB50E-769E-4CC4-959A-767A1BD5C6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B25B96F8-0F1A-443B-A745-968636FB76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B3CE29F3-B1CB-4E2E-8D44-BD05F8C9E4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5F2BD262-D743-46CB-A02D-8FC6A20B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27696AC0-6BD9-4800-AD55-9D14D1D92F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0DFCE9BD-D104-4F2A-B32B-3F10C6285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B84E4709-431B-4D50-A86F-228E2DDFD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460EDE2F-28EA-4986-8B02-E77F134F97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4E929A16-7E2A-435C-BC1F-5DBB58D2F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19B1465-08DD-43B7-BA12-F0249462A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7E485DB7-2FC6-4F7D-8FD2-0683F19940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8930586B-B0D5-4F03-BE69-A95CA228DF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29527089-AB6C-4BA1-8CA4-BBEF23F00C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4A16389F-042C-4CD5-9594-F9963A5A01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6B904AFC-1AE6-4549-BD77-A401BAE5E4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0CA5B956-56EC-4BDE-B2E4-66104DACF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A80A7CDF-090E-4E2A-8816-160E0CF0D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A72A4A94-54E6-4069-90FB-67FA293A48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717900C0-C738-43B9-8986-FD0513356E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A9AD3EAD-6FD9-4AD6-B87E-7C8FBAAF6B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B63EE469-D93B-4B30-9FDA-B2065EE1B1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B7606B58-2606-4B88-84C4-EAAB3AF23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9" name="Freeform 44">
              <a:extLst>
                <a:ext uri="{FF2B5EF4-FFF2-40B4-BE49-F238E27FC236}">
                  <a16:creationId xmlns:a16="http://schemas.microsoft.com/office/drawing/2014/main" id="{266CC504-A588-4948-8EBD-437273722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0" name="Freeform 45">
              <a:extLst>
                <a:ext uri="{FF2B5EF4-FFF2-40B4-BE49-F238E27FC236}">
                  <a16:creationId xmlns:a16="http://schemas.microsoft.com/office/drawing/2014/main" id="{23C151DC-68CD-499A-80C6-5C2AF3A48B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806EDA6A-E4B6-4F25-AD2F-2250B0716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F18D44B4-FCDE-44F0-ACF1-E4C6F64EA8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9F466797-5B15-462F-9437-F17E5A6BB8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4" name="Freeform 49">
              <a:extLst>
                <a:ext uri="{FF2B5EF4-FFF2-40B4-BE49-F238E27FC236}">
                  <a16:creationId xmlns:a16="http://schemas.microsoft.com/office/drawing/2014/main" id="{4D1E115A-6AF3-4FED-86D0-CFA159F32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E4CD996B-6CC2-4A56-9EA0-3F04EF82D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6" name="Freeform 51">
              <a:extLst>
                <a:ext uri="{FF2B5EF4-FFF2-40B4-BE49-F238E27FC236}">
                  <a16:creationId xmlns:a16="http://schemas.microsoft.com/office/drawing/2014/main" id="{24F2446F-3849-4482-BC3E-97124235EA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7" name="Freeform 52">
              <a:extLst>
                <a:ext uri="{FF2B5EF4-FFF2-40B4-BE49-F238E27FC236}">
                  <a16:creationId xmlns:a16="http://schemas.microsoft.com/office/drawing/2014/main" id="{B7067752-2A5D-42B1-AB3E-18B76107F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8" name="Freeform 53">
              <a:extLst>
                <a:ext uri="{FF2B5EF4-FFF2-40B4-BE49-F238E27FC236}">
                  <a16:creationId xmlns:a16="http://schemas.microsoft.com/office/drawing/2014/main" id="{2ACA393E-A1C2-44C6-85A5-959CB0AA5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9" name="Freeform 54">
              <a:extLst>
                <a:ext uri="{FF2B5EF4-FFF2-40B4-BE49-F238E27FC236}">
                  <a16:creationId xmlns:a16="http://schemas.microsoft.com/office/drawing/2014/main" id="{1E50F933-A102-49FE-AB89-70881685B1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0" name="Freeform 55">
              <a:extLst>
                <a:ext uri="{FF2B5EF4-FFF2-40B4-BE49-F238E27FC236}">
                  <a16:creationId xmlns:a16="http://schemas.microsoft.com/office/drawing/2014/main" id="{2BC9D408-EA8E-4927-9492-AA7CC2BC8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1" name="Freeform 56">
              <a:extLst>
                <a:ext uri="{FF2B5EF4-FFF2-40B4-BE49-F238E27FC236}">
                  <a16:creationId xmlns:a16="http://schemas.microsoft.com/office/drawing/2014/main" id="{2487F5FE-51F0-495F-AFF4-E22ACE07DA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2" name="Freeform 57">
              <a:extLst>
                <a:ext uri="{FF2B5EF4-FFF2-40B4-BE49-F238E27FC236}">
                  <a16:creationId xmlns:a16="http://schemas.microsoft.com/office/drawing/2014/main" id="{FB77AC1E-2A05-497E-83E5-DAA9D70F9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3" name="Freeform 58">
              <a:extLst>
                <a:ext uri="{FF2B5EF4-FFF2-40B4-BE49-F238E27FC236}">
                  <a16:creationId xmlns:a16="http://schemas.microsoft.com/office/drawing/2014/main" id="{E2BD8910-DFF4-4AD1-8A40-97BDA381D9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4" name="Freeform 59">
              <a:extLst>
                <a:ext uri="{FF2B5EF4-FFF2-40B4-BE49-F238E27FC236}">
                  <a16:creationId xmlns:a16="http://schemas.microsoft.com/office/drawing/2014/main" id="{899643D0-C3C9-4998-9D80-AA99C6A50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19732CFA-0521-4732-8A1F-048BD1F88A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80783DB2-E8C8-4A4E-8CA6-9504991B73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7" name="Freeform 62">
              <a:extLst>
                <a:ext uri="{FF2B5EF4-FFF2-40B4-BE49-F238E27FC236}">
                  <a16:creationId xmlns:a16="http://schemas.microsoft.com/office/drawing/2014/main" id="{C0B3A882-66E9-4B1D-80B4-2CAA3F1B1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9254271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2979114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E88FB60-9BD8-44D2-8E99-9179BF91B62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5099" y="1531937"/>
            <a:ext cx="3927587" cy="4496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9105" y="433468"/>
            <a:ext cx="4201425" cy="642453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9758" t="-6747" r="-21524" b="-1345"/>
            </a:stretch>
          </a:blip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icon to add image of presenter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0ED71-D102-4A47-8D49-527E513DAA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082055834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3708699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5100" y="1532415"/>
            <a:ext cx="465717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69"/>
            <a:ext cx="3513658" cy="573903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8B481F-F48B-4165-9994-0C92BB7AD6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063AA-F11D-434D-BF4B-6BEC7C09DE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3F73FE-784F-4046-9FDF-D1F44B5631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7244471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CCD6-E84C-46D8-B655-FF2A3AA2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70"/>
            <a:ext cx="3513658" cy="27805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6647F71-61AB-4F70-949E-DB7E75E787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36CDA-AA08-4310-819C-A57DD13C891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11B402-7956-4408-A9AD-6233932E37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0990561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986A-A45F-4DE0-B24B-35B0EAD4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69"/>
            <a:ext cx="1592913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8"/>
            <a:ext cx="3513658" cy="277793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FBC23-2E1D-42B9-B06F-441D2E530D6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B7D2-3266-43A3-90E3-F519CAA0028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3AEE1-F4C5-412B-8057-91CD0766066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9866145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0E68-1A09-4860-801B-1E090EA0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77"/>
            <a:ext cx="1592913" cy="132242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0" name="Picture Placeholder 8">
            <a:extLst>
              <a:ext uri="{FF2B5EF4-FFF2-40B4-BE49-F238E27FC236}">
                <a16:creationId xmlns:a16="http://schemas.microsoft.com/office/drawing/2014/main" id="{FA4A79D4-E349-4EBC-AEB1-516796BF6A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17616" y="1939078"/>
            <a:ext cx="1592913" cy="127232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535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DF1-862D-4D1D-A8F8-0AA91E60F74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3492-1660-44F3-B16E-E09C0EEDF9E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487AC-7944-4F9E-83A1-02B02A7742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3933443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Background picture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91CDF-82D6-44F9-AF02-7A76BD0DF3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417" y="2007045"/>
            <a:ext cx="2249262" cy="4650330"/>
          </a:xfrm>
          <a:solidFill>
            <a:schemeClr val="tx2">
              <a:alpha val="80000"/>
            </a:schemeClr>
          </a:solidFill>
        </p:spPr>
        <p:txBody>
          <a:bodyPr lIns="180000" tIns="180000" rIns="180000" bIns="180000" anchor="t">
            <a:sp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20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AU" noProof="0" dirty="0"/>
              <a:t>Use this for dark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  <a:br>
              <a:rPr lang="en-AU" noProof="0" dirty="0"/>
            </a:br>
            <a:r>
              <a:rPr lang="en-AU" noProof="0" dirty="0"/>
              <a:t>Second level</a:t>
            </a:r>
            <a:br>
              <a:rPr lang="en-AU" noProof="0" dirty="0"/>
            </a:br>
            <a:r>
              <a:rPr lang="en-AU" noProof="0" dirty="0"/>
              <a:t>Third level</a:t>
            </a:r>
            <a:br>
              <a:rPr lang="en-AU" noProof="0" dirty="0"/>
            </a:br>
            <a:r>
              <a:rPr lang="en-AU" noProof="0" dirty="0"/>
              <a:t>Fourth level</a:t>
            </a:r>
            <a:br>
              <a:rPr lang="en-AU" noProof="0" dirty="0"/>
            </a:br>
            <a:r>
              <a:rPr lang="en-AU" noProof="0" dirty="0"/>
              <a:t>5</a:t>
            </a:r>
            <a:br>
              <a:rPr lang="en-AU" noProof="0" dirty="0"/>
            </a:br>
            <a:r>
              <a:rPr lang="en-AU" noProof="0" dirty="0"/>
              <a:t>6</a:t>
            </a:r>
            <a:br>
              <a:rPr lang="en-AU" noProof="0" dirty="0"/>
            </a:br>
            <a:r>
              <a:rPr lang="en-AU" noProof="0" dirty="0"/>
              <a:t>7</a:t>
            </a:r>
            <a:br>
              <a:rPr lang="en-AU" noProof="0" dirty="0"/>
            </a:br>
            <a:r>
              <a:rPr lang="en-AU" noProof="0" dirty="0"/>
              <a:t>8</a:t>
            </a:r>
            <a:br>
              <a:rPr lang="en-AU" noProof="0" dirty="0"/>
            </a:br>
            <a:r>
              <a:rPr lang="en-AU" noProof="0" dirty="0"/>
              <a:t>9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101E6B8E-059C-4DCE-8053-9C813CD4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42915862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Background picture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0CB8D-2055-4CBE-AD2D-E90EB9F20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1547" y="2007045"/>
            <a:ext cx="2224340" cy="5009403"/>
          </a:xfrm>
          <a:solidFill>
            <a:schemeClr val="bg1">
              <a:alpha val="80000"/>
            </a:schemeClr>
          </a:solidFill>
        </p:spPr>
        <p:txBody>
          <a:bodyPr lIns="180000" tIns="180000" rIns="180000" bIns="180000" anchor="t">
            <a:spAutoFit/>
          </a:bodyPr>
          <a:lstStyle>
            <a:lvl1pPr>
              <a:lnSpc>
                <a:spcPts val="2800"/>
              </a:lnSpc>
              <a:defRPr sz="2000">
                <a:latin typeface="+mn-lt"/>
              </a:defRPr>
            </a:lvl1pPr>
          </a:lstStyle>
          <a:p>
            <a:pPr lvl="0"/>
            <a:r>
              <a:rPr lang="en-AU" noProof="0" dirty="0"/>
              <a:t>Use this for light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  <a:br>
              <a:rPr lang="en-AU" noProof="0" dirty="0"/>
            </a:br>
            <a:r>
              <a:rPr lang="en-AU" noProof="0" dirty="0"/>
              <a:t>Second level</a:t>
            </a:r>
            <a:br>
              <a:rPr lang="en-AU" noProof="0" dirty="0"/>
            </a:br>
            <a:r>
              <a:rPr lang="en-AU" noProof="0" dirty="0"/>
              <a:t>Third level</a:t>
            </a:r>
            <a:br>
              <a:rPr lang="en-AU" noProof="0" dirty="0"/>
            </a:br>
            <a:r>
              <a:rPr lang="en-AU" noProof="0" dirty="0"/>
              <a:t>Fourth level</a:t>
            </a:r>
            <a:br>
              <a:rPr lang="en-AU" noProof="0" dirty="0"/>
            </a:br>
            <a:r>
              <a:rPr lang="en-AU" noProof="0" dirty="0"/>
              <a:t>5</a:t>
            </a:r>
            <a:br>
              <a:rPr lang="en-AU" noProof="0" dirty="0"/>
            </a:br>
            <a:r>
              <a:rPr lang="en-AU" noProof="0" dirty="0"/>
              <a:t>6</a:t>
            </a:r>
            <a:br>
              <a:rPr lang="en-AU" noProof="0" dirty="0"/>
            </a:br>
            <a:r>
              <a:rPr lang="en-AU" noProof="0" dirty="0"/>
              <a:t>7</a:t>
            </a:r>
            <a:br>
              <a:rPr lang="en-AU" noProof="0" dirty="0"/>
            </a:br>
            <a:r>
              <a:rPr lang="en-AU" noProof="0" dirty="0"/>
              <a:t>8</a:t>
            </a:r>
            <a:br>
              <a:rPr lang="en-AU" noProof="0" dirty="0"/>
            </a:br>
            <a:r>
              <a:rPr lang="en-AU" noProof="0" dirty="0"/>
              <a:t>9</a:t>
            </a:r>
            <a:br>
              <a:rPr lang="en-AU" noProof="0" dirty="0"/>
            </a:br>
            <a:r>
              <a:rPr lang="en-AU" noProof="0" dirty="0"/>
              <a:t>Fifth level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101E6B8E-059C-4DCE-8053-9C813CD4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8210904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AE9195-D441-4C9F-89C6-13113FBCB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AU" dirty="0"/>
          </a:p>
        </p:txBody>
      </p:sp>
      <p:sp>
        <p:nvSpPr>
          <p:cNvPr id="80" name="Text Placeholder 140">
            <a:extLst>
              <a:ext uri="{FF2B5EF4-FFF2-40B4-BE49-F238E27FC236}">
                <a16:creationId xmlns:a16="http://schemas.microsoft.com/office/drawing/2014/main" id="{53B70884-5EDB-4D16-B565-71037E500B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9" name="Text Placeholder 135">
            <a:extLst>
              <a:ext uri="{FF2B5EF4-FFF2-40B4-BE49-F238E27FC236}">
                <a16:creationId xmlns:a16="http://schemas.microsoft.com/office/drawing/2014/main" id="{E87707C1-F769-4D39-9A1C-1D073FF6F9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92" name="Picture Placeholder 191">
            <a:extLst>
              <a:ext uri="{FF2B5EF4-FFF2-40B4-BE49-F238E27FC236}">
                <a16:creationId xmlns:a16="http://schemas.microsoft.com/office/drawing/2014/main" id="{B93F5C33-3854-4C6B-9539-F8B8FD2316A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81" name="Logo" descr="The University of Melbourne logo">
            <a:extLst>
              <a:ext uri="{FF2B5EF4-FFF2-40B4-BE49-F238E27FC236}">
                <a16:creationId xmlns:a16="http://schemas.microsoft.com/office/drawing/2014/main" id="{73D7045A-1CF1-44F6-8E2E-B9405FED9E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2" name="AutoShape 3">
              <a:extLst>
                <a:ext uri="{FF2B5EF4-FFF2-40B4-BE49-F238E27FC236}">
                  <a16:creationId xmlns:a16="http://schemas.microsoft.com/office/drawing/2014/main" id="{04BEA57A-8E7B-4E24-BE7A-E0AADB5DBA8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Rectangle 5">
              <a:extLst>
                <a:ext uri="{FF2B5EF4-FFF2-40B4-BE49-F238E27FC236}">
                  <a16:creationId xmlns:a16="http://schemas.microsoft.com/office/drawing/2014/main" id="{EFF044F0-4B98-4888-9641-C41102F0A9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4F2A23F-5984-4111-AD9E-E308218812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B3AE443D-FE04-4EDC-80FC-B314325A12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9C7F0E7-88D6-4E4A-A312-AE6964CBA4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F73247B3-9572-4E50-A9F9-D9B42DC0DF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3259D609-76D9-45D0-B15F-0FA397DBB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5C2E2C7F-FF30-4A56-8534-D9965DD5E0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F687FBAE-B910-4327-B1A4-6FD6E81AB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1B1BC6E6-2BD9-4CA8-AD54-CC72783F8C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0CDCD004-D1EF-443A-A818-883EEB3F37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1E965659-AF38-4929-8B73-B87840A6AF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A3D4EF62-702A-477E-B94D-96320B008A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27C56C97-AC3A-4214-A776-9FF21C875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E9D54D47-364F-4F9A-BAE3-C930CC7651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0D8D1571-B8DF-4AF6-B70F-82B9CB7139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FFFA97D6-566E-417D-A763-A6F698AD3F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D26DF387-B00F-4137-B22B-FFA49E0825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3DB8FBAB-4331-4D07-A90E-A7D5F0A46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2F259DE1-FFBE-4450-A752-4EC257B51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A32957BA-13D6-4ED9-977D-0C89E970E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B5BFEAC1-4E37-49A2-B67D-2BC8D109AF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788C1048-9836-47D1-BF7E-9959787A63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C494BEF8-5481-49D8-A1DB-26A618F8D7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FF78676F-BD80-4152-AF8A-17C051377F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A9BCBAEE-0E8B-4E88-B3AB-F4B67DAC31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0491E6F5-E006-496A-9B9D-6B4FD0E3C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7CEC1DFB-4708-49E7-81F5-C199ABD915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EA921ED2-8301-42A8-A841-5319A0E91E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E486F39-3893-4DC2-838D-2B51F0E741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CB2A0A8E-24F6-45A5-A95A-481A46553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04341E2F-C06C-4F36-8B74-BB7BF852FC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388F3EB0-17D8-4898-B8B9-58FD6F76C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37E8FFD8-89F7-4657-9947-47E219EAF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23962857-2355-43B5-BA46-7156E544A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C0C7C601-CD63-4A4C-987C-7C70F465AB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58E2A667-5C9E-492E-88B9-428AE35876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72A6983F-C2E1-40AE-B7C0-E427349DC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6CCF0988-C833-445A-94CB-07EF590C34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3A188AE4-9B9C-4C34-9F86-AF304C2850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A89453D6-85C4-4E2D-8FA0-72A14EA515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BD6BC0F7-C21F-400B-9ED4-BF35CE7FED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0B5CBA8E-8322-4660-BE10-0D7C40BBF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DEB21783-D296-4A05-BE34-BFE7D5553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18535967-D3E3-48C2-A56E-FAB7015A90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F0D8AE3F-FC91-4265-87AE-A22989B4E4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CB3036C3-8B8F-466E-A40B-9F31B9B53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51B64F91-1250-42C8-B692-DBEE837B5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7A5E8821-26A6-4A47-9441-123CB1CD9D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C9AD4000-AE32-4994-A808-D65FCD6671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A73E2B1C-573F-4515-B15A-5415B63E2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8B4526F5-E3C2-477E-A9BA-5C3B9B1BF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E6C1F2F2-0690-4896-8B3E-7E5711AE70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2644BE99-447A-436A-ABB5-29D00547F7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B5285F8-7FA1-4849-9832-32B623D59C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258FBFF-3560-4321-9C39-990AB7BA5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1">
              <a:extLst>
                <a:ext uri="{FF2B5EF4-FFF2-40B4-BE49-F238E27FC236}">
                  <a16:creationId xmlns:a16="http://schemas.microsoft.com/office/drawing/2014/main" id="{9543B324-060D-43F0-A83B-E3C6BBB4A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2">
              <a:extLst>
                <a:ext uri="{FF2B5EF4-FFF2-40B4-BE49-F238E27FC236}">
                  <a16:creationId xmlns:a16="http://schemas.microsoft.com/office/drawing/2014/main" id="{487AEC3D-AFC0-4B04-BCF3-E63D6E8C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647342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0B07-410E-4D96-88F0-B617572F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C5FD4-26B4-4C9F-9FC8-80D375B3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98522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BEEA4-40AB-415D-B46A-85326892B4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81" name="Text Placeholder 140">
            <a:extLst>
              <a:ext uri="{FF2B5EF4-FFF2-40B4-BE49-F238E27FC236}">
                <a16:creationId xmlns:a16="http://schemas.microsoft.com/office/drawing/2014/main" id="{E2C11A33-E2C2-4ED9-A0FF-F9E78469F2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5C025F18-8FF4-4B34-A693-A44D12A72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04549" y="1429098"/>
            <a:ext cx="4439450" cy="5426469"/>
          </a:xfrm>
          <a:custGeom>
            <a:avLst/>
            <a:gdLst>
              <a:gd name="connsiteX0" fmla="*/ 4439450 w 4439450"/>
              <a:gd name="connsiteY0" fmla="*/ 0 h 5426469"/>
              <a:gd name="connsiteX1" fmla="*/ 4439450 w 4439450"/>
              <a:gd name="connsiteY1" fmla="*/ 5426469 h 5426469"/>
              <a:gd name="connsiteX2" fmla="*/ 1117428 w 4439450"/>
              <a:gd name="connsiteY2" fmla="*/ 5426469 h 5426469"/>
              <a:gd name="connsiteX3" fmla="*/ 7072 w 4439450"/>
              <a:gd name="connsiteY3" fmla="*/ 1226597 h 5426469"/>
              <a:gd name="connsiteX4" fmla="*/ 0 w 4439450"/>
              <a:gd name="connsiteY4" fmla="*/ 1190929 h 5426469"/>
              <a:gd name="connsiteX5" fmla="*/ 4439450 w 4439450"/>
              <a:gd name="connsiteY5" fmla="*/ 0 h 542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9450" h="5426469">
                <a:moveTo>
                  <a:pt x="4439450" y="0"/>
                </a:moveTo>
                <a:lnTo>
                  <a:pt x="4439450" y="5426469"/>
                </a:lnTo>
                <a:lnTo>
                  <a:pt x="1117428" y="5426469"/>
                </a:lnTo>
                <a:lnTo>
                  <a:pt x="7072" y="1226597"/>
                </a:lnTo>
                <a:lnTo>
                  <a:pt x="0" y="1190929"/>
                </a:lnTo>
                <a:lnTo>
                  <a:pt x="4439450" y="0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79808" t="-43218" r="-79808" b="-432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90" name="Text Placeholder 135">
            <a:extLst>
              <a:ext uri="{FF2B5EF4-FFF2-40B4-BE49-F238E27FC236}">
                <a16:creationId xmlns:a16="http://schemas.microsoft.com/office/drawing/2014/main" id="{7D8334C9-D68C-4E9D-A650-AE6F03987F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79" name="Logo" descr="The University of Melbourne logo">
            <a:extLst>
              <a:ext uri="{FF2B5EF4-FFF2-40B4-BE49-F238E27FC236}">
                <a16:creationId xmlns:a16="http://schemas.microsoft.com/office/drawing/2014/main" id="{50E45555-0D79-4235-8221-A9A6FF4D991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0" name="AutoShape 3">
              <a:extLst>
                <a:ext uri="{FF2B5EF4-FFF2-40B4-BE49-F238E27FC236}">
                  <a16:creationId xmlns:a16="http://schemas.microsoft.com/office/drawing/2014/main" id="{E03AC1E8-FBEA-4395-BE3A-BBCA21C339C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0C810878-91C8-426A-A6FD-8F377D438D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722EF669-1189-4A56-BA8C-0FDA5B08BD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C2DA108B-03D1-4CD1-A6EE-76B5867091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66852CA1-7488-467A-B2B6-03E4D14F6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2D07471F-6C21-4A57-8B3D-FD220530F1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EA8D7493-0B1E-4D0B-A4ED-176CF60620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EB34DF85-B33B-40AD-B7EA-C4E9980CA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B60DFCCF-9779-4D9B-8A38-01ACC19F6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5F0032FE-0EFE-4D4D-BADC-394D10C1A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A04C33F5-19EF-41C3-AC6E-2EA7094101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8C03D4CC-B679-4425-A038-0307150827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BCC0DA7C-C67E-42C4-A63D-36668C1CFD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7CE577F2-BB14-4E41-9F95-B1B5B793D1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DCE80AEF-03D4-4991-87AC-1277E80295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7DDA4677-C62F-4E85-BC46-1C64D02E42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380A1CC5-DBAB-486F-BB40-A32A5C96A5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C952CB74-FB28-49FE-BFA8-C7531AEB7F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9E7D579A-A059-4D10-9349-B351C5A317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1BB9DF87-54DD-471D-AC8A-EFE3A1F6DF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8B884E2F-26FE-447B-A8EA-C9EF1246DA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EB941F66-015D-4B17-8283-20CAAC23D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E052A2F3-7C33-4DBA-80DE-861848D56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0223E2CB-CE52-42EE-B439-CD53D9F776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1CBA454F-0F90-4D2A-A242-06020D68DA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9AE82D1C-DF8E-45A9-AF91-66D32350C0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D7BBE033-F32E-4E56-8360-CC9533B93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6D785C06-CE8E-4100-9D04-243918D9E0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D577353A-F944-4982-A467-6812F2A13C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0751149-8EF8-422F-9577-52B47494C5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8FED533A-3A7C-45A8-A82D-895521697B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F0161440-89D1-4503-9A4D-CE2B78580B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A9BA852F-CFB1-4A28-9D0C-93F12F4D2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99FCAD68-AFA7-431B-A042-5C83768F73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3CF7E856-2160-42A3-ACF6-D9CDE7ED5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E55529C7-85CA-4EF1-9E64-760B6E162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20644ECA-1AC6-4596-AB17-CB292C9C3A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57C243B2-9140-4357-99E1-41EB4737B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D2A7A9C2-B66A-417F-8010-A199DBA74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28E2BF88-E734-466D-9485-51501BC7B2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E2A3C31A-7396-42B7-8B63-0B7F0344CB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C2203025-D460-4227-BD1A-AA6F7B0A2F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83F3E6A7-A341-406C-939C-EB2E774C3B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17A0FC22-8C8B-4F01-A4AE-308510B214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AA336CAF-B922-4EE9-9B5C-B5EA8B3AB2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01209CD6-B0F0-44C4-A675-B686E3771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16A39AD6-9CA1-45E2-AB8B-6E386D0239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BD64BA20-9E87-4791-953E-0A4C3ACC5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AE1EE68A-A8A9-4E65-B741-0116DDBC2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74D5E3BD-048F-4F50-AD2E-62B7C578DA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77C8258E-F74B-4074-BB39-06A3761642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94C30CA8-1D12-4BC3-984A-E1FFF42422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F9336058-D805-4A57-B046-7EA7621D17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FE5A3FFC-B4A8-4CAC-8FA5-25C743BDE6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49A073A-5ABD-4542-A7E6-7E8A399706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CAC7393-1C7A-4979-BA22-6C3706BDF7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9" name="Freeform 61">
              <a:extLst>
                <a:ext uri="{FF2B5EF4-FFF2-40B4-BE49-F238E27FC236}">
                  <a16:creationId xmlns:a16="http://schemas.microsoft.com/office/drawing/2014/main" id="{E1F02962-A8D1-446B-9EC8-AF98C8721A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46" name="Freeform 62">
              <a:extLst>
                <a:ext uri="{FF2B5EF4-FFF2-40B4-BE49-F238E27FC236}">
                  <a16:creationId xmlns:a16="http://schemas.microsoft.com/office/drawing/2014/main" id="{B57B74AD-4270-4BEC-8CB7-2AC7A5CB9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4373944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ABB35-20F7-4828-9D1B-004E52E7B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00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1" name="Text Placeholder 140">
            <a:extLst>
              <a:ext uri="{FF2B5EF4-FFF2-40B4-BE49-F238E27FC236}">
                <a16:creationId xmlns:a16="http://schemas.microsoft.com/office/drawing/2014/main" id="{0B26C4B9-8C6E-4432-9D3F-5CB5A44FCF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 rtl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 rtl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47A22F7D-DF33-4F8D-A9EA-63B043865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04549" y="1429098"/>
            <a:ext cx="4439450" cy="5426469"/>
          </a:xfrm>
          <a:custGeom>
            <a:avLst/>
            <a:gdLst>
              <a:gd name="connsiteX0" fmla="*/ 4439450 w 4439450"/>
              <a:gd name="connsiteY0" fmla="*/ 0 h 5426469"/>
              <a:gd name="connsiteX1" fmla="*/ 4439450 w 4439450"/>
              <a:gd name="connsiteY1" fmla="*/ 5426469 h 5426469"/>
              <a:gd name="connsiteX2" fmla="*/ 1117428 w 4439450"/>
              <a:gd name="connsiteY2" fmla="*/ 5426469 h 5426469"/>
              <a:gd name="connsiteX3" fmla="*/ 7072 w 4439450"/>
              <a:gd name="connsiteY3" fmla="*/ 1226597 h 5426469"/>
              <a:gd name="connsiteX4" fmla="*/ 0 w 4439450"/>
              <a:gd name="connsiteY4" fmla="*/ 1190929 h 5426469"/>
              <a:gd name="connsiteX5" fmla="*/ 4439450 w 4439450"/>
              <a:gd name="connsiteY5" fmla="*/ 0 h 542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9450" h="5426469">
                <a:moveTo>
                  <a:pt x="4439450" y="0"/>
                </a:moveTo>
                <a:lnTo>
                  <a:pt x="4439450" y="5426469"/>
                </a:lnTo>
                <a:lnTo>
                  <a:pt x="1117428" y="5426469"/>
                </a:lnTo>
                <a:lnTo>
                  <a:pt x="7072" y="1226597"/>
                </a:lnTo>
                <a:lnTo>
                  <a:pt x="0" y="1190929"/>
                </a:lnTo>
                <a:lnTo>
                  <a:pt x="4439450" y="0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79808" t="-43218" r="-79808" b="-432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92" name="Text Placeholder 135">
            <a:extLst>
              <a:ext uri="{FF2B5EF4-FFF2-40B4-BE49-F238E27FC236}">
                <a16:creationId xmlns:a16="http://schemas.microsoft.com/office/drawing/2014/main" id="{68C35AEF-DD5F-4986-8BD7-B45D602B39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rtl="0"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 rtl="0"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 rtl="0"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 rtl="0"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 rtl="0"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 rtl="0"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 rtl="0"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3" name="Logo" descr="The University of Melbourne logo">
            <a:extLst>
              <a:ext uri="{FF2B5EF4-FFF2-40B4-BE49-F238E27FC236}">
                <a16:creationId xmlns:a16="http://schemas.microsoft.com/office/drawing/2014/main" id="{BABAD9F3-1CA4-460B-AB0C-44EB2B5355E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94" name="AutoShape 3">
              <a:extLst>
                <a:ext uri="{FF2B5EF4-FFF2-40B4-BE49-F238E27FC236}">
                  <a16:creationId xmlns:a16="http://schemas.microsoft.com/office/drawing/2014/main" id="{95B74E3D-D65C-4821-82A7-4DA4E61022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5" name="Rectangle 5">
              <a:extLst>
                <a:ext uri="{FF2B5EF4-FFF2-40B4-BE49-F238E27FC236}">
                  <a16:creationId xmlns:a16="http://schemas.microsoft.com/office/drawing/2014/main" id="{5F3401DC-8560-4DA9-94A9-00C8743436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6" name="Freeform 6">
              <a:extLst>
                <a:ext uri="{FF2B5EF4-FFF2-40B4-BE49-F238E27FC236}">
                  <a16:creationId xmlns:a16="http://schemas.microsoft.com/office/drawing/2014/main" id="{31B57478-007D-4048-B9EE-8455F68A9E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7" name="Freeform 7">
              <a:extLst>
                <a:ext uri="{FF2B5EF4-FFF2-40B4-BE49-F238E27FC236}">
                  <a16:creationId xmlns:a16="http://schemas.microsoft.com/office/drawing/2014/main" id="{9F423A54-3E01-4547-8769-0B82C8F025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8" name="Freeform 8">
              <a:extLst>
                <a:ext uri="{FF2B5EF4-FFF2-40B4-BE49-F238E27FC236}">
                  <a16:creationId xmlns:a16="http://schemas.microsoft.com/office/drawing/2014/main" id="{517E6C8B-802F-4227-8D3E-832ADE98E0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9" name="Freeform 9">
              <a:extLst>
                <a:ext uri="{FF2B5EF4-FFF2-40B4-BE49-F238E27FC236}">
                  <a16:creationId xmlns:a16="http://schemas.microsoft.com/office/drawing/2014/main" id="{C68EA5DB-E17A-4E6C-AE84-01EB3DFE59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0" name="Freeform 10">
              <a:extLst>
                <a:ext uri="{FF2B5EF4-FFF2-40B4-BE49-F238E27FC236}">
                  <a16:creationId xmlns:a16="http://schemas.microsoft.com/office/drawing/2014/main" id="{79ECB346-EB7B-41F0-98C3-3D5C553B7F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1" name="Freeform 11">
              <a:extLst>
                <a:ext uri="{FF2B5EF4-FFF2-40B4-BE49-F238E27FC236}">
                  <a16:creationId xmlns:a16="http://schemas.microsoft.com/office/drawing/2014/main" id="{DD854087-C756-44A3-99BA-E7D864E24F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2" name="Freeform 12">
              <a:extLst>
                <a:ext uri="{FF2B5EF4-FFF2-40B4-BE49-F238E27FC236}">
                  <a16:creationId xmlns:a16="http://schemas.microsoft.com/office/drawing/2014/main" id="{A5F8F84A-4503-4764-8422-1810A957E0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3" name="Freeform 13">
              <a:extLst>
                <a:ext uri="{FF2B5EF4-FFF2-40B4-BE49-F238E27FC236}">
                  <a16:creationId xmlns:a16="http://schemas.microsoft.com/office/drawing/2014/main" id="{ED6C54EF-C0C2-42D2-8924-010FB97B15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4" name="Freeform 14">
              <a:extLst>
                <a:ext uri="{FF2B5EF4-FFF2-40B4-BE49-F238E27FC236}">
                  <a16:creationId xmlns:a16="http://schemas.microsoft.com/office/drawing/2014/main" id="{4E904E4A-53D4-4349-875E-D4DA22F33D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5" name="Freeform 15">
              <a:extLst>
                <a:ext uri="{FF2B5EF4-FFF2-40B4-BE49-F238E27FC236}">
                  <a16:creationId xmlns:a16="http://schemas.microsoft.com/office/drawing/2014/main" id="{94C93FF1-5C4D-4ACA-9A35-BBD285F41E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A90D3858-07F2-4FD1-A076-94119C1BB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7" name="Freeform 17">
              <a:extLst>
                <a:ext uri="{FF2B5EF4-FFF2-40B4-BE49-F238E27FC236}">
                  <a16:creationId xmlns:a16="http://schemas.microsoft.com/office/drawing/2014/main" id="{E4C69CE1-22C4-4527-8A53-74F7528E69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8" name="Freeform 18">
              <a:extLst>
                <a:ext uri="{FF2B5EF4-FFF2-40B4-BE49-F238E27FC236}">
                  <a16:creationId xmlns:a16="http://schemas.microsoft.com/office/drawing/2014/main" id="{F5702965-14B8-46FE-B46B-05EFFB4F69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9" name="Freeform 19">
              <a:extLst>
                <a:ext uri="{FF2B5EF4-FFF2-40B4-BE49-F238E27FC236}">
                  <a16:creationId xmlns:a16="http://schemas.microsoft.com/office/drawing/2014/main" id="{BEB8A540-FAB2-4C87-BCAB-B0D1D7A408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0" name="Freeform 20">
              <a:extLst>
                <a:ext uri="{FF2B5EF4-FFF2-40B4-BE49-F238E27FC236}">
                  <a16:creationId xmlns:a16="http://schemas.microsoft.com/office/drawing/2014/main" id="{5F9041BD-8B6A-4F79-8EED-C804DD91F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1" name="Rectangle 21">
              <a:extLst>
                <a:ext uri="{FF2B5EF4-FFF2-40B4-BE49-F238E27FC236}">
                  <a16:creationId xmlns:a16="http://schemas.microsoft.com/office/drawing/2014/main" id="{3725E1A1-74B8-4F6A-B04C-2DF1BDA6C0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2" name="Freeform 22">
              <a:extLst>
                <a:ext uri="{FF2B5EF4-FFF2-40B4-BE49-F238E27FC236}">
                  <a16:creationId xmlns:a16="http://schemas.microsoft.com/office/drawing/2014/main" id="{425BB9B5-99E6-4FFE-A2EF-377C453B9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3" name="Freeform 23">
              <a:extLst>
                <a:ext uri="{FF2B5EF4-FFF2-40B4-BE49-F238E27FC236}">
                  <a16:creationId xmlns:a16="http://schemas.microsoft.com/office/drawing/2014/main" id="{9383FBCA-0EA7-497F-BB40-2EF09554FF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4" name="Freeform 24">
              <a:extLst>
                <a:ext uri="{FF2B5EF4-FFF2-40B4-BE49-F238E27FC236}">
                  <a16:creationId xmlns:a16="http://schemas.microsoft.com/office/drawing/2014/main" id="{D86FC5AD-F799-42AE-8E03-BC9BC97BE5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5" name="Freeform 25">
              <a:extLst>
                <a:ext uri="{FF2B5EF4-FFF2-40B4-BE49-F238E27FC236}">
                  <a16:creationId xmlns:a16="http://schemas.microsoft.com/office/drawing/2014/main" id="{522AF172-AAC2-4B4C-9CFD-89A6FBBBCE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6" name="Freeform 26">
              <a:extLst>
                <a:ext uri="{FF2B5EF4-FFF2-40B4-BE49-F238E27FC236}">
                  <a16:creationId xmlns:a16="http://schemas.microsoft.com/office/drawing/2014/main" id="{29ACA0A6-F43E-4222-98F5-0491F41B17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7" name="Freeform 27">
              <a:extLst>
                <a:ext uri="{FF2B5EF4-FFF2-40B4-BE49-F238E27FC236}">
                  <a16:creationId xmlns:a16="http://schemas.microsoft.com/office/drawing/2014/main" id="{7C2533A2-3A62-4DA5-A9E0-C3DC2EC81C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8" name="Freeform 28">
              <a:extLst>
                <a:ext uri="{FF2B5EF4-FFF2-40B4-BE49-F238E27FC236}">
                  <a16:creationId xmlns:a16="http://schemas.microsoft.com/office/drawing/2014/main" id="{8FB5A385-87E3-4A1C-85B6-718CFB38C1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9" name="Freeform 29">
              <a:extLst>
                <a:ext uri="{FF2B5EF4-FFF2-40B4-BE49-F238E27FC236}">
                  <a16:creationId xmlns:a16="http://schemas.microsoft.com/office/drawing/2014/main" id="{604D6647-D192-4193-83E6-1CAC269ACE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0" name="Freeform 30">
              <a:extLst>
                <a:ext uri="{FF2B5EF4-FFF2-40B4-BE49-F238E27FC236}">
                  <a16:creationId xmlns:a16="http://schemas.microsoft.com/office/drawing/2014/main" id="{6D66106E-5C2C-4A6C-A0FC-D81983B5D7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1" name="Freeform 31">
              <a:extLst>
                <a:ext uri="{FF2B5EF4-FFF2-40B4-BE49-F238E27FC236}">
                  <a16:creationId xmlns:a16="http://schemas.microsoft.com/office/drawing/2014/main" id="{62D1FC3A-10FA-4BFC-BCD1-45DDE0A108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2" name="Freeform 32">
              <a:extLst>
                <a:ext uri="{FF2B5EF4-FFF2-40B4-BE49-F238E27FC236}">
                  <a16:creationId xmlns:a16="http://schemas.microsoft.com/office/drawing/2014/main" id="{8B465442-944B-4343-A3DE-B26FC1DA45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3" name="Freeform 34">
              <a:extLst>
                <a:ext uri="{FF2B5EF4-FFF2-40B4-BE49-F238E27FC236}">
                  <a16:creationId xmlns:a16="http://schemas.microsoft.com/office/drawing/2014/main" id="{4E03ACAC-9B82-47C1-873E-68CB235E6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4" name="Freeform 35">
              <a:extLst>
                <a:ext uri="{FF2B5EF4-FFF2-40B4-BE49-F238E27FC236}">
                  <a16:creationId xmlns:a16="http://schemas.microsoft.com/office/drawing/2014/main" id="{6DCA6CA0-EBA1-41B7-BAAB-4D43E220F6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5" name="Freeform 36">
              <a:extLst>
                <a:ext uri="{FF2B5EF4-FFF2-40B4-BE49-F238E27FC236}">
                  <a16:creationId xmlns:a16="http://schemas.microsoft.com/office/drawing/2014/main" id="{525F23AF-8873-4193-BBCD-2BDF66DB5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6" name="Freeform 37">
              <a:extLst>
                <a:ext uri="{FF2B5EF4-FFF2-40B4-BE49-F238E27FC236}">
                  <a16:creationId xmlns:a16="http://schemas.microsoft.com/office/drawing/2014/main" id="{1ADADE51-E568-4DA9-B9BF-34D3D1914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7" name="Freeform 38">
              <a:extLst>
                <a:ext uri="{FF2B5EF4-FFF2-40B4-BE49-F238E27FC236}">
                  <a16:creationId xmlns:a16="http://schemas.microsoft.com/office/drawing/2014/main" id="{51A6798D-42E0-41E4-BF1A-412FFDAE6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8" name="Freeform 39">
              <a:extLst>
                <a:ext uri="{FF2B5EF4-FFF2-40B4-BE49-F238E27FC236}">
                  <a16:creationId xmlns:a16="http://schemas.microsoft.com/office/drawing/2014/main" id="{2B648ED5-36B2-48D4-8756-812AF3DD87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9" name="Freeform 40">
              <a:extLst>
                <a:ext uri="{FF2B5EF4-FFF2-40B4-BE49-F238E27FC236}">
                  <a16:creationId xmlns:a16="http://schemas.microsoft.com/office/drawing/2014/main" id="{40156E6D-9A01-47E5-86BF-8DF3CD41D7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0" name="Freeform 41">
              <a:extLst>
                <a:ext uri="{FF2B5EF4-FFF2-40B4-BE49-F238E27FC236}">
                  <a16:creationId xmlns:a16="http://schemas.microsoft.com/office/drawing/2014/main" id="{ED198036-35C2-42A3-847C-3DDAAB259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1" name="Freeform 42">
              <a:extLst>
                <a:ext uri="{FF2B5EF4-FFF2-40B4-BE49-F238E27FC236}">
                  <a16:creationId xmlns:a16="http://schemas.microsoft.com/office/drawing/2014/main" id="{0850392E-60AD-475A-93D9-F4FDF37684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2" name="Freeform 43">
              <a:extLst>
                <a:ext uri="{FF2B5EF4-FFF2-40B4-BE49-F238E27FC236}">
                  <a16:creationId xmlns:a16="http://schemas.microsoft.com/office/drawing/2014/main" id="{5537900E-1428-4977-A10A-DF3A9D647B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3" name="Freeform 44">
              <a:extLst>
                <a:ext uri="{FF2B5EF4-FFF2-40B4-BE49-F238E27FC236}">
                  <a16:creationId xmlns:a16="http://schemas.microsoft.com/office/drawing/2014/main" id="{EBCC9CC0-FE91-4D77-8F78-9F0ADFA38B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4" name="Freeform 45">
              <a:extLst>
                <a:ext uri="{FF2B5EF4-FFF2-40B4-BE49-F238E27FC236}">
                  <a16:creationId xmlns:a16="http://schemas.microsoft.com/office/drawing/2014/main" id="{CBC651B0-ACE3-4087-9F7B-D30A1722A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5" name="Freeform 46">
              <a:extLst>
                <a:ext uri="{FF2B5EF4-FFF2-40B4-BE49-F238E27FC236}">
                  <a16:creationId xmlns:a16="http://schemas.microsoft.com/office/drawing/2014/main" id="{8AA74FC3-44A1-4697-9A5E-6C2012EA72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6" name="Freeform 47">
              <a:extLst>
                <a:ext uri="{FF2B5EF4-FFF2-40B4-BE49-F238E27FC236}">
                  <a16:creationId xmlns:a16="http://schemas.microsoft.com/office/drawing/2014/main" id="{855F918E-4040-493A-A7BE-F0B28E42C3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7" name="Freeform 48">
              <a:extLst>
                <a:ext uri="{FF2B5EF4-FFF2-40B4-BE49-F238E27FC236}">
                  <a16:creationId xmlns:a16="http://schemas.microsoft.com/office/drawing/2014/main" id="{44CA7BD0-E692-4C34-AB7C-1836CF4DD6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8" name="Freeform 49">
              <a:extLst>
                <a:ext uri="{FF2B5EF4-FFF2-40B4-BE49-F238E27FC236}">
                  <a16:creationId xmlns:a16="http://schemas.microsoft.com/office/drawing/2014/main" id="{2BA2B94B-AE1D-472B-A9E5-99E8115832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9" name="Freeform 50">
              <a:extLst>
                <a:ext uri="{FF2B5EF4-FFF2-40B4-BE49-F238E27FC236}">
                  <a16:creationId xmlns:a16="http://schemas.microsoft.com/office/drawing/2014/main" id="{478CFE8A-EA09-4C02-98B3-037D139B17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0" name="Freeform 51">
              <a:extLst>
                <a:ext uri="{FF2B5EF4-FFF2-40B4-BE49-F238E27FC236}">
                  <a16:creationId xmlns:a16="http://schemas.microsoft.com/office/drawing/2014/main" id="{D10C28EB-A7CE-46C7-B369-3D9300C18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1" name="Freeform 52">
              <a:extLst>
                <a:ext uri="{FF2B5EF4-FFF2-40B4-BE49-F238E27FC236}">
                  <a16:creationId xmlns:a16="http://schemas.microsoft.com/office/drawing/2014/main" id="{6E8BDA71-3BE3-42E2-AC95-2BC251EF1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2" name="Freeform 53">
              <a:extLst>
                <a:ext uri="{FF2B5EF4-FFF2-40B4-BE49-F238E27FC236}">
                  <a16:creationId xmlns:a16="http://schemas.microsoft.com/office/drawing/2014/main" id="{11B6D3B4-F51E-4B4D-944F-1D530CC264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3" name="Freeform 54">
              <a:extLst>
                <a:ext uri="{FF2B5EF4-FFF2-40B4-BE49-F238E27FC236}">
                  <a16:creationId xmlns:a16="http://schemas.microsoft.com/office/drawing/2014/main" id="{99BF5F67-6FDD-43EA-8C31-FBE175A09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4" name="Freeform 55">
              <a:extLst>
                <a:ext uri="{FF2B5EF4-FFF2-40B4-BE49-F238E27FC236}">
                  <a16:creationId xmlns:a16="http://schemas.microsoft.com/office/drawing/2014/main" id="{B4C1C016-9310-48DA-ADAD-2B764327A2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Freeform 56">
              <a:extLst>
                <a:ext uri="{FF2B5EF4-FFF2-40B4-BE49-F238E27FC236}">
                  <a16:creationId xmlns:a16="http://schemas.microsoft.com/office/drawing/2014/main" id="{2F5B9343-5F32-4130-95EF-2BEF8670CA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57">
              <a:extLst>
                <a:ext uri="{FF2B5EF4-FFF2-40B4-BE49-F238E27FC236}">
                  <a16:creationId xmlns:a16="http://schemas.microsoft.com/office/drawing/2014/main" id="{4EAD7083-4B3E-4420-ACA7-09BCC63B6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58">
              <a:extLst>
                <a:ext uri="{FF2B5EF4-FFF2-40B4-BE49-F238E27FC236}">
                  <a16:creationId xmlns:a16="http://schemas.microsoft.com/office/drawing/2014/main" id="{945ED441-ECE1-432D-BEE5-8717B72078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59">
              <a:extLst>
                <a:ext uri="{FF2B5EF4-FFF2-40B4-BE49-F238E27FC236}">
                  <a16:creationId xmlns:a16="http://schemas.microsoft.com/office/drawing/2014/main" id="{EA0F052D-E340-4BA2-8E01-F1ED97F32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60">
              <a:extLst>
                <a:ext uri="{FF2B5EF4-FFF2-40B4-BE49-F238E27FC236}">
                  <a16:creationId xmlns:a16="http://schemas.microsoft.com/office/drawing/2014/main" id="{14C25F84-775C-46A3-A835-378EC98CE3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61">
              <a:extLst>
                <a:ext uri="{FF2B5EF4-FFF2-40B4-BE49-F238E27FC236}">
                  <a16:creationId xmlns:a16="http://schemas.microsoft.com/office/drawing/2014/main" id="{175D1280-4145-4769-A09A-12341C7B64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62">
              <a:extLst>
                <a:ext uri="{FF2B5EF4-FFF2-40B4-BE49-F238E27FC236}">
                  <a16:creationId xmlns:a16="http://schemas.microsoft.com/office/drawing/2014/main" id="{10990632-3F01-4468-A442-B43D938BB4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6490852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09848-F279-4869-99E6-5BED257317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438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438704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1" name="Text Placeholder 140">
            <a:extLst>
              <a:ext uri="{FF2B5EF4-FFF2-40B4-BE49-F238E27FC236}">
                <a16:creationId xmlns:a16="http://schemas.microsoft.com/office/drawing/2014/main" id="{EA1CC78C-9D17-48F8-BD73-821790574A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 rtl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 rtl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F2ADBC4-6BE9-497D-BA58-27927CF9C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4522" y="-1"/>
            <a:ext cx="4278479" cy="6879660"/>
          </a:xfrm>
          <a:custGeom>
            <a:avLst/>
            <a:gdLst>
              <a:gd name="connsiteX0" fmla="*/ 1684339 w 4278479"/>
              <a:gd name="connsiteY0" fmla="*/ 0 h 6879660"/>
              <a:gd name="connsiteX1" fmla="*/ 4278479 w 4278479"/>
              <a:gd name="connsiteY1" fmla="*/ 0 h 6879660"/>
              <a:gd name="connsiteX2" fmla="*/ 4278479 w 4278479"/>
              <a:gd name="connsiteY2" fmla="*/ 6879660 h 6879660"/>
              <a:gd name="connsiteX3" fmla="*/ 1684339 w 4278479"/>
              <a:gd name="connsiteY3" fmla="*/ 6879660 h 6879660"/>
              <a:gd name="connsiteX4" fmla="*/ 0 w 427847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8479" h="6879660">
                <a:moveTo>
                  <a:pt x="1684339" y="0"/>
                </a:moveTo>
                <a:lnTo>
                  <a:pt x="4278479" y="0"/>
                </a:lnTo>
                <a:lnTo>
                  <a:pt x="427847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60928" t="-30644" r="-107570" b="-2669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sp>
        <p:nvSpPr>
          <p:cNvPr id="192" name="Text Placeholder 135">
            <a:extLst>
              <a:ext uri="{FF2B5EF4-FFF2-40B4-BE49-F238E27FC236}">
                <a16:creationId xmlns:a16="http://schemas.microsoft.com/office/drawing/2014/main" id="{5000BE84-3D9F-45B4-A5F5-A6BB35230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rtl="0"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 rtl="0"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 rtl="0"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 rtl="0"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 rtl="0"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 rtl="0"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 rtl="0"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3" name="Logo" descr="The University of Melbourne logo">
            <a:extLst>
              <a:ext uri="{FF2B5EF4-FFF2-40B4-BE49-F238E27FC236}">
                <a16:creationId xmlns:a16="http://schemas.microsoft.com/office/drawing/2014/main" id="{89C2BB76-EC8B-4EE0-B3FE-F9F6A8015C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94" name="AutoShape 3">
              <a:extLst>
                <a:ext uri="{FF2B5EF4-FFF2-40B4-BE49-F238E27FC236}">
                  <a16:creationId xmlns:a16="http://schemas.microsoft.com/office/drawing/2014/main" id="{6F6F4730-7EA7-46CD-85DC-B75DBB77F8E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5" name="Rectangle 5">
              <a:extLst>
                <a:ext uri="{FF2B5EF4-FFF2-40B4-BE49-F238E27FC236}">
                  <a16:creationId xmlns:a16="http://schemas.microsoft.com/office/drawing/2014/main" id="{E09E0824-B174-4948-8FEC-654D7CD9BAB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6" name="Freeform 6">
              <a:extLst>
                <a:ext uri="{FF2B5EF4-FFF2-40B4-BE49-F238E27FC236}">
                  <a16:creationId xmlns:a16="http://schemas.microsoft.com/office/drawing/2014/main" id="{DF48A723-8ED5-4D62-A3AD-E34A57401D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7" name="Freeform 7">
              <a:extLst>
                <a:ext uri="{FF2B5EF4-FFF2-40B4-BE49-F238E27FC236}">
                  <a16:creationId xmlns:a16="http://schemas.microsoft.com/office/drawing/2014/main" id="{25A41219-1F64-4154-99E9-D1169FB2FC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8" name="Freeform 8">
              <a:extLst>
                <a:ext uri="{FF2B5EF4-FFF2-40B4-BE49-F238E27FC236}">
                  <a16:creationId xmlns:a16="http://schemas.microsoft.com/office/drawing/2014/main" id="{8281E3FA-7278-4F28-97E5-97A24180C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9" name="Freeform 9">
              <a:extLst>
                <a:ext uri="{FF2B5EF4-FFF2-40B4-BE49-F238E27FC236}">
                  <a16:creationId xmlns:a16="http://schemas.microsoft.com/office/drawing/2014/main" id="{C9F0559D-B19E-4729-8727-7C58D48364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0" name="Freeform 10">
              <a:extLst>
                <a:ext uri="{FF2B5EF4-FFF2-40B4-BE49-F238E27FC236}">
                  <a16:creationId xmlns:a16="http://schemas.microsoft.com/office/drawing/2014/main" id="{CA838872-0F5E-431E-9607-C1F2F3BFD9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1" name="Freeform 11">
              <a:extLst>
                <a:ext uri="{FF2B5EF4-FFF2-40B4-BE49-F238E27FC236}">
                  <a16:creationId xmlns:a16="http://schemas.microsoft.com/office/drawing/2014/main" id="{4C4EE19E-F9DE-43CB-B9FA-568A29EFF4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2" name="Freeform 12">
              <a:extLst>
                <a:ext uri="{FF2B5EF4-FFF2-40B4-BE49-F238E27FC236}">
                  <a16:creationId xmlns:a16="http://schemas.microsoft.com/office/drawing/2014/main" id="{2846D1A2-8F1F-4A76-A9D6-7A52E5DD96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3" name="Freeform 13">
              <a:extLst>
                <a:ext uri="{FF2B5EF4-FFF2-40B4-BE49-F238E27FC236}">
                  <a16:creationId xmlns:a16="http://schemas.microsoft.com/office/drawing/2014/main" id="{831E56F7-7026-475C-B029-0BD7774ABE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4" name="Freeform 14">
              <a:extLst>
                <a:ext uri="{FF2B5EF4-FFF2-40B4-BE49-F238E27FC236}">
                  <a16:creationId xmlns:a16="http://schemas.microsoft.com/office/drawing/2014/main" id="{BF7EFABE-1BDA-49DB-980B-7C651070C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5" name="Freeform 15">
              <a:extLst>
                <a:ext uri="{FF2B5EF4-FFF2-40B4-BE49-F238E27FC236}">
                  <a16:creationId xmlns:a16="http://schemas.microsoft.com/office/drawing/2014/main" id="{6B5CEC9B-0F54-4C9E-85F1-D7DE83C18C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A60A3249-E214-4EAD-919F-C7C44FAB7A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7" name="Freeform 17">
              <a:extLst>
                <a:ext uri="{FF2B5EF4-FFF2-40B4-BE49-F238E27FC236}">
                  <a16:creationId xmlns:a16="http://schemas.microsoft.com/office/drawing/2014/main" id="{697C151D-5B52-4341-B42B-45C80974B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8" name="Freeform 18">
              <a:extLst>
                <a:ext uri="{FF2B5EF4-FFF2-40B4-BE49-F238E27FC236}">
                  <a16:creationId xmlns:a16="http://schemas.microsoft.com/office/drawing/2014/main" id="{7E18978D-54C4-43C7-9BCE-78E1C95294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9" name="Freeform 19">
              <a:extLst>
                <a:ext uri="{FF2B5EF4-FFF2-40B4-BE49-F238E27FC236}">
                  <a16:creationId xmlns:a16="http://schemas.microsoft.com/office/drawing/2014/main" id="{F770C2BF-62E8-414A-A4F3-B64EEEAAB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0" name="Freeform 20">
              <a:extLst>
                <a:ext uri="{FF2B5EF4-FFF2-40B4-BE49-F238E27FC236}">
                  <a16:creationId xmlns:a16="http://schemas.microsoft.com/office/drawing/2014/main" id="{B5E09B7D-728B-4465-9E92-EDF90C3198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1" name="Rectangle 21">
              <a:extLst>
                <a:ext uri="{FF2B5EF4-FFF2-40B4-BE49-F238E27FC236}">
                  <a16:creationId xmlns:a16="http://schemas.microsoft.com/office/drawing/2014/main" id="{9DB1CE65-2195-414E-96DE-C06E9744046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2" name="Freeform 22">
              <a:extLst>
                <a:ext uri="{FF2B5EF4-FFF2-40B4-BE49-F238E27FC236}">
                  <a16:creationId xmlns:a16="http://schemas.microsoft.com/office/drawing/2014/main" id="{9660DD50-5B33-42A8-97CA-68C07E83F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3" name="Freeform 23">
              <a:extLst>
                <a:ext uri="{FF2B5EF4-FFF2-40B4-BE49-F238E27FC236}">
                  <a16:creationId xmlns:a16="http://schemas.microsoft.com/office/drawing/2014/main" id="{517E12D9-20E8-44D0-B8DF-2D4607569B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4" name="Freeform 24">
              <a:extLst>
                <a:ext uri="{FF2B5EF4-FFF2-40B4-BE49-F238E27FC236}">
                  <a16:creationId xmlns:a16="http://schemas.microsoft.com/office/drawing/2014/main" id="{7DF76A7B-42F4-464C-95E2-5E57BE595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5" name="Freeform 25">
              <a:extLst>
                <a:ext uri="{FF2B5EF4-FFF2-40B4-BE49-F238E27FC236}">
                  <a16:creationId xmlns:a16="http://schemas.microsoft.com/office/drawing/2014/main" id="{8453E42F-0789-42EF-BF57-BBDBB4AD85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6" name="Freeform 26">
              <a:extLst>
                <a:ext uri="{FF2B5EF4-FFF2-40B4-BE49-F238E27FC236}">
                  <a16:creationId xmlns:a16="http://schemas.microsoft.com/office/drawing/2014/main" id="{50204653-0365-48D9-9AB2-DA94768493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7" name="Freeform 27">
              <a:extLst>
                <a:ext uri="{FF2B5EF4-FFF2-40B4-BE49-F238E27FC236}">
                  <a16:creationId xmlns:a16="http://schemas.microsoft.com/office/drawing/2014/main" id="{44C5F707-0B4D-42D2-875F-AC0CD3604D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8" name="Freeform 28">
              <a:extLst>
                <a:ext uri="{FF2B5EF4-FFF2-40B4-BE49-F238E27FC236}">
                  <a16:creationId xmlns:a16="http://schemas.microsoft.com/office/drawing/2014/main" id="{07EB4E8B-44AC-49EC-936A-320A5004D8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9" name="Freeform 29">
              <a:extLst>
                <a:ext uri="{FF2B5EF4-FFF2-40B4-BE49-F238E27FC236}">
                  <a16:creationId xmlns:a16="http://schemas.microsoft.com/office/drawing/2014/main" id="{B90F8AFC-C8A9-4376-A2A0-6062E3F41A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0" name="Freeform 30">
              <a:extLst>
                <a:ext uri="{FF2B5EF4-FFF2-40B4-BE49-F238E27FC236}">
                  <a16:creationId xmlns:a16="http://schemas.microsoft.com/office/drawing/2014/main" id="{9EB36DC0-2361-4575-AD0C-714E2CD63C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1" name="Freeform 31">
              <a:extLst>
                <a:ext uri="{FF2B5EF4-FFF2-40B4-BE49-F238E27FC236}">
                  <a16:creationId xmlns:a16="http://schemas.microsoft.com/office/drawing/2014/main" id="{4F0BE09D-B550-4AC6-AFD6-580B6C9C34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2" name="Freeform 32">
              <a:extLst>
                <a:ext uri="{FF2B5EF4-FFF2-40B4-BE49-F238E27FC236}">
                  <a16:creationId xmlns:a16="http://schemas.microsoft.com/office/drawing/2014/main" id="{4BDF75F4-FDE8-4D34-A542-EA629B2523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3" name="Freeform 34">
              <a:extLst>
                <a:ext uri="{FF2B5EF4-FFF2-40B4-BE49-F238E27FC236}">
                  <a16:creationId xmlns:a16="http://schemas.microsoft.com/office/drawing/2014/main" id="{EDD0E1A7-A5CD-445B-AD4F-B038F8B3B2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4" name="Freeform 35">
              <a:extLst>
                <a:ext uri="{FF2B5EF4-FFF2-40B4-BE49-F238E27FC236}">
                  <a16:creationId xmlns:a16="http://schemas.microsoft.com/office/drawing/2014/main" id="{68A4B0F3-4A42-4ECA-BC4A-88D4805385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5" name="Freeform 36">
              <a:extLst>
                <a:ext uri="{FF2B5EF4-FFF2-40B4-BE49-F238E27FC236}">
                  <a16:creationId xmlns:a16="http://schemas.microsoft.com/office/drawing/2014/main" id="{D1D31D11-1B5E-41BC-B938-AA21B99EB9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6" name="Freeform 37">
              <a:extLst>
                <a:ext uri="{FF2B5EF4-FFF2-40B4-BE49-F238E27FC236}">
                  <a16:creationId xmlns:a16="http://schemas.microsoft.com/office/drawing/2014/main" id="{E37BA9FC-235E-47AE-9FB8-A705793CA1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7" name="Freeform 38">
              <a:extLst>
                <a:ext uri="{FF2B5EF4-FFF2-40B4-BE49-F238E27FC236}">
                  <a16:creationId xmlns:a16="http://schemas.microsoft.com/office/drawing/2014/main" id="{457E7A92-6308-4DE3-A895-AA62960D05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8" name="Freeform 39">
              <a:extLst>
                <a:ext uri="{FF2B5EF4-FFF2-40B4-BE49-F238E27FC236}">
                  <a16:creationId xmlns:a16="http://schemas.microsoft.com/office/drawing/2014/main" id="{AA31D295-E8BE-42B4-B0C2-CAD8D1A6F8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9" name="Freeform 40">
              <a:extLst>
                <a:ext uri="{FF2B5EF4-FFF2-40B4-BE49-F238E27FC236}">
                  <a16:creationId xmlns:a16="http://schemas.microsoft.com/office/drawing/2014/main" id="{DF368E95-4C33-437F-8F61-67CCA09D1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0" name="Freeform 41">
              <a:extLst>
                <a:ext uri="{FF2B5EF4-FFF2-40B4-BE49-F238E27FC236}">
                  <a16:creationId xmlns:a16="http://schemas.microsoft.com/office/drawing/2014/main" id="{D81DA87D-C6ED-41B0-87B3-30BBA06D9B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1" name="Freeform 42">
              <a:extLst>
                <a:ext uri="{FF2B5EF4-FFF2-40B4-BE49-F238E27FC236}">
                  <a16:creationId xmlns:a16="http://schemas.microsoft.com/office/drawing/2014/main" id="{4C42D249-9DC3-49B6-AE7F-142CED6A7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2" name="Freeform 43">
              <a:extLst>
                <a:ext uri="{FF2B5EF4-FFF2-40B4-BE49-F238E27FC236}">
                  <a16:creationId xmlns:a16="http://schemas.microsoft.com/office/drawing/2014/main" id="{2EEAC508-55F1-4816-9877-3ACF9A67A5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3" name="Freeform 44">
              <a:extLst>
                <a:ext uri="{FF2B5EF4-FFF2-40B4-BE49-F238E27FC236}">
                  <a16:creationId xmlns:a16="http://schemas.microsoft.com/office/drawing/2014/main" id="{02575FC1-7E5D-46CB-B78D-07BD3DD693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4" name="Freeform 45">
              <a:extLst>
                <a:ext uri="{FF2B5EF4-FFF2-40B4-BE49-F238E27FC236}">
                  <a16:creationId xmlns:a16="http://schemas.microsoft.com/office/drawing/2014/main" id="{1547C591-B65D-45F5-8037-8FD9F4B601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5" name="Freeform 46">
              <a:extLst>
                <a:ext uri="{FF2B5EF4-FFF2-40B4-BE49-F238E27FC236}">
                  <a16:creationId xmlns:a16="http://schemas.microsoft.com/office/drawing/2014/main" id="{1D4CFCC4-881A-4F8A-ABC9-F479B56C3B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6" name="Freeform 47">
              <a:extLst>
                <a:ext uri="{FF2B5EF4-FFF2-40B4-BE49-F238E27FC236}">
                  <a16:creationId xmlns:a16="http://schemas.microsoft.com/office/drawing/2014/main" id="{F6ABED90-5364-4FA5-9105-45E212E7DF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7" name="Freeform 48">
              <a:extLst>
                <a:ext uri="{FF2B5EF4-FFF2-40B4-BE49-F238E27FC236}">
                  <a16:creationId xmlns:a16="http://schemas.microsoft.com/office/drawing/2014/main" id="{9822A435-40D7-4DB0-8060-4B4DA0F8AC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8" name="Freeform 49">
              <a:extLst>
                <a:ext uri="{FF2B5EF4-FFF2-40B4-BE49-F238E27FC236}">
                  <a16:creationId xmlns:a16="http://schemas.microsoft.com/office/drawing/2014/main" id="{98D106D0-75BB-4AE3-830A-AFE45B6486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9" name="Freeform 50">
              <a:extLst>
                <a:ext uri="{FF2B5EF4-FFF2-40B4-BE49-F238E27FC236}">
                  <a16:creationId xmlns:a16="http://schemas.microsoft.com/office/drawing/2014/main" id="{3309DCB5-3856-47AF-AD5E-31FE974090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0" name="Freeform 51">
              <a:extLst>
                <a:ext uri="{FF2B5EF4-FFF2-40B4-BE49-F238E27FC236}">
                  <a16:creationId xmlns:a16="http://schemas.microsoft.com/office/drawing/2014/main" id="{026D4969-1646-4A9A-811F-E6B86284A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1" name="Freeform 52">
              <a:extLst>
                <a:ext uri="{FF2B5EF4-FFF2-40B4-BE49-F238E27FC236}">
                  <a16:creationId xmlns:a16="http://schemas.microsoft.com/office/drawing/2014/main" id="{D309E21A-B33A-4BCA-9284-DB988DF01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2" name="Freeform 53">
              <a:extLst>
                <a:ext uri="{FF2B5EF4-FFF2-40B4-BE49-F238E27FC236}">
                  <a16:creationId xmlns:a16="http://schemas.microsoft.com/office/drawing/2014/main" id="{011B6EB2-2138-4E4D-A71C-0F2EC621F7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3" name="Freeform 54">
              <a:extLst>
                <a:ext uri="{FF2B5EF4-FFF2-40B4-BE49-F238E27FC236}">
                  <a16:creationId xmlns:a16="http://schemas.microsoft.com/office/drawing/2014/main" id="{639A836C-C974-410C-9E74-B66937EB9D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4" name="Freeform 55">
              <a:extLst>
                <a:ext uri="{FF2B5EF4-FFF2-40B4-BE49-F238E27FC236}">
                  <a16:creationId xmlns:a16="http://schemas.microsoft.com/office/drawing/2014/main" id="{E340CF28-83CF-4D13-8B32-E1B3782800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Freeform 56">
              <a:extLst>
                <a:ext uri="{FF2B5EF4-FFF2-40B4-BE49-F238E27FC236}">
                  <a16:creationId xmlns:a16="http://schemas.microsoft.com/office/drawing/2014/main" id="{778A1410-34C6-49E3-A7FB-1749982F00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57">
              <a:extLst>
                <a:ext uri="{FF2B5EF4-FFF2-40B4-BE49-F238E27FC236}">
                  <a16:creationId xmlns:a16="http://schemas.microsoft.com/office/drawing/2014/main" id="{8F7EEEA7-84B4-4DED-BBDA-C1D465B0FF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58">
              <a:extLst>
                <a:ext uri="{FF2B5EF4-FFF2-40B4-BE49-F238E27FC236}">
                  <a16:creationId xmlns:a16="http://schemas.microsoft.com/office/drawing/2014/main" id="{AB78D163-693F-4F95-96B7-C58597B686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59">
              <a:extLst>
                <a:ext uri="{FF2B5EF4-FFF2-40B4-BE49-F238E27FC236}">
                  <a16:creationId xmlns:a16="http://schemas.microsoft.com/office/drawing/2014/main" id="{7B306C40-1949-4C91-B5B8-79A417CE74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60">
              <a:extLst>
                <a:ext uri="{FF2B5EF4-FFF2-40B4-BE49-F238E27FC236}">
                  <a16:creationId xmlns:a16="http://schemas.microsoft.com/office/drawing/2014/main" id="{DE472E62-8046-470C-9B88-895A12A4B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61">
              <a:extLst>
                <a:ext uri="{FF2B5EF4-FFF2-40B4-BE49-F238E27FC236}">
                  <a16:creationId xmlns:a16="http://schemas.microsoft.com/office/drawing/2014/main" id="{38C00FE9-A56B-4921-B0D7-C31C1334F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62">
              <a:extLst>
                <a:ext uri="{FF2B5EF4-FFF2-40B4-BE49-F238E27FC236}">
                  <a16:creationId xmlns:a16="http://schemas.microsoft.com/office/drawing/2014/main" id="{22A4FF45-2458-4BD5-95F2-39A13A801D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91563606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139" name="Group 4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328151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B9B3B95-E9A6-DC40-A7FC-9E43718FE6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699FDC-B15E-B441-8D87-5682DE287B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88DE93A-C4AB-A74E-AA7C-9DD7C2CE7D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13D8E33D-BBC1-404B-B017-F4DBE5C47A06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9" name="Group 11">
            <a:extLst>
              <a:ext uri="{FF2B5EF4-FFF2-40B4-BE49-F238E27FC236}">
                <a16:creationId xmlns:a16="http://schemas.microsoft.com/office/drawing/2014/main" id="{9D0C492C-6978-424F-9060-6E1B1D9DAE6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09550"/>
            <a:ext cx="1525588" cy="1525588"/>
            <a:chOff x="240" y="132"/>
            <a:chExt cx="961" cy="961"/>
          </a:xfrm>
        </p:grpSpPr>
        <p:sp>
          <p:nvSpPr>
            <p:cNvPr id="1034" name="Freeform 5">
              <a:extLst>
                <a:ext uri="{FF2B5EF4-FFF2-40B4-BE49-F238E27FC236}">
                  <a16:creationId xmlns:a16="http://schemas.microsoft.com/office/drawing/2014/main" id="{FE11EDFC-C9B8-4B46-8693-B5C294087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228"/>
              <a:ext cx="769" cy="769"/>
            </a:xfrm>
            <a:custGeom>
              <a:avLst/>
              <a:gdLst>
                <a:gd name="T0" fmla="*/ 384 w 769"/>
                <a:gd name="T1" fmla="*/ 0 h 769"/>
                <a:gd name="T2" fmla="*/ 0 w 769"/>
                <a:gd name="T3" fmla="*/ 384 h 769"/>
                <a:gd name="T4" fmla="*/ 384 w 769"/>
                <a:gd name="T5" fmla="*/ 768 h 769"/>
                <a:gd name="T6" fmla="*/ 768 w 769"/>
                <a:gd name="T7" fmla="*/ 384 h 769"/>
                <a:gd name="T8" fmla="*/ 384 w 769"/>
                <a:gd name="T9" fmla="*/ 0 h 7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9" h="769">
                  <a:moveTo>
                    <a:pt x="384" y="0"/>
                  </a:moveTo>
                  <a:lnTo>
                    <a:pt x="0" y="384"/>
                  </a:lnTo>
                  <a:lnTo>
                    <a:pt x="384" y="768"/>
                  </a:lnTo>
                  <a:lnTo>
                    <a:pt x="768" y="384"/>
                  </a:lnTo>
                  <a:lnTo>
                    <a:pt x="384" y="0"/>
                  </a:lnTo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1035" name="Group 10">
              <a:extLst>
                <a:ext uri="{FF2B5EF4-FFF2-40B4-BE49-F238E27FC236}">
                  <a16:creationId xmlns:a16="http://schemas.microsoft.com/office/drawing/2014/main" id="{8DFA0A03-012B-4269-A205-14F2B5FFD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32"/>
              <a:ext cx="961" cy="961"/>
              <a:chOff x="240" y="132"/>
              <a:chExt cx="961" cy="961"/>
            </a:xfrm>
          </p:grpSpPr>
          <p:sp>
            <p:nvSpPr>
              <p:cNvPr id="1036" name="Freeform 6">
                <a:extLst>
                  <a:ext uri="{FF2B5EF4-FFF2-40B4-BE49-F238E27FC236}">
                    <a16:creationId xmlns:a16="http://schemas.microsoft.com/office/drawing/2014/main" id="{D631E28F-59E4-4E4D-B131-B2FA4BB0E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" y="132"/>
                <a:ext cx="481" cy="481"/>
              </a:xfrm>
              <a:custGeom>
                <a:avLst/>
                <a:gdLst>
                  <a:gd name="T0" fmla="*/ 0 w 481"/>
                  <a:gd name="T1" fmla="*/ 96 h 481"/>
                  <a:gd name="T2" fmla="*/ 0 w 481"/>
                  <a:gd name="T3" fmla="*/ 0 h 481"/>
                  <a:gd name="T4" fmla="*/ 480 w 481"/>
                  <a:gd name="T5" fmla="*/ 480 h 481"/>
                  <a:gd name="T6" fmla="*/ 384 w 481"/>
                  <a:gd name="T7" fmla="*/ 480 h 481"/>
                  <a:gd name="T8" fmla="*/ 0 w 481"/>
                  <a:gd name="T9" fmla="*/ 96 h 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1" h="481">
                    <a:moveTo>
                      <a:pt x="0" y="96"/>
                    </a:moveTo>
                    <a:lnTo>
                      <a:pt x="0" y="0"/>
                    </a:lnTo>
                    <a:lnTo>
                      <a:pt x="480" y="480"/>
                    </a:lnTo>
                    <a:lnTo>
                      <a:pt x="384" y="480"/>
                    </a:lnTo>
                    <a:lnTo>
                      <a:pt x="0" y="96"/>
                    </a:lnTo>
                  </a:path>
                </a:pathLst>
              </a:custGeom>
              <a:solidFill>
                <a:srgbClr val="CEC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37" name="Freeform 7">
                <a:extLst>
                  <a:ext uri="{FF2B5EF4-FFF2-40B4-BE49-F238E27FC236}">
                    <a16:creationId xmlns:a16="http://schemas.microsoft.com/office/drawing/2014/main" id="{C6799CEC-7C45-4F11-8A59-8443F4657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" y="132"/>
                <a:ext cx="481" cy="481"/>
              </a:xfrm>
              <a:custGeom>
                <a:avLst/>
                <a:gdLst>
                  <a:gd name="T0" fmla="*/ 480 w 481"/>
                  <a:gd name="T1" fmla="*/ 0 h 481"/>
                  <a:gd name="T2" fmla="*/ 480 w 481"/>
                  <a:gd name="T3" fmla="*/ 96 h 481"/>
                  <a:gd name="T4" fmla="*/ 96 w 481"/>
                  <a:gd name="T5" fmla="*/ 480 h 481"/>
                  <a:gd name="T6" fmla="*/ 0 w 481"/>
                  <a:gd name="T7" fmla="*/ 480 h 481"/>
                  <a:gd name="T8" fmla="*/ 480 w 481"/>
                  <a:gd name="T9" fmla="*/ 0 h 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1" h="481">
                    <a:moveTo>
                      <a:pt x="480" y="0"/>
                    </a:moveTo>
                    <a:lnTo>
                      <a:pt x="480" y="96"/>
                    </a:lnTo>
                    <a:lnTo>
                      <a:pt x="96" y="480"/>
                    </a:lnTo>
                    <a:lnTo>
                      <a:pt x="0" y="480"/>
                    </a:lnTo>
                    <a:lnTo>
                      <a:pt x="480" y="0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38" name="Freeform 8">
                <a:extLst>
                  <a:ext uri="{FF2B5EF4-FFF2-40B4-BE49-F238E27FC236}">
                    <a16:creationId xmlns:a16="http://schemas.microsoft.com/office/drawing/2014/main" id="{F8DE925F-2274-4E3D-81CD-6408162279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" y="612"/>
                <a:ext cx="481" cy="481"/>
              </a:xfrm>
              <a:custGeom>
                <a:avLst/>
                <a:gdLst>
                  <a:gd name="T0" fmla="*/ 384 w 481"/>
                  <a:gd name="T1" fmla="*/ 0 h 481"/>
                  <a:gd name="T2" fmla="*/ 480 w 481"/>
                  <a:gd name="T3" fmla="*/ 0 h 481"/>
                  <a:gd name="T4" fmla="*/ 0 w 481"/>
                  <a:gd name="T5" fmla="*/ 480 h 481"/>
                  <a:gd name="T6" fmla="*/ 0 w 481"/>
                  <a:gd name="T7" fmla="*/ 384 h 481"/>
                  <a:gd name="T8" fmla="*/ 384 w 481"/>
                  <a:gd name="T9" fmla="*/ 0 h 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1" h="481">
                    <a:moveTo>
                      <a:pt x="384" y="0"/>
                    </a:moveTo>
                    <a:lnTo>
                      <a:pt x="480" y="0"/>
                    </a:lnTo>
                    <a:lnTo>
                      <a:pt x="0" y="480"/>
                    </a:lnTo>
                    <a:lnTo>
                      <a:pt x="0" y="384"/>
                    </a:lnTo>
                    <a:lnTo>
                      <a:pt x="384" y="0"/>
                    </a:lnTo>
                  </a:path>
                </a:pathLst>
              </a:custGeom>
              <a:solidFill>
                <a:srgbClr val="B9B9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39" name="Freeform 9">
                <a:extLst>
                  <a:ext uri="{FF2B5EF4-FFF2-40B4-BE49-F238E27FC236}">
                    <a16:creationId xmlns:a16="http://schemas.microsoft.com/office/drawing/2014/main" id="{B9D10AC8-E262-4989-A810-3F53DF971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" y="612"/>
                <a:ext cx="481" cy="481"/>
              </a:xfrm>
              <a:custGeom>
                <a:avLst/>
                <a:gdLst>
                  <a:gd name="T0" fmla="*/ 96 w 481"/>
                  <a:gd name="T1" fmla="*/ 0 h 481"/>
                  <a:gd name="T2" fmla="*/ 480 w 481"/>
                  <a:gd name="T3" fmla="*/ 384 h 481"/>
                  <a:gd name="T4" fmla="*/ 480 w 481"/>
                  <a:gd name="T5" fmla="*/ 480 h 481"/>
                  <a:gd name="T6" fmla="*/ 0 w 481"/>
                  <a:gd name="T7" fmla="*/ 0 h 481"/>
                  <a:gd name="T8" fmla="*/ 96 w 481"/>
                  <a:gd name="T9" fmla="*/ 0 h 48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1" h="481">
                    <a:moveTo>
                      <a:pt x="96" y="0"/>
                    </a:moveTo>
                    <a:lnTo>
                      <a:pt x="480" y="384"/>
                    </a:lnTo>
                    <a:lnTo>
                      <a:pt x="480" y="480"/>
                    </a:ln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91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sp>
        <p:nvSpPr>
          <p:cNvPr id="1030" name="Rectangle 12">
            <a:extLst>
              <a:ext uri="{FF2B5EF4-FFF2-40B4-BE49-F238E27FC236}">
                <a16:creationId xmlns:a16="http://schemas.microsoft.com/office/drawing/2014/main" id="{7B9F2E66-4ED8-45CF-81C7-9EA1AF8E2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19100"/>
            <a:ext cx="7772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Rectangle 13">
            <a:extLst>
              <a:ext uri="{FF2B5EF4-FFF2-40B4-BE49-F238E27FC236}">
                <a16:creationId xmlns:a16="http://schemas.microsoft.com/office/drawing/2014/main" id="{E57BF9E6-4E20-4F2A-9DAB-530B2CA64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7724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2" name="Rectangle 14">
            <a:extLst>
              <a:ext uri="{FF2B5EF4-FFF2-40B4-BE49-F238E27FC236}">
                <a16:creationId xmlns:a16="http://schemas.microsoft.com/office/drawing/2014/main" id="{1B4549FC-DBF6-8640-A6A1-F2918FB44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6488113"/>
            <a:ext cx="2674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altLang="x-none" sz="1400">
                <a:solidFill>
                  <a:schemeClr val="tx1"/>
                </a:solidFill>
              </a:rPr>
              <a:t>Database Management Systems</a:t>
            </a:r>
          </a:p>
        </p:txBody>
      </p:sp>
      <p:sp>
        <p:nvSpPr>
          <p:cNvPr id="1033" name="Rectangle 15">
            <a:extLst>
              <a:ext uri="{FF2B5EF4-FFF2-40B4-BE49-F238E27FC236}">
                <a16:creationId xmlns:a16="http://schemas.microsoft.com/office/drawing/2014/main" id="{B090CBCF-4A4D-2A40-8016-B23573FAF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938" y="6486525"/>
            <a:ext cx="409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CF0E30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r"/>
            <a:fld id="{1F6382A3-5231-4321-A776-D8D5CC7000EF}" type="slidenum">
              <a:rPr lang="en-US" altLang="en-US" sz="1400">
                <a:solidFill>
                  <a:schemeClr val="tx1"/>
                </a:solidFill>
              </a:rPr>
              <a:pPr algn="r"/>
              <a:t>‹#›</a:t>
            </a:fld>
            <a:endParaRPr lang="en-US" altLang="en-US" sz="14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Book Antiqua" pitchFamily="18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Book Antiqua" pitchFamily="18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Book Antiqua" pitchFamily="18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Book Antiqua" pitchFamily="18" charset="0"/>
          <a:ea typeface="MS PGothic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Book Antiqua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Book Antiqua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Book Antiqua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Monotype Sorts" charset="2"/>
        <a:buChar char="v"/>
        <a:defRPr sz="28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Monotype Sorts" charset="2"/>
        <a:buChar char="u"/>
        <a:defRPr sz="20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9561C-11B4-4CC4-B271-3E59C981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7520001" cy="887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1F4D-4B89-424A-BC66-199E1E666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571" y="1532415"/>
            <a:ext cx="8467006" cy="43769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</a:t>
            </a:r>
          </a:p>
          <a:p>
            <a:pPr lvl="6"/>
            <a:r>
              <a:rPr lang="en-AU" noProof="0" dirty="0"/>
              <a:t>Seven</a:t>
            </a:r>
          </a:p>
          <a:p>
            <a:pPr lvl="7"/>
            <a:r>
              <a:rPr lang="en-AU" noProof="0" dirty="0"/>
              <a:t>Eight</a:t>
            </a:r>
          </a:p>
          <a:p>
            <a:pPr lvl="8"/>
            <a:r>
              <a:rPr lang="en-AU" noProof="0" dirty="0"/>
              <a:t>nine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8956-3042-4F51-A765-52197DEBA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09737" y="6172508"/>
            <a:ext cx="186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E430-5DBA-4DE1-9C36-C5FAED4EA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571" y="6172508"/>
            <a:ext cx="5935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AU" noProof="0" dirty="0"/>
              <a:t>Semester 1,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2F550-8FDF-4424-AA18-C45633333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0048" y="6172508"/>
            <a:ext cx="56526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  <p:grpSp>
        <p:nvGrpSpPr>
          <p:cNvPr id="243" name="Group 4">
            <a:extLst>
              <a:ext uri="{FF2B5EF4-FFF2-40B4-BE49-F238E27FC236}">
                <a16:creationId xmlns:a16="http://schemas.microsoft.com/office/drawing/2014/main" id="{10B109AB-C874-4A80-A1E4-F3A3AC0E44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3071" y="432000"/>
            <a:ext cx="718160" cy="720000"/>
            <a:chOff x="2864" y="1181"/>
            <a:chExt cx="1952" cy="1957"/>
          </a:xfrm>
        </p:grpSpPr>
        <p:sp>
          <p:nvSpPr>
            <p:cNvPr id="244" name="AutoShape 3">
              <a:extLst>
                <a:ext uri="{FF2B5EF4-FFF2-40B4-BE49-F238E27FC236}">
                  <a16:creationId xmlns:a16="http://schemas.microsoft.com/office/drawing/2014/main" id="{7EB6AC4B-8B74-448B-AA29-8C83B2CD6BD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Rectangle 5">
              <a:extLst>
                <a:ext uri="{FF2B5EF4-FFF2-40B4-BE49-F238E27FC236}">
                  <a16:creationId xmlns:a16="http://schemas.microsoft.com/office/drawing/2014/main" id="{818B5319-6FEE-4850-89C9-467814391D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6">
              <a:extLst>
                <a:ext uri="{FF2B5EF4-FFF2-40B4-BE49-F238E27FC236}">
                  <a16:creationId xmlns:a16="http://schemas.microsoft.com/office/drawing/2014/main" id="{0AF01425-EE43-40DE-957E-6EC99E388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7">
              <a:extLst>
                <a:ext uri="{FF2B5EF4-FFF2-40B4-BE49-F238E27FC236}">
                  <a16:creationId xmlns:a16="http://schemas.microsoft.com/office/drawing/2014/main" id="{AD36EF20-735B-4B32-97EA-92986DF06D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8">
              <a:extLst>
                <a:ext uri="{FF2B5EF4-FFF2-40B4-BE49-F238E27FC236}">
                  <a16:creationId xmlns:a16="http://schemas.microsoft.com/office/drawing/2014/main" id="{CE12F0BB-70E6-459F-A657-3727377649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9">
              <a:extLst>
                <a:ext uri="{FF2B5EF4-FFF2-40B4-BE49-F238E27FC236}">
                  <a16:creationId xmlns:a16="http://schemas.microsoft.com/office/drawing/2014/main" id="{4DEA87C4-A8B0-4BAB-B44D-7553C0C5E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10">
              <a:extLst>
                <a:ext uri="{FF2B5EF4-FFF2-40B4-BE49-F238E27FC236}">
                  <a16:creationId xmlns:a16="http://schemas.microsoft.com/office/drawing/2014/main" id="{3B2109E3-4D96-46F3-80CA-36C469DBA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11">
              <a:extLst>
                <a:ext uri="{FF2B5EF4-FFF2-40B4-BE49-F238E27FC236}">
                  <a16:creationId xmlns:a16="http://schemas.microsoft.com/office/drawing/2014/main" id="{9A65ABD4-2F80-48ED-9586-996B6D4B25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2" name="Freeform 12">
              <a:extLst>
                <a:ext uri="{FF2B5EF4-FFF2-40B4-BE49-F238E27FC236}">
                  <a16:creationId xmlns:a16="http://schemas.microsoft.com/office/drawing/2014/main" id="{010AD24B-1B5A-4AE2-88DA-B6DA4AE7F6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3" name="Freeform 13">
              <a:extLst>
                <a:ext uri="{FF2B5EF4-FFF2-40B4-BE49-F238E27FC236}">
                  <a16:creationId xmlns:a16="http://schemas.microsoft.com/office/drawing/2014/main" id="{C26A18C3-B362-4583-899A-39A3B1FF6F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4" name="Freeform 14">
              <a:extLst>
                <a:ext uri="{FF2B5EF4-FFF2-40B4-BE49-F238E27FC236}">
                  <a16:creationId xmlns:a16="http://schemas.microsoft.com/office/drawing/2014/main" id="{75A20202-BC46-45E6-80A6-208C5A1870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5" name="Freeform 15">
              <a:extLst>
                <a:ext uri="{FF2B5EF4-FFF2-40B4-BE49-F238E27FC236}">
                  <a16:creationId xmlns:a16="http://schemas.microsoft.com/office/drawing/2014/main" id="{084CB548-6EDD-451D-86B2-60E12A8A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25F8FFA1-05FF-4B87-8A08-8F93112C09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7" name="Freeform 17">
              <a:extLst>
                <a:ext uri="{FF2B5EF4-FFF2-40B4-BE49-F238E27FC236}">
                  <a16:creationId xmlns:a16="http://schemas.microsoft.com/office/drawing/2014/main" id="{9DE83C18-5C9D-456C-BD2F-04E4DC7E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8" name="Freeform 18">
              <a:extLst>
                <a:ext uri="{FF2B5EF4-FFF2-40B4-BE49-F238E27FC236}">
                  <a16:creationId xmlns:a16="http://schemas.microsoft.com/office/drawing/2014/main" id="{3D9729A0-7431-42D6-B3C0-A50B1F37BD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9" name="Freeform 19">
              <a:extLst>
                <a:ext uri="{FF2B5EF4-FFF2-40B4-BE49-F238E27FC236}">
                  <a16:creationId xmlns:a16="http://schemas.microsoft.com/office/drawing/2014/main" id="{5B283A52-6ECA-44BC-88FB-D25C3551D6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0" name="Freeform 20">
              <a:extLst>
                <a:ext uri="{FF2B5EF4-FFF2-40B4-BE49-F238E27FC236}">
                  <a16:creationId xmlns:a16="http://schemas.microsoft.com/office/drawing/2014/main" id="{E8973538-4017-4AD4-9B9C-8299C4D41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1" name="Rectangle 21">
              <a:extLst>
                <a:ext uri="{FF2B5EF4-FFF2-40B4-BE49-F238E27FC236}">
                  <a16:creationId xmlns:a16="http://schemas.microsoft.com/office/drawing/2014/main" id="{ED45594E-FE63-4B02-8BFE-F27623E005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2" name="Freeform 22">
              <a:extLst>
                <a:ext uri="{FF2B5EF4-FFF2-40B4-BE49-F238E27FC236}">
                  <a16:creationId xmlns:a16="http://schemas.microsoft.com/office/drawing/2014/main" id="{032C4DC5-4FC3-4CD6-A5F9-D68CB605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3" name="Freeform 23">
              <a:extLst>
                <a:ext uri="{FF2B5EF4-FFF2-40B4-BE49-F238E27FC236}">
                  <a16:creationId xmlns:a16="http://schemas.microsoft.com/office/drawing/2014/main" id="{FA4D9B53-5E07-4261-9BCE-D261EA4D5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4" name="Freeform 24">
              <a:extLst>
                <a:ext uri="{FF2B5EF4-FFF2-40B4-BE49-F238E27FC236}">
                  <a16:creationId xmlns:a16="http://schemas.microsoft.com/office/drawing/2014/main" id="{41D3032E-CDEE-4628-97B5-20B5ED1619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5" name="Freeform 25">
              <a:extLst>
                <a:ext uri="{FF2B5EF4-FFF2-40B4-BE49-F238E27FC236}">
                  <a16:creationId xmlns:a16="http://schemas.microsoft.com/office/drawing/2014/main" id="{96C04E23-D084-4BA4-8698-55662D0C4A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6" name="Freeform 26">
              <a:extLst>
                <a:ext uri="{FF2B5EF4-FFF2-40B4-BE49-F238E27FC236}">
                  <a16:creationId xmlns:a16="http://schemas.microsoft.com/office/drawing/2014/main" id="{2E873FF8-C701-4848-BB75-53E79F3F26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7" name="Freeform 27">
              <a:extLst>
                <a:ext uri="{FF2B5EF4-FFF2-40B4-BE49-F238E27FC236}">
                  <a16:creationId xmlns:a16="http://schemas.microsoft.com/office/drawing/2014/main" id="{99D61FDE-A0E9-4023-A115-06F59761AD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8" name="Freeform 28">
              <a:extLst>
                <a:ext uri="{FF2B5EF4-FFF2-40B4-BE49-F238E27FC236}">
                  <a16:creationId xmlns:a16="http://schemas.microsoft.com/office/drawing/2014/main" id="{264E625C-71BF-42C5-8F97-A4540F0AEC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9" name="Freeform 29">
              <a:extLst>
                <a:ext uri="{FF2B5EF4-FFF2-40B4-BE49-F238E27FC236}">
                  <a16:creationId xmlns:a16="http://schemas.microsoft.com/office/drawing/2014/main" id="{7032F3D2-21E2-47FC-8661-70B84BBBF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0" name="Freeform 30">
              <a:extLst>
                <a:ext uri="{FF2B5EF4-FFF2-40B4-BE49-F238E27FC236}">
                  <a16:creationId xmlns:a16="http://schemas.microsoft.com/office/drawing/2014/main" id="{1329B72A-6B21-4D5F-849C-463F7424A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1" name="Freeform 31">
              <a:extLst>
                <a:ext uri="{FF2B5EF4-FFF2-40B4-BE49-F238E27FC236}">
                  <a16:creationId xmlns:a16="http://schemas.microsoft.com/office/drawing/2014/main" id="{0BC9B370-A036-4F47-80FB-6E5BAD85E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2" name="Freeform 32">
              <a:extLst>
                <a:ext uri="{FF2B5EF4-FFF2-40B4-BE49-F238E27FC236}">
                  <a16:creationId xmlns:a16="http://schemas.microsoft.com/office/drawing/2014/main" id="{C0A6B761-41BA-40A1-8CBC-713E93EC60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3" name="Freeform 34">
              <a:extLst>
                <a:ext uri="{FF2B5EF4-FFF2-40B4-BE49-F238E27FC236}">
                  <a16:creationId xmlns:a16="http://schemas.microsoft.com/office/drawing/2014/main" id="{B0EA4F54-49D3-4BD7-B0DF-92223FBC50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4" name="Freeform 35">
              <a:extLst>
                <a:ext uri="{FF2B5EF4-FFF2-40B4-BE49-F238E27FC236}">
                  <a16:creationId xmlns:a16="http://schemas.microsoft.com/office/drawing/2014/main" id="{FA09D9E7-91C1-4546-AB1F-C5CC560A06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5" name="Freeform 36">
              <a:extLst>
                <a:ext uri="{FF2B5EF4-FFF2-40B4-BE49-F238E27FC236}">
                  <a16:creationId xmlns:a16="http://schemas.microsoft.com/office/drawing/2014/main" id="{3ED3064C-75FA-468D-8D31-882F4D58B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6" name="Freeform 37">
              <a:extLst>
                <a:ext uri="{FF2B5EF4-FFF2-40B4-BE49-F238E27FC236}">
                  <a16:creationId xmlns:a16="http://schemas.microsoft.com/office/drawing/2014/main" id="{68D220D6-C7AF-4B65-9BFC-883493F4D4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7" name="Freeform 38">
              <a:extLst>
                <a:ext uri="{FF2B5EF4-FFF2-40B4-BE49-F238E27FC236}">
                  <a16:creationId xmlns:a16="http://schemas.microsoft.com/office/drawing/2014/main" id="{E1290535-1314-49DF-9ABD-15513857C2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8" name="Freeform 39">
              <a:extLst>
                <a:ext uri="{FF2B5EF4-FFF2-40B4-BE49-F238E27FC236}">
                  <a16:creationId xmlns:a16="http://schemas.microsoft.com/office/drawing/2014/main" id="{AADFF7CD-8DC0-442C-82DD-99F07411D4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9" name="Freeform 40">
              <a:extLst>
                <a:ext uri="{FF2B5EF4-FFF2-40B4-BE49-F238E27FC236}">
                  <a16:creationId xmlns:a16="http://schemas.microsoft.com/office/drawing/2014/main" id="{C98D974F-651C-4B46-9D6B-C869F97AAF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0" name="Freeform 41">
              <a:extLst>
                <a:ext uri="{FF2B5EF4-FFF2-40B4-BE49-F238E27FC236}">
                  <a16:creationId xmlns:a16="http://schemas.microsoft.com/office/drawing/2014/main" id="{F18AA89E-6D2F-49E9-AAB7-33D81C26A7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1" name="Freeform 42">
              <a:extLst>
                <a:ext uri="{FF2B5EF4-FFF2-40B4-BE49-F238E27FC236}">
                  <a16:creationId xmlns:a16="http://schemas.microsoft.com/office/drawing/2014/main" id="{643C4C7B-D3E8-400B-B938-BAC36EDF5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2" name="Freeform 43">
              <a:extLst>
                <a:ext uri="{FF2B5EF4-FFF2-40B4-BE49-F238E27FC236}">
                  <a16:creationId xmlns:a16="http://schemas.microsoft.com/office/drawing/2014/main" id="{39A39533-D4A2-4BBA-9B85-AABE37AF61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3" name="Freeform 44">
              <a:extLst>
                <a:ext uri="{FF2B5EF4-FFF2-40B4-BE49-F238E27FC236}">
                  <a16:creationId xmlns:a16="http://schemas.microsoft.com/office/drawing/2014/main" id="{336FF3A4-2A83-46B0-BAED-601F83C6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4" name="Freeform 45">
              <a:extLst>
                <a:ext uri="{FF2B5EF4-FFF2-40B4-BE49-F238E27FC236}">
                  <a16:creationId xmlns:a16="http://schemas.microsoft.com/office/drawing/2014/main" id="{5F03CB4B-F373-47A8-9A9D-149CBC4509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5" name="Freeform 46">
              <a:extLst>
                <a:ext uri="{FF2B5EF4-FFF2-40B4-BE49-F238E27FC236}">
                  <a16:creationId xmlns:a16="http://schemas.microsoft.com/office/drawing/2014/main" id="{9AF231D7-96BB-4A58-98A9-9C38F6EBCA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6" name="Freeform 47">
              <a:extLst>
                <a:ext uri="{FF2B5EF4-FFF2-40B4-BE49-F238E27FC236}">
                  <a16:creationId xmlns:a16="http://schemas.microsoft.com/office/drawing/2014/main" id="{9699CB94-9797-4630-B9B1-00E1053B78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7" name="Freeform 48">
              <a:extLst>
                <a:ext uri="{FF2B5EF4-FFF2-40B4-BE49-F238E27FC236}">
                  <a16:creationId xmlns:a16="http://schemas.microsoft.com/office/drawing/2014/main" id="{532904E0-BD95-47FE-8467-AFAEFC6AAB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8" name="Freeform 49">
              <a:extLst>
                <a:ext uri="{FF2B5EF4-FFF2-40B4-BE49-F238E27FC236}">
                  <a16:creationId xmlns:a16="http://schemas.microsoft.com/office/drawing/2014/main" id="{EE067328-8325-4EDC-9B0E-249D98AF22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9" name="Freeform 50">
              <a:extLst>
                <a:ext uri="{FF2B5EF4-FFF2-40B4-BE49-F238E27FC236}">
                  <a16:creationId xmlns:a16="http://schemas.microsoft.com/office/drawing/2014/main" id="{FE6D58E0-3CBC-4EF2-8602-1F1443409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0" name="Freeform 51">
              <a:extLst>
                <a:ext uri="{FF2B5EF4-FFF2-40B4-BE49-F238E27FC236}">
                  <a16:creationId xmlns:a16="http://schemas.microsoft.com/office/drawing/2014/main" id="{A540C51A-ADC8-4601-B5AA-A99D0DAC90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1" name="Freeform 52">
              <a:extLst>
                <a:ext uri="{FF2B5EF4-FFF2-40B4-BE49-F238E27FC236}">
                  <a16:creationId xmlns:a16="http://schemas.microsoft.com/office/drawing/2014/main" id="{D00811B7-7E43-45EA-8E0E-370C388D72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2" name="Freeform 53">
              <a:extLst>
                <a:ext uri="{FF2B5EF4-FFF2-40B4-BE49-F238E27FC236}">
                  <a16:creationId xmlns:a16="http://schemas.microsoft.com/office/drawing/2014/main" id="{1D818141-D0FA-4D72-B8AD-78E6BCBDF3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56C15302-16A9-421B-ABD2-0E2AE03A1A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4" name="Freeform 55">
              <a:extLst>
                <a:ext uri="{FF2B5EF4-FFF2-40B4-BE49-F238E27FC236}">
                  <a16:creationId xmlns:a16="http://schemas.microsoft.com/office/drawing/2014/main" id="{3B36BC11-8A39-4060-89B3-3F68F20F51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5" name="Freeform 56">
              <a:extLst>
                <a:ext uri="{FF2B5EF4-FFF2-40B4-BE49-F238E27FC236}">
                  <a16:creationId xmlns:a16="http://schemas.microsoft.com/office/drawing/2014/main" id="{9A604842-442A-4AC7-8CF8-AF3B6C0A76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6" name="Freeform 57">
              <a:extLst>
                <a:ext uri="{FF2B5EF4-FFF2-40B4-BE49-F238E27FC236}">
                  <a16:creationId xmlns:a16="http://schemas.microsoft.com/office/drawing/2014/main" id="{8E5AF6BD-F9F0-4306-BE6A-01192D38ED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7" name="Freeform 58">
              <a:extLst>
                <a:ext uri="{FF2B5EF4-FFF2-40B4-BE49-F238E27FC236}">
                  <a16:creationId xmlns:a16="http://schemas.microsoft.com/office/drawing/2014/main" id="{AA64BF41-A39C-4080-9E34-4C723236C4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8" name="Freeform 59">
              <a:extLst>
                <a:ext uri="{FF2B5EF4-FFF2-40B4-BE49-F238E27FC236}">
                  <a16:creationId xmlns:a16="http://schemas.microsoft.com/office/drawing/2014/main" id="{B675F4D5-7A6D-4C8E-A9F0-360004B5E9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9" name="Freeform 60">
              <a:extLst>
                <a:ext uri="{FF2B5EF4-FFF2-40B4-BE49-F238E27FC236}">
                  <a16:creationId xmlns:a16="http://schemas.microsoft.com/office/drawing/2014/main" id="{85DEC662-1A2A-4AEA-8E4F-D3E1AD9E4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0" name="Freeform 61">
              <a:extLst>
                <a:ext uri="{FF2B5EF4-FFF2-40B4-BE49-F238E27FC236}">
                  <a16:creationId xmlns:a16="http://schemas.microsoft.com/office/drawing/2014/main" id="{0C30D195-16A6-4BE4-9295-10800D45BF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1" name="Freeform 62">
              <a:extLst>
                <a:ext uri="{FF2B5EF4-FFF2-40B4-BE49-F238E27FC236}">
                  <a16:creationId xmlns:a16="http://schemas.microsoft.com/office/drawing/2014/main" id="{F58BE6EC-96DF-47C7-977F-435A400B2D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  <p:sp>
        <p:nvSpPr>
          <p:cNvPr id="66" name="Text Box 23">
            <a:extLst>
              <a:ext uri="{FF2B5EF4-FFF2-40B4-BE49-F238E27FC236}">
                <a16:creationId xmlns:a16="http://schemas.microsoft.com/office/drawing/2014/main" id="{6A18DB8A-AA93-0C46-8B31-4744EFFA8A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62950" y="6521450"/>
            <a:ext cx="781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marL="342900" indent="-3429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fld id="{19079AF9-BEA8-2D4C-8FA9-3D71362B570E}" type="slidenum">
              <a:rPr lang="en-AU" altLang="x-none" sz="1600" smtClean="0"/>
              <a:pPr>
                <a:spcBef>
                  <a:spcPct val="50000"/>
                </a:spcBef>
                <a:defRPr/>
              </a:pPr>
              <a:t>‹#›</a:t>
            </a:fld>
            <a:endParaRPr lang="en-AU" altLang="x-none" sz="1600"/>
          </a:p>
        </p:txBody>
      </p:sp>
    </p:spTree>
    <p:extLst>
      <p:ext uri="{BB962C8B-B14F-4D97-AF65-F5344CB8AC3E}">
        <p14:creationId xmlns:p14="http://schemas.microsoft.com/office/powerpoint/2010/main" val="331502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9" indent="-215989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9" indent="-215989" algn="l" defTabSz="914354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–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54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9561C-11B4-4CC4-B271-3E59C981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7520001" cy="887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1F4D-4B89-424A-BC66-199E1E666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571" y="1532415"/>
            <a:ext cx="8467006" cy="43769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E430-5DBA-4DE1-9C36-C5FAED4EA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571" y="6172508"/>
            <a:ext cx="5935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8956-3042-4F51-A765-52197DEBA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09737" y="6172508"/>
            <a:ext cx="186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15C1EA3C-26E9-4B87-838B-C7B127160328}" type="datetime1">
              <a:rPr lang="en-AU" noProof="0" smtClean="0"/>
              <a:t>12/7/2023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2F550-8FDF-4424-AA18-C45633333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0048" y="6172508"/>
            <a:ext cx="56526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  <p:grpSp>
        <p:nvGrpSpPr>
          <p:cNvPr id="243" name="Logo">
            <a:extLst>
              <a:ext uri="{FF2B5EF4-FFF2-40B4-BE49-F238E27FC236}">
                <a16:creationId xmlns:a16="http://schemas.microsoft.com/office/drawing/2014/main" id="{10B109AB-C874-4A80-A1E4-F3A3AC0E4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3071" y="432000"/>
            <a:ext cx="718160" cy="720000"/>
            <a:chOff x="2864" y="1181"/>
            <a:chExt cx="1952" cy="1957"/>
          </a:xfrm>
        </p:grpSpPr>
        <p:sp>
          <p:nvSpPr>
            <p:cNvPr id="244" name="AutoShape 3">
              <a:extLst>
                <a:ext uri="{FF2B5EF4-FFF2-40B4-BE49-F238E27FC236}">
                  <a16:creationId xmlns:a16="http://schemas.microsoft.com/office/drawing/2014/main" id="{7EB6AC4B-8B74-448B-AA29-8C83B2CD6BD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Rectangle 5">
              <a:extLst>
                <a:ext uri="{FF2B5EF4-FFF2-40B4-BE49-F238E27FC236}">
                  <a16:creationId xmlns:a16="http://schemas.microsoft.com/office/drawing/2014/main" id="{818B5319-6FEE-4850-89C9-467814391D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6">
              <a:extLst>
                <a:ext uri="{FF2B5EF4-FFF2-40B4-BE49-F238E27FC236}">
                  <a16:creationId xmlns:a16="http://schemas.microsoft.com/office/drawing/2014/main" id="{0AF01425-EE43-40DE-957E-6EC99E388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7">
              <a:extLst>
                <a:ext uri="{FF2B5EF4-FFF2-40B4-BE49-F238E27FC236}">
                  <a16:creationId xmlns:a16="http://schemas.microsoft.com/office/drawing/2014/main" id="{AD36EF20-735B-4B32-97EA-92986DF06D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8">
              <a:extLst>
                <a:ext uri="{FF2B5EF4-FFF2-40B4-BE49-F238E27FC236}">
                  <a16:creationId xmlns:a16="http://schemas.microsoft.com/office/drawing/2014/main" id="{CE12F0BB-70E6-459F-A657-3727377649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9">
              <a:extLst>
                <a:ext uri="{FF2B5EF4-FFF2-40B4-BE49-F238E27FC236}">
                  <a16:creationId xmlns:a16="http://schemas.microsoft.com/office/drawing/2014/main" id="{4DEA87C4-A8B0-4BAB-B44D-7553C0C5E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10">
              <a:extLst>
                <a:ext uri="{FF2B5EF4-FFF2-40B4-BE49-F238E27FC236}">
                  <a16:creationId xmlns:a16="http://schemas.microsoft.com/office/drawing/2014/main" id="{3B2109E3-4D96-46F3-80CA-36C469DBA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11">
              <a:extLst>
                <a:ext uri="{FF2B5EF4-FFF2-40B4-BE49-F238E27FC236}">
                  <a16:creationId xmlns:a16="http://schemas.microsoft.com/office/drawing/2014/main" id="{9A65ABD4-2F80-48ED-9586-996B6D4B25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2" name="Freeform 12">
              <a:extLst>
                <a:ext uri="{FF2B5EF4-FFF2-40B4-BE49-F238E27FC236}">
                  <a16:creationId xmlns:a16="http://schemas.microsoft.com/office/drawing/2014/main" id="{010AD24B-1B5A-4AE2-88DA-B6DA4AE7F6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3" name="Freeform 13">
              <a:extLst>
                <a:ext uri="{FF2B5EF4-FFF2-40B4-BE49-F238E27FC236}">
                  <a16:creationId xmlns:a16="http://schemas.microsoft.com/office/drawing/2014/main" id="{C26A18C3-B362-4583-899A-39A3B1FF6F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4" name="Freeform 14">
              <a:extLst>
                <a:ext uri="{FF2B5EF4-FFF2-40B4-BE49-F238E27FC236}">
                  <a16:creationId xmlns:a16="http://schemas.microsoft.com/office/drawing/2014/main" id="{75A20202-BC46-45E6-80A6-208C5A1870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5" name="Freeform 15">
              <a:extLst>
                <a:ext uri="{FF2B5EF4-FFF2-40B4-BE49-F238E27FC236}">
                  <a16:creationId xmlns:a16="http://schemas.microsoft.com/office/drawing/2014/main" id="{084CB548-6EDD-451D-86B2-60E12A8A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25F8FFA1-05FF-4B87-8A08-8F93112C09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7" name="Freeform 17">
              <a:extLst>
                <a:ext uri="{FF2B5EF4-FFF2-40B4-BE49-F238E27FC236}">
                  <a16:creationId xmlns:a16="http://schemas.microsoft.com/office/drawing/2014/main" id="{9DE83C18-5C9D-456C-BD2F-04E4DC7E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8" name="Freeform 18">
              <a:extLst>
                <a:ext uri="{FF2B5EF4-FFF2-40B4-BE49-F238E27FC236}">
                  <a16:creationId xmlns:a16="http://schemas.microsoft.com/office/drawing/2014/main" id="{3D9729A0-7431-42D6-B3C0-A50B1F37BD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9" name="Freeform 19">
              <a:extLst>
                <a:ext uri="{FF2B5EF4-FFF2-40B4-BE49-F238E27FC236}">
                  <a16:creationId xmlns:a16="http://schemas.microsoft.com/office/drawing/2014/main" id="{5B283A52-6ECA-44BC-88FB-D25C3551D6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0" name="Freeform 20">
              <a:extLst>
                <a:ext uri="{FF2B5EF4-FFF2-40B4-BE49-F238E27FC236}">
                  <a16:creationId xmlns:a16="http://schemas.microsoft.com/office/drawing/2014/main" id="{E8973538-4017-4AD4-9B9C-8299C4D41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1" name="Rectangle 21">
              <a:extLst>
                <a:ext uri="{FF2B5EF4-FFF2-40B4-BE49-F238E27FC236}">
                  <a16:creationId xmlns:a16="http://schemas.microsoft.com/office/drawing/2014/main" id="{ED45594E-FE63-4B02-8BFE-F27623E005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2" name="Freeform 22">
              <a:extLst>
                <a:ext uri="{FF2B5EF4-FFF2-40B4-BE49-F238E27FC236}">
                  <a16:creationId xmlns:a16="http://schemas.microsoft.com/office/drawing/2014/main" id="{032C4DC5-4FC3-4CD6-A5F9-D68CB605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3" name="Freeform 23">
              <a:extLst>
                <a:ext uri="{FF2B5EF4-FFF2-40B4-BE49-F238E27FC236}">
                  <a16:creationId xmlns:a16="http://schemas.microsoft.com/office/drawing/2014/main" id="{FA4D9B53-5E07-4261-9BCE-D261EA4D5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4" name="Freeform 24">
              <a:extLst>
                <a:ext uri="{FF2B5EF4-FFF2-40B4-BE49-F238E27FC236}">
                  <a16:creationId xmlns:a16="http://schemas.microsoft.com/office/drawing/2014/main" id="{41D3032E-CDEE-4628-97B5-20B5ED1619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5" name="Freeform 25">
              <a:extLst>
                <a:ext uri="{FF2B5EF4-FFF2-40B4-BE49-F238E27FC236}">
                  <a16:creationId xmlns:a16="http://schemas.microsoft.com/office/drawing/2014/main" id="{96C04E23-D084-4BA4-8698-55662D0C4A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6" name="Freeform 26">
              <a:extLst>
                <a:ext uri="{FF2B5EF4-FFF2-40B4-BE49-F238E27FC236}">
                  <a16:creationId xmlns:a16="http://schemas.microsoft.com/office/drawing/2014/main" id="{2E873FF8-C701-4848-BB75-53E79F3F26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7" name="Freeform 27">
              <a:extLst>
                <a:ext uri="{FF2B5EF4-FFF2-40B4-BE49-F238E27FC236}">
                  <a16:creationId xmlns:a16="http://schemas.microsoft.com/office/drawing/2014/main" id="{99D61FDE-A0E9-4023-A115-06F59761AD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8" name="Freeform 28">
              <a:extLst>
                <a:ext uri="{FF2B5EF4-FFF2-40B4-BE49-F238E27FC236}">
                  <a16:creationId xmlns:a16="http://schemas.microsoft.com/office/drawing/2014/main" id="{264E625C-71BF-42C5-8F97-A4540F0AEC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9" name="Freeform 29">
              <a:extLst>
                <a:ext uri="{FF2B5EF4-FFF2-40B4-BE49-F238E27FC236}">
                  <a16:creationId xmlns:a16="http://schemas.microsoft.com/office/drawing/2014/main" id="{7032F3D2-21E2-47FC-8661-70B84BBBF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0" name="Freeform 30">
              <a:extLst>
                <a:ext uri="{FF2B5EF4-FFF2-40B4-BE49-F238E27FC236}">
                  <a16:creationId xmlns:a16="http://schemas.microsoft.com/office/drawing/2014/main" id="{1329B72A-6B21-4D5F-849C-463F7424A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1" name="Freeform 31">
              <a:extLst>
                <a:ext uri="{FF2B5EF4-FFF2-40B4-BE49-F238E27FC236}">
                  <a16:creationId xmlns:a16="http://schemas.microsoft.com/office/drawing/2014/main" id="{0BC9B370-A036-4F47-80FB-6E5BAD85E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2" name="Freeform 32">
              <a:extLst>
                <a:ext uri="{FF2B5EF4-FFF2-40B4-BE49-F238E27FC236}">
                  <a16:creationId xmlns:a16="http://schemas.microsoft.com/office/drawing/2014/main" id="{C0A6B761-41BA-40A1-8CBC-713E93EC60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3" name="Freeform 34">
              <a:extLst>
                <a:ext uri="{FF2B5EF4-FFF2-40B4-BE49-F238E27FC236}">
                  <a16:creationId xmlns:a16="http://schemas.microsoft.com/office/drawing/2014/main" id="{B0EA4F54-49D3-4BD7-B0DF-92223FBC50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4" name="Freeform 35">
              <a:extLst>
                <a:ext uri="{FF2B5EF4-FFF2-40B4-BE49-F238E27FC236}">
                  <a16:creationId xmlns:a16="http://schemas.microsoft.com/office/drawing/2014/main" id="{FA09D9E7-91C1-4546-AB1F-C5CC560A06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5" name="Freeform 36">
              <a:extLst>
                <a:ext uri="{FF2B5EF4-FFF2-40B4-BE49-F238E27FC236}">
                  <a16:creationId xmlns:a16="http://schemas.microsoft.com/office/drawing/2014/main" id="{3ED3064C-75FA-468D-8D31-882F4D58B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6" name="Freeform 37">
              <a:extLst>
                <a:ext uri="{FF2B5EF4-FFF2-40B4-BE49-F238E27FC236}">
                  <a16:creationId xmlns:a16="http://schemas.microsoft.com/office/drawing/2014/main" id="{68D220D6-C7AF-4B65-9BFC-883493F4D4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7" name="Freeform 38">
              <a:extLst>
                <a:ext uri="{FF2B5EF4-FFF2-40B4-BE49-F238E27FC236}">
                  <a16:creationId xmlns:a16="http://schemas.microsoft.com/office/drawing/2014/main" id="{E1290535-1314-49DF-9ABD-15513857C2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8" name="Freeform 39">
              <a:extLst>
                <a:ext uri="{FF2B5EF4-FFF2-40B4-BE49-F238E27FC236}">
                  <a16:creationId xmlns:a16="http://schemas.microsoft.com/office/drawing/2014/main" id="{AADFF7CD-8DC0-442C-82DD-99F07411D4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9" name="Freeform 40">
              <a:extLst>
                <a:ext uri="{FF2B5EF4-FFF2-40B4-BE49-F238E27FC236}">
                  <a16:creationId xmlns:a16="http://schemas.microsoft.com/office/drawing/2014/main" id="{C98D974F-651C-4B46-9D6B-C869F97AAF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0" name="Freeform 41">
              <a:extLst>
                <a:ext uri="{FF2B5EF4-FFF2-40B4-BE49-F238E27FC236}">
                  <a16:creationId xmlns:a16="http://schemas.microsoft.com/office/drawing/2014/main" id="{F18AA89E-6D2F-49E9-AAB7-33D81C26A7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1" name="Freeform 42">
              <a:extLst>
                <a:ext uri="{FF2B5EF4-FFF2-40B4-BE49-F238E27FC236}">
                  <a16:creationId xmlns:a16="http://schemas.microsoft.com/office/drawing/2014/main" id="{643C4C7B-D3E8-400B-B938-BAC36EDF5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2" name="Freeform 43">
              <a:extLst>
                <a:ext uri="{FF2B5EF4-FFF2-40B4-BE49-F238E27FC236}">
                  <a16:creationId xmlns:a16="http://schemas.microsoft.com/office/drawing/2014/main" id="{39A39533-D4A2-4BBA-9B85-AABE37AF61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3" name="Freeform 44">
              <a:extLst>
                <a:ext uri="{FF2B5EF4-FFF2-40B4-BE49-F238E27FC236}">
                  <a16:creationId xmlns:a16="http://schemas.microsoft.com/office/drawing/2014/main" id="{336FF3A4-2A83-46B0-BAED-601F83C6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4" name="Freeform 45">
              <a:extLst>
                <a:ext uri="{FF2B5EF4-FFF2-40B4-BE49-F238E27FC236}">
                  <a16:creationId xmlns:a16="http://schemas.microsoft.com/office/drawing/2014/main" id="{5F03CB4B-F373-47A8-9A9D-149CBC4509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5" name="Freeform 46">
              <a:extLst>
                <a:ext uri="{FF2B5EF4-FFF2-40B4-BE49-F238E27FC236}">
                  <a16:creationId xmlns:a16="http://schemas.microsoft.com/office/drawing/2014/main" id="{9AF231D7-96BB-4A58-98A9-9C38F6EBCA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6" name="Freeform 47">
              <a:extLst>
                <a:ext uri="{FF2B5EF4-FFF2-40B4-BE49-F238E27FC236}">
                  <a16:creationId xmlns:a16="http://schemas.microsoft.com/office/drawing/2014/main" id="{9699CB94-9797-4630-B9B1-00E1053B78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7" name="Freeform 48">
              <a:extLst>
                <a:ext uri="{FF2B5EF4-FFF2-40B4-BE49-F238E27FC236}">
                  <a16:creationId xmlns:a16="http://schemas.microsoft.com/office/drawing/2014/main" id="{532904E0-BD95-47FE-8467-AFAEFC6AAB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8" name="Freeform 49">
              <a:extLst>
                <a:ext uri="{FF2B5EF4-FFF2-40B4-BE49-F238E27FC236}">
                  <a16:creationId xmlns:a16="http://schemas.microsoft.com/office/drawing/2014/main" id="{EE067328-8325-4EDC-9B0E-249D98AF22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9" name="Freeform 50">
              <a:extLst>
                <a:ext uri="{FF2B5EF4-FFF2-40B4-BE49-F238E27FC236}">
                  <a16:creationId xmlns:a16="http://schemas.microsoft.com/office/drawing/2014/main" id="{FE6D58E0-3CBC-4EF2-8602-1F1443409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0" name="Freeform 51">
              <a:extLst>
                <a:ext uri="{FF2B5EF4-FFF2-40B4-BE49-F238E27FC236}">
                  <a16:creationId xmlns:a16="http://schemas.microsoft.com/office/drawing/2014/main" id="{A540C51A-ADC8-4601-B5AA-A99D0DAC90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1" name="Freeform 52">
              <a:extLst>
                <a:ext uri="{FF2B5EF4-FFF2-40B4-BE49-F238E27FC236}">
                  <a16:creationId xmlns:a16="http://schemas.microsoft.com/office/drawing/2014/main" id="{D00811B7-7E43-45EA-8E0E-370C388D72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2" name="Freeform 53">
              <a:extLst>
                <a:ext uri="{FF2B5EF4-FFF2-40B4-BE49-F238E27FC236}">
                  <a16:creationId xmlns:a16="http://schemas.microsoft.com/office/drawing/2014/main" id="{1D818141-D0FA-4D72-B8AD-78E6BCBDF3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56C15302-16A9-421B-ABD2-0E2AE03A1A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4" name="Freeform 55">
              <a:extLst>
                <a:ext uri="{FF2B5EF4-FFF2-40B4-BE49-F238E27FC236}">
                  <a16:creationId xmlns:a16="http://schemas.microsoft.com/office/drawing/2014/main" id="{3B36BC11-8A39-4060-89B3-3F68F20F51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5" name="Freeform 56">
              <a:extLst>
                <a:ext uri="{FF2B5EF4-FFF2-40B4-BE49-F238E27FC236}">
                  <a16:creationId xmlns:a16="http://schemas.microsoft.com/office/drawing/2014/main" id="{9A604842-442A-4AC7-8CF8-AF3B6C0A76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6" name="Freeform 57">
              <a:extLst>
                <a:ext uri="{FF2B5EF4-FFF2-40B4-BE49-F238E27FC236}">
                  <a16:creationId xmlns:a16="http://schemas.microsoft.com/office/drawing/2014/main" id="{8E5AF6BD-F9F0-4306-BE6A-01192D38ED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7" name="Freeform 58">
              <a:extLst>
                <a:ext uri="{FF2B5EF4-FFF2-40B4-BE49-F238E27FC236}">
                  <a16:creationId xmlns:a16="http://schemas.microsoft.com/office/drawing/2014/main" id="{AA64BF41-A39C-4080-9E34-4C723236C4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8" name="Freeform 59">
              <a:extLst>
                <a:ext uri="{FF2B5EF4-FFF2-40B4-BE49-F238E27FC236}">
                  <a16:creationId xmlns:a16="http://schemas.microsoft.com/office/drawing/2014/main" id="{B675F4D5-7A6D-4C8E-A9F0-360004B5E9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9" name="Freeform 60">
              <a:extLst>
                <a:ext uri="{FF2B5EF4-FFF2-40B4-BE49-F238E27FC236}">
                  <a16:creationId xmlns:a16="http://schemas.microsoft.com/office/drawing/2014/main" id="{85DEC662-1A2A-4AEA-8E4F-D3E1AD9E4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0" name="Freeform 61">
              <a:extLst>
                <a:ext uri="{FF2B5EF4-FFF2-40B4-BE49-F238E27FC236}">
                  <a16:creationId xmlns:a16="http://schemas.microsoft.com/office/drawing/2014/main" id="{0C30D195-16A6-4BE4-9295-10800D45BF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1" name="Freeform 62">
              <a:extLst>
                <a:ext uri="{FF2B5EF4-FFF2-40B4-BE49-F238E27FC236}">
                  <a16:creationId xmlns:a16="http://schemas.microsoft.com/office/drawing/2014/main" id="{F58BE6EC-96DF-47C7-977F-435A400B2D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41019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1" r:id="rId25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9" indent="-215989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9" indent="-215989" algn="l" defTabSz="914354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–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54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png"/><Relationship Id="rId4" Type="http://schemas.openxmlformats.org/officeDocument/2006/relationships/image" Target="../media/image9.wmf"/><Relationship Id="rId9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631B-23A6-364E-A2F4-435577686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Winter Semester, 2023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752CF1-41DC-B946-BC99-68C5CC88CB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4179" y="5792476"/>
            <a:ext cx="6471466" cy="13404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Lecturer: Farhana Choudhury (PhD)</a:t>
            </a:r>
          </a:p>
          <a:p>
            <a:r>
              <a:rPr lang="en-US" sz="2000" dirty="0"/>
              <a:t>Week 4 </a:t>
            </a:r>
            <a:r>
              <a:rPr lang="en-US" sz="2000"/>
              <a:t>part 1-2</a:t>
            </a:r>
            <a:endParaRPr lang="en-US" sz="2000" dirty="0"/>
          </a:p>
          <a:p>
            <a:endParaRPr lang="en-US" sz="2000" dirty="0"/>
          </a:p>
          <a:p>
            <a:endParaRPr lang="en-US" sz="2000" dirty="0">
              <a:cs typeface="Calibri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223C83E-E304-724A-BF89-30C9F3A24F5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2" r="25342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340E88-7385-2847-BAF7-13E01F0761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24012" y="395288"/>
            <a:ext cx="7940117" cy="887412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COMP90050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Advanced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7926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35">
            <a:extLst>
              <a:ext uri="{FF2B5EF4-FFF2-40B4-BE49-F238E27FC236}">
                <a16:creationId xmlns:a16="http://schemas.microsoft.com/office/drawing/2014/main" id="{B11F4EEF-008B-9858-5C6E-E3ACDC4624DF}"/>
              </a:ext>
            </a:extLst>
          </p:cNvPr>
          <p:cNvSpPr/>
          <p:nvPr/>
        </p:nvSpPr>
        <p:spPr>
          <a:xfrm>
            <a:off x="3144405" y="1470716"/>
            <a:ext cx="1841740" cy="132199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Efficiency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897A86-F504-2F48-C80A-D68ABF39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 of Database management system </a:t>
            </a:r>
          </a:p>
        </p:txBody>
      </p:sp>
      <p:sp>
        <p:nvSpPr>
          <p:cNvPr id="13" name="Shape 127">
            <a:extLst>
              <a:ext uri="{FF2B5EF4-FFF2-40B4-BE49-F238E27FC236}">
                <a16:creationId xmlns:a16="http://schemas.microsoft.com/office/drawing/2014/main" id="{FA6E46A1-A9CB-C038-B7DB-D1BB015B5FE7}"/>
              </a:ext>
            </a:extLst>
          </p:cNvPr>
          <p:cNvSpPr/>
          <p:nvPr/>
        </p:nvSpPr>
        <p:spPr>
          <a:xfrm>
            <a:off x="5433813" y="1414626"/>
            <a:ext cx="2615877" cy="790714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Disks and I/O bandwidth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Main memory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Type of architecture</a:t>
            </a:r>
          </a:p>
        </p:txBody>
      </p:sp>
      <p:sp>
        <p:nvSpPr>
          <p:cNvPr id="15" name="Shape 129">
            <a:extLst>
              <a:ext uri="{FF2B5EF4-FFF2-40B4-BE49-F238E27FC236}">
                <a16:creationId xmlns:a16="http://schemas.microsoft.com/office/drawing/2014/main" id="{EEB9042E-C798-28C6-D9F1-DA53CE8CEEBC}"/>
              </a:ext>
            </a:extLst>
          </p:cNvPr>
          <p:cNvSpPr/>
          <p:nvPr/>
        </p:nvSpPr>
        <p:spPr>
          <a:xfrm>
            <a:off x="3185757" y="1812098"/>
            <a:ext cx="1684642" cy="335972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Hardware</a:t>
            </a:r>
          </a:p>
        </p:txBody>
      </p:sp>
      <p:sp>
        <p:nvSpPr>
          <p:cNvPr id="21" name="Shape 135">
            <a:extLst>
              <a:ext uri="{FF2B5EF4-FFF2-40B4-BE49-F238E27FC236}">
                <a16:creationId xmlns:a16="http://schemas.microsoft.com/office/drawing/2014/main" id="{814347BC-3A38-634E-89A2-CEC3250A01CB}"/>
              </a:ext>
            </a:extLst>
          </p:cNvPr>
          <p:cNvSpPr/>
          <p:nvPr/>
        </p:nvSpPr>
        <p:spPr>
          <a:xfrm>
            <a:off x="260008" y="1893121"/>
            <a:ext cx="2520299" cy="2636567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Database performance metrics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136">
            <a:extLst>
              <a:ext uri="{FF2B5EF4-FFF2-40B4-BE49-F238E27FC236}">
                <a16:creationId xmlns:a16="http://schemas.microsoft.com/office/drawing/2014/main" id="{9F0E3167-867D-7ADF-FBAC-F52FFE0BA4C0}"/>
              </a:ext>
            </a:extLst>
          </p:cNvPr>
          <p:cNvSpPr/>
          <p:nvPr/>
        </p:nvSpPr>
        <p:spPr>
          <a:xfrm>
            <a:off x="332016" y="3971117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Security &amp; </a:t>
            </a: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Reliability</a:t>
            </a:r>
          </a:p>
        </p:txBody>
      </p:sp>
      <p:sp>
        <p:nvSpPr>
          <p:cNvPr id="23" name="Shape 137">
            <a:extLst>
              <a:ext uri="{FF2B5EF4-FFF2-40B4-BE49-F238E27FC236}">
                <a16:creationId xmlns:a16="http://schemas.microsoft.com/office/drawing/2014/main" id="{85BD1A78-55F1-CE86-3DDA-48EEDFF7974F}"/>
              </a:ext>
            </a:extLst>
          </p:cNvPr>
          <p:cNvSpPr/>
          <p:nvPr/>
        </p:nvSpPr>
        <p:spPr>
          <a:xfrm>
            <a:off x="332016" y="3251038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Effectiveness</a:t>
            </a:r>
          </a:p>
        </p:txBody>
      </p:sp>
      <p:sp>
        <p:nvSpPr>
          <p:cNvPr id="24" name="Shape 138">
            <a:extLst>
              <a:ext uri="{FF2B5EF4-FFF2-40B4-BE49-F238E27FC236}">
                <a16:creationId xmlns:a16="http://schemas.microsoft.com/office/drawing/2014/main" id="{65BC1796-8623-F8F1-37D3-CCD4FCF6C1A5}"/>
              </a:ext>
            </a:extLst>
          </p:cNvPr>
          <p:cNvSpPr/>
          <p:nvPr/>
        </p:nvSpPr>
        <p:spPr>
          <a:xfrm>
            <a:off x="332016" y="2530957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Efficiency/speed</a:t>
            </a:r>
          </a:p>
        </p:txBody>
      </p:sp>
      <p:sp>
        <p:nvSpPr>
          <p:cNvPr id="43" name="Shape 129">
            <a:extLst>
              <a:ext uri="{FF2B5EF4-FFF2-40B4-BE49-F238E27FC236}">
                <a16:creationId xmlns:a16="http://schemas.microsoft.com/office/drawing/2014/main" id="{10E4AD70-ED0F-53F8-3F74-71999AC11B42}"/>
              </a:ext>
            </a:extLst>
          </p:cNvPr>
          <p:cNvSpPr/>
          <p:nvPr/>
        </p:nvSpPr>
        <p:spPr>
          <a:xfrm>
            <a:off x="3185756" y="2227960"/>
            <a:ext cx="1684642" cy="490596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Software/ DB tuning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5670E6-CAE9-979D-A31F-C5E4E57CD9CE}"/>
              </a:ext>
            </a:extLst>
          </p:cNvPr>
          <p:cNvCxnSpPr>
            <a:stCxn id="24" idx="3"/>
          </p:cNvCxnSpPr>
          <p:nvPr/>
        </p:nvCxnSpPr>
        <p:spPr>
          <a:xfrm flipV="1">
            <a:off x="2708316" y="2199190"/>
            <a:ext cx="436089" cy="5837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hape 127">
            <a:extLst>
              <a:ext uri="{FF2B5EF4-FFF2-40B4-BE49-F238E27FC236}">
                <a16:creationId xmlns:a16="http://schemas.microsoft.com/office/drawing/2014/main" id="{5D711325-E59B-4538-2CFF-E09E4CF4AE2F}"/>
              </a:ext>
            </a:extLst>
          </p:cNvPr>
          <p:cNvSpPr/>
          <p:nvPr/>
        </p:nvSpPr>
        <p:spPr>
          <a:xfrm>
            <a:off x="5433813" y="2379117"/>
            <a:ext cx="2615877" cy="790714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Types of DB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Indexing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Query optimisation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87E3B4-7C97-6470-50FF-3A40521ED70E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4870399" y="1809983"/>
            <a:ext cx="563414" cy="170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8F8AA2D-483A-CA4B-4D5E-AE3FD1EA8317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>
            <a:off x="4870398" y="2473258"/>
            <a:ext cx="563415" cy="30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hape 135">
            <a:extLst>
              <a:ext uri="{FF2B5EF4-FFF2-40B4-BE49-F238E27FC236}">
                <a16:creationId xmlns:a16="http://schemas.microsoft.com/office/drawing/2014/main" id="{B153083E-9767-DE9F-D9CB-981BE3E68224}"/>
              </a:ext>
            </a:extLst>
          </p:cNvPr>
          <p:cNvSpPr/>
          <p:nvPr/>
        </p:nvSpPr>
        <p:spPr>
          <a:xfrm>
            <a:off x="3113764" y="3116679"/>
            <a:ext cx="1872381" cy="132199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Effectiveness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hape 129">
            <a:extLst>
              <a:ext uri="{FF2B5EF4-FFF2-40B4-BE49-F238E27FC236}">
                <a16:creationId xmlns:a16="http://schemas.microsoft.com/office/drawing/2014/main" id="{9768DC3F-92AC-38A6-F90D-FDB2EAA79DE0}"/>
              </a:ext>
            </a:extLst>
          </p:cNvPr>
          <p:cNvSpPr/>
          <p:nvPr/>
        </p:nvSpPr>
        <p:spPr>
          <a:xfrm>
            <a:off x="3201687" y="3504313"/>
            <a:ext cx="1668712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Concurrent users</a:t>
            </a:r>
          </a:p>
        </p:txBody>
      </p:sp>
      <p:sp>
        <p:nvSpPr>
          <p:cNvPr id="60" name="Shape 129">
            <a:extLst>
              <a:ext uri="{FF2B5EF4-FFF2-40B4-BE49-F238E27FC236}">
                <a16:creationId xmlns:a16="http://schemas.microsoft.com/office/drawing/2014/main" id="{063918BC-8BF4-E4FE-6580-698382034F9C}"/>
              </a:ext>
            </a:extLst>
          </p:cNvPr>
          <p:cNvSpPr/>
          <p:nvPr/>
        </p:nvSpPr>
        <p:spPr>
          <a:xfrm>
            <a:off x="3215598" y="4063347"/>
            <a:ext cx="1668712" cy="33260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Transactions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0A557F6-1664-D6B4-D3AE-36EFFB795A84}"/>
              </a:ext>
            </a:extLst>
          </p:cNvPr>
          <p:cNvCxnSpPr>
            <a:cxnSpLocks/>
            <a:stCxn id="23" idx="3"/>
            <a:endCxn id="58" idx="1"/>
          </p:cNvCxnSpPr>
          <p:nvPr/>
        </p:nvCxnSpPr>
        <p:spPr>
          <a:xfrm>
            <a:off x="2708316" y="3503038"/>
            <a:ext cx="405448" cy="27463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F0D5FC43-D56F-F790-1052-820332928C05}"/>
              </a:ext>
            </a:extLst>
          </p:cNvPr>
          <p:cNvSpPr/>
          <p:nvPr/>
        </p:nvSpPr>
        <p:spPr>
          <a:xfrm>
            <a:off x="5463584" y="3375988"/>
            <a:ext cx="2586106" cy="569407"/>
          </a:xfrm>
          <a:prstGeom prst="wedgeRectCallout">
            <a:avLst>
              <a:gd name="adj1" fmla="val -80503"/>
              <a:gd name="adj2" fmla="val 25716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Users reading and writing over the same data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14D89C92-5B4A-7D1D-7205-CA9DB103BFC1}"/>
              </a:ext>
            </a:extLst>
          </p:cNvPr>
          <p:cNvSpPr/>
          <p:nvPr/>
        </p:nvSpPr>
        <p:spPr>
          <a:xfrm>
            <a:off x="5463584" y="4115152"/>
            <a:ext cx="2586106" cy="569407"/>
          </a:xfrm>
          <a:prstGeom prst="wedgeRectCallout">
            <a:avLst>
              <a:gd name="adj1" fmla="val -80503"/>
              <a:gd name="adj2" fmla="val -13778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Required tasks are all done together</a:t>
            </a:r>
          </a:p>
        </p:txBody>
      </p:sp>
      <p:sp>
        <p:nvSpPr>
          <p:cNvPr id="7" name="Shape 135">
            <a:extLst>
              <a:ext uri="{FF2B5EF4-FFF2-40B4-BE49-F238E27FC236}">
                <a16:creationId xmlns:a16="http://schemas.microsoft.com/office/drawing/2014/main" id="{301CA926-F096-C11A-BD5F-68B0236F824A}"/>
              </a:ext>
            </a:extLst>
          </p:cNvPr>
          <p:cNvSpPr/>
          <p:nvPr/>
        </p:nvSpPr>
        <p:spPr>
          <a:xfrm>
            <a:off x="3113764" y="4594672"/>
            <a:ext cx="1872381" cy="157783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Reliability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hape 129">
            <a:extLst>
              <a:ext uri="{FF2B5EF4-FFF2-40B4-BE49-F238E27FC236}">
                <a16:creationId xmlns:a16="http://schemas.microsoft.com/office/drawing/2014/main" id="{D21000CE-616B-90EE-9F17-FB8A88196127}"/>
              </a:ext>
            </a:extLst>
          </p:cNvPr>
          <p:cNvSpPr/>
          <p:nvPr/>
        </p:nvSpPr>
        <p:spPr>
          <a:xfrm>
            <a:off x="3180464" y="4941510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Crash recovery</a:t>
            </a:r>
          </a:p>
        </p:txBody>
      </p:sp>
      <p:sp>
        <p:nvSpPr>
          <p:cNvPr id="9" name="Shape 129">
            <a:extLst>
              <a:ext uri="{FF2B5EF4-FFF2-40B4-BE49-F238E27FC236}">
                <a16:creationId xmlns:a16="http://schemas.microsoft.com/office/drawing/2014/main" id="{3DCA5D58-238C-EB57-EAE7-8D0C973B7B68}"/>
              </a:ext>
            </a:extLst>
          </p:cNvPr>
          <p:cNvSpPr/>
          <p:nvPr/>
        </p:nvSpPr>
        <p:spPr>
          <a:xfrm>
            <a:off x="3193964" y="5348555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Fault tolerance</a:t>
            </a:r>
          </a:p>
        </p:txBody>
      </p:sp>
      <p:sp>
        <p:nvSpPr>
          <p:cNvPr id="10" name="Shape 129">
            <a:extLst>
              <a:ext uri="{FF2B5EF4-FFF2-40B4-BE49-F238E27FC236}">
                <a16:creationId xmlns:a16="http://schemas.microsoft.com/office/drawing/2014/main" id="{1E25E392-3B7E-8140-E9EF-6E2F3D863BC3}"/>
              </a:ext>
            </a:extLst>
          </p:cNvPr>
          <p:cNvSpPr/>
          <p:nvPr/>
        </p:nvSpPr>
        <p:spPr>
          <a:xfrm>
            <a:off x="3219043" y="5801897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duplication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C62411-CD7E-21A2-FB43-DC2015DB2973}"/>
              </a:ext>
            </a:extLst>
          </p:cNvPr>
          <p:cNvCxnSpPr>
            <a:cxnSpLocks/>
          </p:cNvCxnSpPr>
          <p:nvPr/>
        </p:nvCxnSpPr>
        <p:spPr>
          <a:xfrm>
            <a:off x="2708315" y="4266369"/>
            <a:ext cx="436090" cy="5586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806F5A0C-4033-41EA-121D-F371F075A107}"/>
              </a:ext>
            </a:extLst>
          </p:cNvPr>
          <p:cNvSpPr/>
          <p:nvPr/>
        </p:nvSpPr>
        <p:spPr>
          <a:xfrm>
            <a:off x="5579889" y="5072379"/>
            <a:ext cx="2586106" cy="1577835"/>
          </a:xfrm>
          <a:prstGeom prst="wedgeRectCallout">
            <a:avLst>
              <a:gd name="adj1" fmla="val -79107"/>
              <a:gd name="adj2" fmla="val -26899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Hardware: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Arrangement of multiple disks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Voting among multiple disks/modules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Disk block write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BE485FE-01C9-BF62-A02F-8EFD7CF787A8}"/>
              </a:ext>
            </a:extLst>
          </p:cNvPr>
          <p:cNvSpPr/>
          <p:nvPr/>
        </p:nvSpPr>
        <p:spPr>
          <a:xfrm>
            <a:off x="3113764" y="4941510"/>
            <a:ext cx="1872381" cy="40704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31EAE37-39CA-9E33-999F-8E6D3C36A827}"/>
                  </a:ext>
                </a:extLst>
              </p14:cNvPr>
              <p14:cNvContentPartPr/>
              <p14:nvPr/>
            </p14:nvContentPartPr>
            <p14:xfrm>
              <a:off x="3289680" y="4929840"/>
              <a:ext cx="641520" cy="14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31EAE37-39CA-9E33-999F-8E6D3C36A8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0320" y="4920480"/>
                <a:ext cx="660240" cy="3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297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ABFF9D-CBA7-28AF-25A8-85F4564FF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AU" sz="24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Recover from a failure either when a single-instance database crashes or all instances crash.</a:t>
            </a:r>
          </a:p>
          <a:p>
            <a:endParaRPr lang="en-AU" b="0" i="0" u="none" strike="noStrike" dirty="0">
              <a:solidFill>
                <a:srgbClr val="040C28"/>
              </a:solidFill>
              <a:effectLst/>
              <a:latin typeface="Google Sans"/>
            </a:endParaRPr>
          </a:p>
          <a:p>
            <a:r>
              <a:rPr lang="en-AU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Crash recovery is the process by which the database is moved back to a consistent and usable state after a crash</a:t>
            </a:r>
            <a:r>
              <a:rPr lang="en-AU" b="0" i="0" u="none" strike="noStrike" dirty="0">
                <a:solidFill>
                  <a:srgbClr val="202124"/>
                </a:solidFill>
                <a:effectLst/>
                <a:latin typeface="Google Sans"/>
              </a:rPr>
              <a:t>. This is done by making the committed transactions durable and rolling back incomplete transactions.</a:t>
            </a:r>
          </a:p>
          <a:p>
            <a:pPr marL="342900" indent="-342900">
              <a:buFontTx/>
              <a:buChar char="-"/>
            </a:pPr>
            <a:endParaRPr lang="en-AU" dirty="0">
              <a:solidFill>
                <a:srgbClr val="202124"/>
              </a:solidFill>
              <a:latin typeface="Google Sans"/>
            </a:endParaRPr>
          </a:p>
          <a:p>
            <a:endParaRPr lang="en-AU" b="0" i="0" u="none" strike="noStrike" dirty="0">
              <a:solidFill>
                <a:srgbClr val="202124"/>
              </a:solidFill>
              <a:effectLst/>
              <a:latin typeface="Google Sans"/>
            </a:endParaRPr>
          </a:p>
          <a:p>
            <a:pPr marL="342900" indent="-342900">
              <a:buFontTx/>
              <a:buChar char="-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D84913-1F64-7D9A-3F00-EBA9D0B7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3</a:t>
            </a:fld>
            <a:endParaRPr lang="en-AU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8A8A6C-8622-B54A-D31D-96C07A6D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Crash recovery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060C42-BD24-558C-48FD-D2396C60A3DD}"/>
              </a:ext>
            </a:extLst>
          </p:cNvPr>
          <p:cNvSpPr/>
          <p:nvPr/>
        </p:nvSpPr>
        <p:spPr>
          <a:xfrm>
            <a:off x="370703" y="1569308"/>
            <a:ext cx="8291383" cy="7784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B1266-18CC-9948-BE0E-312DCB2EC413}"/>
              </a:ext>
            </a:extLst>
          </p:cNvPr>
          <p:cNvSpPr txBox="1"/>
          <p:nvPr/>
        </p:nvSpPr>
        <p:spPr>
          <a:xfrm>
            <a:off x="135585" y="5946252"/>
            <a:ext cx="7630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AU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The following slides are from Berkeley, Hammoud and Wang with modifications - </a:t>
            </a:r>
            <a:br>
              <a:rPr kumimoji="0" lang="en-AU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</a:br>
            <a:r>
              <a:rPr kumimoji="0" lang="en-AU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http://</a:t>
            </a:r>
            <a:r>
              <a:rPr kumimoji="0" lang="en-US" alt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redbook.cs.berkeley.edu</a:t>
            </a: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/redbook3/</a:t>
            </a:r>
            <a:r>
              <a:rPr kumimoji="0" lang="en-US" altLang="en-US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aries</a:t>
            </a: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/</a:t>
            </a:r>
            <a:r>
              <a:rPr kumimoji="0" lang="en-US" altLang="en-US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aries</a:t>
            </a:r>
            <a:r>
              <a:rPr kumimoji="0" lang="en-US" altLang="en-US" sz="16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.ppt</a:t>
            </a: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 Antiqua"/>
                <a:ea typeface="MS PGothic" pitchFamily="34" charset="-128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74809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7A25CA0-C2FB-449E-9566-41CE8BE96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1E4D063B-F30A-4800-B05D-B926EE073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2656F729-7C51-43E2-A870-4DBB30F4A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Review: The ACID properties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D156C2C2-A22E-AF44-AFF9-71AADC88B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828800"/>
            <a:ext cx="8763000" cy="4648200"/>
          </a:xfrm>
        </p:spPr>
        <p:txBody>
          <a:bodyPr/>
          <a:lstStyle/>
          <a:p>
            <a:pPr>
              <a:buSzPct val="60000"/>
              <a:defRPr/>
            </a:pPr>
            <a:r>
              <a:rPr lang="en-US" altLang="en-US" sz="32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 Neue" charset="0"/>
              </a:rPr>
              <a:t>A</a:t>
            </a:r>
            <a:r>
              <a:rPr lang="en-US" altLang="en-US" dirty="0">
                <a:solidFill>
                  <a:schemeClr val="accent2"/>
                </a:solidFill>
                <a:latin typeface="Helvetica Neue" charset="0"/>
              </a:rPr>
              <a:t> </a:t>
            </a:r>
            <a:r>
              <a:rPr lang="en-US" altLang="en-US" sz="2400" dirty="0" err="1">
                <a:solidFill>
                  <a:schemeClr val="accent2"/>
                </a:solidFill>
                <a:latin typeface="Helvetica Neue" charset="0"/>
              </a:rPr>
              <a:t>tomicity</a:t>
            </a:r>
            <a:r>
              <a:rPr lang="en-US" altLang="en-US" sz="2400" dirty="0">
                <a:solidFill>
                  <a:schemeClr val="accent2"/>
                </a:solidFill>
                <a:latin typeface="Helvetica Neue" charset="0"/>
              </a:rPr>
              <a:t>: </a:t>
            </a:r>
            <a:r>
              <a:rPr lang="en-US" altLang="en-US" sz="2400" dirty="0">
                <a:latin typeface="Helvetica Neue" charset="0"/>
              </a:rPr>
              <a:t> All actions in the Xact happen, or none happen.</a:t>
            </a:r>
          </a:p>
          <a:p>
            <a:pPr>
              <a:buSzPct val="60000"/>
              <a:defRPr/>
            </a:pPr>
            <a:r>
              <a:rPr lang="en-US" altLang="en-US" sz="32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 Neue" charset="0"/>
              </a:rPr>
              <a:t>C</a:t>
            </a:r>
            <a:r>
              <a:rPr lang="en-US" altLang="en-US" dirty="0">
                <a:solidFill>
                  <a:schemeClr val="accent2"/>
                </a:solidFill>
                <a:latin typeface="Helvetica Neue" charset="0"/>
              </a:rPr>
              <a:t> </a:t>
            </a:r>
            <a:r>
              <a:rPr lang="en-US" altLang="en-US" sz="2400" dirty="0" err="1">
                <a:solidFill>
                  <a:schemeClr val="accent2"/>
                </a:solidFill>
                <a:latin typeface="Helvetica Neue" charset="0"/>
              </a:rPr>
              <a:t>onsistency</a:t>
            </a:r>
            <a:r>
              <a:rPr lang="en-US" altLang="en-US" sz="2400" dirty="0">
                <a:solidFill>
                  <a:schemeClr val="accent2"/>
                </a:solidFill>
                <a:latin typeface="Helvetica Neue" charset="0"/>
              </a:rPr>
              <a:t>: </a:t>
            </a:r>
            <a:r>
              <a:rPr lang="en-US" altLang="en-US" sz="2400" dirty="0">
                <a:latin typeface="Helvetica Neue" charset="0"/>
              </a:rPr>
              <a:t> If each Xact is consistent, and the DB starts consistent, it ends up consistent.</a:t>
            </a:r>
            <a:endParaRPr lang="en-US" altLang="en-US" dirty="0">
              <a:latin typeface="Helvetica Neue" charset="0"/>
            </a:endParaRPr>
          </a:p>
          <a:p>
            <a:pPr>
              <a:defRPr/>
            </a:pPr>
            <a:r>
              <a:rPr lang="en-US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 Neue" charset="0"/>
              </a:rPr>
              <a:t> </a:t>
            </a:r>
            <a:r>
              <a:rPr lang="en-US" altLang="en-US" sz="32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 Neue" charset="0"/>
              </a:rPr>
              <a:t>I</a:t>
            </a:r>
            <a:r>
              <a:rPr lang="en-US" altLang="en-US" dirty="0">
                <a:solidFill>
                  <a:schemeClr val="accent2"/>
                </a:solidFill>
                <a:latin typeface="Helvetica Neue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Helvetica Neue" charset="0"/>
              </a:rPr>
              <a:t>solation: </a:t>
            </a:r>
            <a:r>
              <a:rPr lang="en-US" altLang="en-US" sz="2400" dirty="0">
                <a:latin typeface="Helvetica Neue" charset="0"/>
              </a:rPr>
              <a:t> Execution of one Xact is isolated from that of other </a:t>
            </a:r>
            <a:r>
              <a:rPr lang="en-US" altLang="en-US" sz="2400" dirty="0" err="1">
                <a:latin typeface="Helvetica Neue" charset="0"/>
              </a:rPr>
              <a:t>Xacts</a:t>
            </a:r>
            <a:r>
              <a:rPr lang="en-US" altLang="en-US" sz="2400" dirty="0">
                <a:latin typeface="Helvetica Neue" charset="0"/>
              </a:rPr>
              <a:t>.</a:t>
            </a:r>
            <a:endParaRPr lang="en-US" altLang="en-US" dirty="0">
              <a:latin typeface="Helvetica Neue" charset="0"/>
            </a:endParaRPr>
          </a:p>
          <a:p>
            <a:pPr>
              <a:buSzPct val="60000"/>
              <a:defRPr/>
            </a:pPr>
            <a:r>
              <a:rPr lang="en-US" altLang="en-US" sz="32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 Neue" charset="0"/>
              </a:rPr>
              <a:t>D </a:t>
            </a:r>
            <a:r>
              <a:rPr lang="en-US" altLang="en-US" sz="2400" dirty="0" err="1">
                <a:solidFill>
                  <a:schemeClr val="accent2"/>
                </a:solidFill>
                <a:latin typeface="Helvetica Neue" charset="0"/>
              </a:rPr>
              <a:t>urability</a:t>
            </a:r>
            <a:r>
              <a:rPr lang="en-US" altLang="en-US" sz="2400" dirty="0">
                <a:solidFill>
                  <a:schemeClr val="accent2"/>
                </a:solidFill>
                <a:latin typeface="Helvetica Neue" charset="0"/>
              </a:rPr>
              <a:t>: </a:t>
            </a:r>
            <a:r>
              <a:rPr lang="en-US" altLang="en-US" sz="2400" dirty="0">
                <a:latin typeface="Helvetica Neue" charset="0"/>
              </a:rPr>
              <a:t> If a Xact commits, its effects persist.</a:t>
            </a:r>
          </a:p>
          <a:p>
            <a:pPr>
              <a:buFont typeface="Monotype Sorts" charset="2"/>
              <a:buNone/>
              <a:defRPr/>
            </a:pPr>
            <a:endParaRPr lang="en-US" altLang="en-US" sz="2400" dirty="0">
              <a:latin typeface="Helvetica Neue" charset="0"/>
            </a:endParaRPr>
          </a:p>
          <a:p>
            <a:pPr>
              <a:defRPr/>
            </a:pPr>
            <a:r>
              <a:rPr lang="en-US" altLang="en-US" sz="2400" dirty="0">
                <a:latin typeface="Helvetica Neue" charset="0"/>
              </a:rPr>
              <a:t>The </a:t>
            </a:r>
            <a:r>
              <a:rPr lang="en-US" altLang="en-US" sz="2400" dirty="0">
                <a:solidFill>
                  <a:schemeClr val="accent2"/>
                </a:solidFill>
                <a:latin typeface="Helvetica Neue" charset="0"/>
              </a:rPr>
              <a:t>Recovery Manager</a:t>
            </a:r>
            <a:r>
              <a:rPr lang="en-US" altLang="en-US" sz="2400" dirty="0">
                <a:latin typeface="Helvetica Neue" charset="0"/>
              </a:rPr>
              <a:t> guarantees Atomicity &amp; Durability.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E6D6EEE1-0BC8-4A33-804E-D47AE7116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24578" name="Rectangle 4">
            <a:extLst>
              <a:ext uri="{FF2B5EF4-FFF2-40B4-BE49-F238E27FC236}">
                <a16:creationId xmlns:a16="http://schemas.microsoft.com/office/drawing/2014/main" id="{EA1D7517-3B97-4C20-8A67-A2EF1E495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Motivation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6146AE28-F09E-4B01-A035-741DEFC76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7812088" cy="2057400"/>
          </a:xfrm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Atomicity: </a:t>
            </a:r>
          </a:p>
          <a:p>
            <a:pPr lvl="1"/>
            <a:r>
              <a:rPr lang="en-US" altLang="en-US">
                <a:latin typeface="Helvetica Neue" charset="0"/>
              </a:rPr>
              <a:t>Transactions may abort (</a:t>
            </a:r>
            <a:r>
              <a:rPr lang="ja-JP" altLang="en-US">
                <a:latin typeface="Helvetica Neue" charset="0"/>
              </a:rPr>
              <a:t>“</a:t>
            </a:r>
            <a:r>
              <a:rPr lang="en-US" altLang="ja-JP">
                <a:latin typeface="Helvetica Neue" charset="0"/>
              </a:rPr>
              <a:t>Rollback</a:t>
            </a:r>
            <a:r>
              <a:rPr lang="ja-JP" altLang="en-US">
                <a:latin typeface="Helvetica Neue" charset="0"/>
              </a:rPr>
              <a:t>”</a:t>
            </a:r>
            <a:r>
              <a:rPr lang="en-US" altLang="ja-JP">
                <a:latin typeface="Helvetica Neue" charset="0"/>
              </a:rPr>
              <a:t>). E.g. T6</a:t>
            </a:r>
          </a:p>
          <a:p>
            <a:r>
              <a:rPr lang="en-US" altLang="en-US">
                <a:latin typeface="Helvetica Neue" charset="0"/>
              </a:rPr>
              <a:t>Durability:</a:t>
            </a:r>
          </a:p>
          <a:p>
            <a:pPr lvl="1"/>
            <a:r>
              <a:rPr lang="en-US" altLang="en-US">
                <a:latin typeface="Helvetica Neue" charset="0"/>
              </a:rPr>
              <a:t>What if DBMS stops running?  (Causes?)</a:t>
            </a:r>
          </a:p>
        </p:txBody>
      </p:sp>
      <p:sp>
        <p:nvSpPr>
          <p:cNvPr id="24580" name="Rectangle 6">
            <a:extLst>
              <a:ext uri="{FF2B5EF4-FFF2-40B4-BE49-F238E27FC236}">
                <a16:creationId xmlns:a16="http://schemas.microsoft.com/office/drawing/2014/main" id="{BAE68024-5F19-447F-B4F9-5C26E1B77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763" y="4033838"/>
            <a:ext cx="109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latin typeface="Helvetica Neue" charset="0"/>
              </a:rPr>
              <a:t>crash!</a:t>
            </a:r>
          </a:p>
        </p:txBody>
      </p:sp>
      <p:sp>
        <p:nvSpPr>
          <p:cNvPr id="24581" name="Rectangle 7">
            <a:extLst>
              <a:ext uri="{FF2B5EF4-FFF2-40B4-BE49-F238E27FC236}">
                <a16:creationId xmlns:a16="http://schemas.microsoft.com/office/drawing/2014/main" id="{D071C200-6298-45AD-8A0E-BFA0609C3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0000"/>
            <a:ext cx="4495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>
                <a:latin typeface="Helvetica Neue" charset="0"/>
              </a:rPr>
              <a:t>Desired Behavior after system restarts:</a:t>
            </a:r>
          </a:p>
          <a:p>
            <a:pPr lvl="1">
              <a:buSzTx/>
            </a:pPr>
            <a:r>
              <a:rPr lang="en-US" altLang="en-US" sz="2000">
                <a:solidFill>
                  <a:srgbClr val="0000FF"/>
                </a:solidFill>
                <a:latin typeface="Helvetica Neue" charset="0"/>
              </a:rPr>
              <a:t>T1, T2 </a:t>
            </a:r>
            <a:r>
              <a:rPr lang="en-US" altLang="en-US" sz="2000">
                <a:latin typeface="Helvetica Neue" charset="0"/>
              </a:rPr>
              <a:t>&amp; </a:t>
            </a:r>
            <a:r>
              <a:rPr lang="en-US" altLang="en-US" sz="2000">
                <a:solidFill>
                  <a:srgbClr val="0000FF"/>
                </a:solidFill>
                <a:latin typeface="Helvetica Neue" charset="0"/>
              </a:rPr>
              <a:t>T3</a:t>
            </a:r>
            <a:r>
              <a:rPr lang="en-US" altLang="en-US" sz="2000">
                <a:latin typeface="Helvetica Neue" charset="0"/>
              </a:rPr>
              <a:t> should be </a:t>
            </a:r>
            <a:r>
              <a:rPr lang="en-US" altLang="en-US" sz="2000">
                <a:solidFill>
                  <a:srgbClr val="0000FF"/>
                </a:solidFill>
                <a:latin typeface="Helvetica Neue" charset="0"/>
              </a:rPr>
              <a:t>durable as they are committed before the crash.</a:t>
            </a:r>
            <a:endParaRPr lang="en-US" altLang="en-US" sz="2000">
              <a:latin typeface="Helvetica Neue" charset="0"/>
            </a:endParaRPr>
          </a:p>
          <a:p>
            <a:pPr lvl="1">
              <a:buSzTx/>
            </a:pPr>
            <a:r>
              <a:rPr lang="en-US" altLang="en-US" sz="2000">
                <a:solidFill>
                  <a:schemeClr val="folHlink"/>
                </a:solidFill>
                <a:latin typeface="Helvetica Neue" charset="0"/>
              </a:rPr>
              <a:t>T4</a:t>
            </a:r>
            <a:r>
              <a:rPr lang="en-US" altLang="en-US" sz="2000">
                <a:latin typeface="Helvetica Neue" charset="0"/>
              </a:rPr>
              <a:t>, </a:t>
            </a:r>
            <a:r>
              <a:rPr lang="en-US" altLang="en-US" sz="2000">
                <a:solidFill>
                  <a:schemeClr val="folHlink"/>
                </a:solidFill>
                <a:latin typeface="Helvetica Neue" charset="0"/>
              </a:rPr>
              <a:t>T5, T6</a:t>
            </a:r>
            <a:r>
              <a:rPr lang="en-US" altLang="en-US" sz="2000">
                <a:solidFill>
                  <a:schemeClr val="accent2"/>
                </a:solidFill>
                <a:latin typeface="Helvetica Neue" charset="0"/>
              </a:rPr>
              <a:t> </a:t>
            </a:r>
            <a:r>
              <a:rPr lang="en-US" altLang="en-US" sz="2000">
                <a:latin typeface="Helvetica Neue" charset="0"/>
              </a:rPr>
              <a:t>should be </a:t>
            </a:r>
            <a:r>
              <a:rPr lang="en-US" altLang="en-US" sz="2000">
                <a:solidFill>
                  <a:schemeClr val="folHlink"/>
                </a:solidFill>
                <a:latin typeface="Helvetica Neue" charset="0"/>
              </a:rPr>
              <a:t>aborted</a:t>
            </a:r>
            <a:r>
              <a:rPr lang="en-US" altLang="en-US" sz="2000">
                <a:latin typeface="Helvetica Neue" charset="0"/>
              </a:rPr>
              <a:t> (effects not seen).</a:t>
            </a:r>
          </a:p>
        </p:txBody>
      </p:sp>
      <p:sp>
        <p:nvSpPr>
          <p:cNvPr id="24582" name="Rectangle 8">
            <a:extLst>
              <a:ext uri="{FF2B5EF4-FFF2-40B4-BE49-F238E27FC236}">
                <a16:creationId xmlns:a16="http://schemas.microsoft.com/office/drawing/2014/main" id="{7E0AE7E2-9E26-4806-8606-88FC8B1B4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050" y="4371975"/>
            <a:ext cx="5286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Helvetica Neue" charset="0"/>
              </a:rPr>
              <a:t>T1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Helvetica Neue" charset="0"/>
              </a:rPr>
              <a:t>T2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Helvetica Neue" charset="0"/>
              </a:rPr>
              <a:t>T3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Helvetica Neue" charset="0"/>
              </a:rPr>
              <a:t>T4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Helvetica Neue" charset="0"/>
              </a:rPr>
              <a:t>T5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Helvetica Neue" charset="0"/>
              </a:rPr>
              <a:t>T6</a:t>
            </a:r>
          </a:p>
        </p:txBody>
      </p:sp>
      <p:sp>
        <p:nvSpPr>
          <p:cNvPr id="24583" name="Line 9">
            <a:extLst>
              <a:ext uri="{FF2B5EF4-FFF2-40B4-BE49-F238E27FC236}">
                <a16:creationId xmlns:a16="http://schemas.microsoft.com/office/drawing/2014/main" id="{09978384-68A8-4CAB-A495-1616E0129D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225" y="4564063"/>
            <a:ext cx="118745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84" name="Line 10">
            <a:extLst>
              <a:ext uri="{FF2B5EF4-FFF2-40B4-BE49-F238E27FC236}">
                <a16:creationId xmlns:a16="http://schemas.microsoft.com/office/drawing/2014/main" id="{4B9066C9-4F59-474F-AC20-F9AA27EAB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2788" y="4865688"/>
            <a:ext cx="1185862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85" name="Line 11">
            <a:extLst>
              <a:ext uri="{FF2B5EF4-FFF2-40B4-BE49-F238E27FC236}">
                <a16:creationId xmlns:a16="http://schemas.microsoft.com/office/drawing/2014/main" id="{CFA9E437-2EF7-48D0-8333-63E364647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7500" y="5248275"/>
            <a:ext cx="118745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86" name="Line 12">
            <a:extLst>
              <a:ext uri="{FF2B5EF4-FFF2-40B4-BE49-F238E27FC236}">
                <a16:creationId xmlns:a16="http://schemas.microsoft.com/office/drawing/2014/main" id="{718DA198-1795-45B7-9439-50B57CCDA1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7463" y="5621338"/>
            <a:ext cx="34417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87" name="Line 13">
            <a:extLst>
              <a:ext uri="{FF2B5EF4-FFF2-40B4-BE49-F238E27FC236}">
                <a16:creationId xmlns:a16="http://schemas.microsoft.com/office/drawing/2014/main" id="{67AC207C-248A-4B9D-B8E0-97927599A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538" y="5934075"/>
            <a:ext cx="8128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88" name="Line 14">
            <a:extLst>
              <a:ext uri="{FF2B5EF4-FFF2-40B4-BE49-F238E27FC236}">
                <a16:creationId xmlns:a16="http://schemas.microsoft.com/office/drawing/2014/main" id="{BD4856D5-6795-4B15-AB30-71006758F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2338" y="4552950"/>
            <a:ext cx="7937" cy="2139950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89" name="Line 15">
            <a:extLst>
              <a:ext uri="{FF2B5EF4-FFF2-40B4-BE49-F238E27FC236}">
                <a16:creationId xmlns:a16="http://schemas.microsoft.com/office/drawing/2014/main" id="{31EDC93E-557B-4E46-B457-BE2A96AB62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225" y="4505325"/>
            <a:ext cx="0" cy="1206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0" name="Line 16">
            <a:extLst>
              <a:ext uri="{FF2B5EF4-FFF2-40B4-BE49-F238E27FC236}">
                <a16:creationId xmlns:a16="http://schemas.microsoft.com/office/drawing/2014/main" id="{7A2DB1BF-E59C-45F2-A809-83E05C07E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6675" y="4505325"/>
            <a:ext cx="0" cy="1206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1" name="Line 17">
            <a:extLst>
              <a:ext uri="{FF2B5EF4-FFF2-40B4-BE49-F238E27FC236}">
                <a16:creationId xmlns:a16="http://schemas.microsoft.com/office/drawing/2014/main" id="{03DC7D01-D80E-4189-A3AB-E81BA92E9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2788" y="4805363"/>
            <a:ext cx="0" cy="119062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2" name="Line 18">
            <a:extLst>
              <a:ext uri="{FF2B5EF4-FFF2-40B4-BE49-F238E27FC236}">
                <a16:creationId xmlns:a16="http://schemas.microsoft.com/office/drawing/2014/main" id="{44D0B476-1066-4F5A-A0C2-92A83C67D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4805363"/>
            <a:ext cx="0" cy="119062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3" name="Line 19">
            <a:extLst>
              <a:ext uri="{FF2B5EF4-FFF2-40B4-BE49-F238E27FC236}">
                <a16:creationId xmlns:a16="http://schemas.microsoft.com/office/drawing/2014/main" id="{BF66D1DF-B6BE-4D76-88EB-7D06FFCDB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7500" y="5187950"/>
            <a:ext cx="0" cy="1206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4" name="Line 20">
            <a:extLst>
              <a:ext uri="{FF2B5EF4-FFF2-40B4-BE49-F238E27FC236}">
                <a16:creationId xmlns:a16="http://schemas.microsoft.com/office/drawing/2014/main" id="{1E8267B4-60E5-4345-BDA6-775BCDF4C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4950" y="5187950"/>
            <a:ext cx="0" cy="1206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5" name="Line 21">
            <a:extLst>
              <a:ext uri="{FF2B5EF4-FFF2-40B4-BE49-F238E27FC236}">
                <a16:creationId xmlns:a16="http://schemas.microsoft.com/office/drawing/2014/main" id="{BFC95D23-C6C6-435D-98FD-CD132BF9B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9688" y="5561013"/>
            <a:ext cx="0" cy="1206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6" name="Line 22">
            <a:extLst>
              <a:ext uri="{FF2B5EF4-FFF2-40B4-BE49-F238E27FC236}">
                <a16:creationId xmlns:a16="http://schemas.microsoft.com/office/drawing/2014/main" id="{5378DA64-B891-4DF3-A487-59EE22CEA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538" y="5872163"/>
            <a:ext cx="0" cy="1206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7" name="Rectangle 23">
            <a:extLst>
              <a:ext uri="{FF2B5EF4-FFF2-40B4-BE49-F238E27FC236}">
                <a16:creationId xmlns:a16="http://schemas.microsoft.com/office/drawing/2014/main" id="{8CFF53AB-38AC-4ABC-84B1-3CE801907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621088"/>
            <a:ext cx="4483100" cy="30638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6498E2EE-3D32-5E44-8799-5AA77B2B1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25" y="6435725"/>
            <a:ext cx="1187450" cy="0"/>
          </a:xfrm>
          <a:prstGeom prst="line">
            <a:avLst/>
          </a:prstGeom>
          <a:noFill/>
          <a:ln w="50800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24599" name="Line 15">
            <a:extLst>
              <a:ext uri="{FF2B5EF4-FFF2-40B4-BE49-F238E27FC236}">
                <a16:creationId xmlns:a16="http://schemas.microsoft.com/office/drawing/2014/main" id="{9D2BC9B5-6A42-4C7C-B6D1-1CA8C7166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25" y="6376988"/>
            <a:ext cx="0" cy="1206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600" name="TextBox 27">
            <a:extLst>
              <a:ext uri="{FF2B5EF4-FFF2-40B4-BE49-F238E27FC236}">
                <a16:creationId xmlns:a16="http://schemas.microsoft.com/office/drawing/2014/main" id="{FDBAAA38-25AE-4777-9F96-135BD4654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925" y="6300788"/>
            <a:ext cx="54768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100">
                <a:solidFill>
                  <a:srgbClr val="000000"/>
                </a:solidFill>
                <a:latin typeface="Helvetica Neue" charset="0"/>
              </a:rPr>
              <a:t>abort</a:t>
            </a:r>
          </a:p>
        </p:txBody>
      </p:sp>
      <p:sp>
        <p:nvSpPr>
          <p:cNvPr id="24601" name="TextBox 28">
            <a:extLst>
              <a:ext uri="{FF2B5EF4-FFF2-40B4-BE49-F238E27FC236}">
                <a16:creationId xmlns:a16="http://schemas.microsoft.com/office/drawing/2014/main" id="{FCA18EE6-80EA-4D28-B03A-A1FEC3E73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4440238"/>
            <a:ext cx="70643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100">
                <a:solidFill>
                  <a:srgbClr val="000000"/>
                </a:solidFill>
                <a:latin typeface="Helvetica Neue" charset="0"/>
              </a:rPr>
              <a:t>commit</a:t>
            </a:r>
          </a:p>
        </p:txBody>
      </p:sp>
      <p:sp>
        <p:nvSpPr>
          <p:cNvPr id="24602" name="TextBox 29">
            <a:extLst>
              <a:ext uri="{FF2B5EF4-FFF2-40B4-BE49-F238E27FC236}">
                <a16:creationId xmlns:a16="http://schemas.microsoft.com/office/drawing/2014/main" id="{D9DAB1B9-3E51-4EF9-9096-B46230D97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3725" y="4740275"/>
            <a:ext cx="7064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100">
                <a:solidFill>
                  <a:srgbClr val="000000"/>
                </a:solidFill>
                <a:latin typeface="Helvetica Neue" charset="0"/>
              </a:rPr>
              <a:t>commit</a:t>
            </a:r>
          </a:p>
        </p:txBody>
      </p:sp>
      <p:sp>
        <p:nvSpPr>
          <p:cNvPr id="24603" name="TextBox 30">
            <a:extLst>
              <a:ext uri="{FF2B5EF4-FFF2-40B4-BE49-F238E27FC236}">
                <a16:creationId xmlns:a16="http://schemas.microsoft.com/office/drawing/2014/main" id="{4301FD21-84C0-4AF7-A5C1-97EC202A0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913" y="5102225"/>
            <a:ext cx="7064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100">
                <a:solidFill>
                  <a:srgbClr val="000000"/>
                </a:solidFill>
                <a:latin typeface="Helvetica Neue" charset="0"/>
              </a:rPr>
              <a:t>commit</a:t>
            </a:r>
          </a:p>
        </p:txBody>
      </p:sp>
      <p:cxnSp>
        <p:nvCxnSpPr>
          <p:cNvPr id="24604" name="Straight Arrow Connector 35">
            <a:extLst>
              <a:ext uri="{FF2B5EF4-FFF2-40B4-BE49-F238E27FC236}">
                <a16:creationId xmlns:a16="http://schemas.microsoft.com/office/drawing/2014/main" id="{FB191E48-CA9B-4D45-8BD3-4F9C3A149C9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627563" y="3886200"/>
            <a:ext cx="4210050" cy="39688"/>
          </a:xfrm>
          <a:prstGeom prst="straightConnector1">
            <a:avLst/>
          </a:prstGeom>
          <a:noFill/>
          <a:ln w="60325" cmpd="dbl">
            <a:solidFill>
              <a:schemeClr val="tx2"/>
            </a:solidFill>
            <a:round/>
            <a:headEnd type="diamond" w="med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605" name="TextBox 36">
            <a:extLst>
              <a:ext uri="{FF2B5EF4-FFF2-40B4-BE49-F238E27FC236}">
                <a16:creationId xmlns:a16="http://schemas.microsoft.com/office/drawing/2014/main" id="{02AF8CDC-1FFA-4738-BA64-87ADF0D81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0" y="3657600"/>
            <a:ext cx="1077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400">
                <a:solidFill>
                  <a:srgbClr val="0D0153"/>
                </a:solidFill>
                <a:latin typeface="Helvetica Neue" charset="0"/>
              </a:rPr>
              <a:t>Time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CB590F5D-567F-4DDF-AA16-256F2CDAE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F592A5BE-364D-4663-956D-C8007193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26627" name="Rectangle 4">
            <a:extLst>
              <a:ext uri="{FF2B5EF4-FFF2-40B4-BE49-F238E27FC236}">
                <a16:creationId xmlns:a16="http://schemas.microsoft.com/office/drawing/2014/main" id="{84F8B6F5-17C4-4B13-871E-298AD3B48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Assumptions</a:t>
            </a:r>
          </a:p>
        </p:txBody>
      </p:sp>
      <p:sp>
        <p:nvSpPr>
          <p:cNvPr id="26628" name="Rectangle 5">
            <a:extLst>
              <a:ext uri="{FF2B5EF4-FFF2-40B4-BE49-F238E27FC236}">
                <a16:creationId xmlns:a16="http://schemas.microsoft.com/office/drawing/2014/main" id="{B81010A8-E478-4778-ACF4-B96EEE5DE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7772400" cy="3224213"/>
          </a:xfrm>
          <a:noFill/>
        </p:spPr>
        <p:txBody>
          <a:bodyPr/>
          <a:lstStyle/>
          <a:p>
            <a:r>
              <a:rPr lang="en-US" altLang="en-US" dirty="0">
                <a:latin typeface="Helvetica Neue" charset="0"/>
              </a:rPr>
              <a:t>Concurrency control is in effect. </a:t>
            </a:r>
          </a:p>
          <a:p>
            <a:pPr lvl="1"/>
            <a:r>
              <a:rPr lang="en-US" altLang="en-US" dirty="0">
                <a:solidFill>
                  <a:schemeClr val="accent2"/>
                </a:solidFill>
                <a:latin typeface="Helvetica Neue" charset="0"/>
              </a:rPr>
              <a:t>Strict 2PL (Two Phase Locking)</a:t>
            </a:r>
            <a:r>
              <a:rPr lang="en-US" altLang="en-US" dirty="0">
                <a:latin typeface="Helvetica Neue" charset="0"/>
              </a:rPr>
              <a:t>, in particular.</a:t>
            </a:r>
          </a:p>
          <a:p>
            <a:r>
              <a:rPr lang="en-US" altLang="en-US" dirty="0">
                <a:latin typeface="Helvetica Neue" charset="0"/>
              </a:rPr>
              <a:t>Updates are happening </a:t>
            </a:r>
            <a:r>
              <a:rPr lang="ja-JP" altLang="en-US">
                <a:latin typeface="Helvetica Neue" charset="0"/>
              </a:rPr>
              <a:t>“</a:t>
            </a:r>
            <a:r>
              <a:rPr lang="en-US" altLang="ja-JP" dirty="0">
                <a:latin typeface="Helvetica Neue" charset="0"/>
              </a:rPr>
              <a:t>in place</a:t>
            </a:r>
            <a:r>
              <a:rPr lang="ja-JP" altLang="en-US">
                <a:latin typeface="Helvetica Neue" charset="0"/>
              </a:rPr>
              <a:t>”</a:t>
            </a:r>
            <a:r>
              <a:rPr lang="en-US" altLang="ja-JP" dirty="0">
                <a:latin typeface="Helvetica Neue" charset="0"/>
              </a:rPr>
              <a:t>.</a:t>
            </a:r>
          </a:p>
          <a:p>
            <a:pPr lvl="1"/>
            <a:r>
              <a:rPr lang="en-US" altLang="en-US" dirty="0">
                <a:latin typeface="Helvetica Neue" charset="0"/>
              </a:rPr>
              <a:t>i.e. data is overwritten on (deleted from) the disk.</a:t>
            </a:r>
          </a:p>
          <a:p>
            <a:r>
              <a:rPr lang="en-US" altLang="en-US" dirty="0">
                <a:latin typeface="Helvetica Neue" charset="0"/>
              </a:rPr>
              <a:t>A simple scheme to guarantee Atomicity &amp; Durability?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6A6AADBA-D9F9-473F-B195-D563F328AC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>
                <a:latin typeface="Helvetica Neue" charset="0"/>
              </a:rPr>
              <a:t> Buffer Caches (pool)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099368E9-E741-4758-9DCB-AC06DD0CE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213" y="1576388"/>
            <a:ext cx="8813800" cy="4713287"/>
          </a:xfrm>
        </p:spPr>
        <p:txBody>
          <a:bodyPr/>
          <a:lstStyle/>
          <a:p>
            <a:pPr marL="533400" indent="-533400">
              <a:lnSpc>
                <a:spcPts val="2638"/>
              </a:lnSpc>
              <a:buFontTx/>
              <a:buAutoNum type="arabicPeriod"/>
            </a:pPr>
            <a:r>
              <a:rPr lang="en-AU" altLang="en-US" sz="2000">
                <a:latin typeface="Helvetica Neue" charset="0"/>
              </a:rPr>
              <a:t>Data is stored on disks</a:t>
            </a:r>
          </a:p>
          <a:p>
            <a:pPr marL="533400" indent="-533400">
              <a:lnSpc>
                <a:spcPts val="2638"/>
              </a:lnSpc>
              <a:buFontTx/>
              <a:buAutoNum type="arabicPeriod"/>
            </a:pPr>
            <a:r>
              <a:rPr lang="en-AU" altLang="en-US" sz="2000">
                <a:latin typeface="Helvetica Neue" charset="0"/>
              </a:rPr>
              <a:t>Reading a data item requires reading the whole page of data (typically 4K or 8K bytes of data depending on the page size) from disk to memory containing the item.</a:t>
            </a:r>
          </a:p>
          <a:p>
            <a:pPr marL="533400" indent="-533400">
              <a:lnSpc>
                <a:spcPts val="2638"/>
              </a:lnSpc>
              <a:buFontTx/>
              <a:buAutoNum type="arabicPeriod"/>
            </a:pPr>
            <a:r>
              <a:rPr lang="en-AU" altLang="en-US" sz="2000">
                <a:latin typeface="Helvetica Neue" charset="0"/>
              </a:rPr>
              <a:t>Modifying a data item requires reading the whole page from disk to memory containing the item, modifying the item in memory and writing the whole page to disk.</a:t>
            </a:r>
          </a:p>
          <a:p>
            <a:pPr marL="533400" indent="-533400">
              <a:lnSpc>
                <a:spcPts val="2638"/>
              </a:lnSpc>
              <a:buFontTx/>
              <a:buAutoNum type="arabicPeriod"/>
            </a:pPr>
            <a:r>
              <a:rPr lang="en-AU" altLang="en-US" sz="2000">
                <a:latin typeface="Helvetica Neue" charset="0"/>
              </a:rPr>
              <a:t>Steps 2 &amp; 3 can be very expensive and we can minimize the number of disk reads and writes by storing as many disk pages as possible in memory (buffer cache) – this means always check in buffer cache for the disk page of interest if not copy the associated page to buffer cache and perform the  necessary operation.</a:t>
            </a:r>
          </a:p>
          <a:p>
            <a:pPr marL="533400" indent="-533400">
              <a:lnSpc>
                <a:spcPts val="2638"/>
              </a:lnSpc>
              <a:buFontTx/>
              <a:buAutoNum type="arabicPeriod"/>
            </a:pPr>
            <a:r>
              <a:rPr lang="en-AU" altLang="en-US" sz="2000">
                <a:latin typeface="Helvetica Neue" charset="0"/>
              </a:rPr>
              <a:t>When buffer cache is full we need to evict some pages from the buffer cache in order fetch the required pages from the disk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6B1E26E4-F9AA-4F08-9EBE-751AFACB9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>
                <a:latin typeface="Helvetica Neue" charset="0"/>
              </a:rPr>
              <a:t> Buffer Caches (pool)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84ECEB02-CE8A-4D63-A031-856BB024E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1698625"/>
            <a:ext cx="8186738" cy="49022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Clr>
                <a:srgbClr val="000000"/>
              </a:buClr>
              <a:buFontTx/>
              <a:buAutoNum type="arabicPeriod" startAt="6"/>
            </a:pPr>
            <a:r>
              <a:rPr lang="en-AU" altLang="en-US" sz="1900" b="1" dirty="0">
                <a:latin typeface="Helvetica Neue" charset="0"/>
              </a:rPr>
              <a:t>Eviction needs to make sure that no one else is using the page and any modified pages should be copied to the disk.</a:t>
            </a:r>
          </a:p>
          <a:p>
            <a:pPr marL="533400" indent="-533400">
              <a:lnSpc>
                <a:spcPct val="90000"/>
              </a:lnSpc>
              <a:buClr>
                <a:srgbClr val="000000"/>
              </a:buClr>
              <a:buFontTx/>
              <a:buAutoNum type="arabicPeriod" startAt="6"/>
            </a:pPr>
            <a:r>
              <a:rPr lang="en-AU" altLang="en-US" sz="1900" dirty="0">
                <a:latin typeface="Helvetica Neue" charset="0"/>
              </a:rPr>
              <a:t>Since several transactions are executing concurrently this requires additional locking procedures using latches. These latches are used only for the duration of the operation (e.g. READ/WRITE) and can be released immediately unlike record locks which have to be kept locked until the end of the transaction.</a:t>
            </a:r>
          </a:p>
          <a:p>
            <a:pPr marL="533400" indent="-533400">
              <a:lnSpc>
                <a:spcPct val="90000"/>
              </a:lnSpc>
            </a:pPr>
            <a:r>
              <a:rPr lang="en-AU" altLang="en-US" sz="1900" dirty="0">
                <a:latin typeface="Helvetica Neue" charset="0"/>
              </a:rPr>
              <a:t>fix(</a:t>
            </a:r>
            <a:r>
              <a:rPr lang="en-AU" altLang="en-US" sz="1900" dirty="0" err="1">
                <a:latin typeface="Helvetica Neue" charset="0"/>
              </a:rPr>
              <a:t>pageid</a:t>
            </a:r>
            <a:r>
              <a:rPr lang="en-AU" altLang="en-US" sz="1900" dirty="0">
                <a:latin typeface="Helvetica Neue" charset="0"/>
              </a:rPr>
              <a:t>)</a:t>
            </a:r>
          </a:p>
          <a:p>
            <a:pPr marL="914400" lvl="1" indent="-457200">
              <a:lnSpc>
                <a:spcPct val="90000"/>
              </a:lnSpc>
            </a:pPr>
            <a:r>
              <a:rPr lang="en-AU" altLang="en-US" sz="1900" dirty="0">
                <a:latin typeface="Helvetica Neue" charset="0"/>
              </a:rPr>
              <a:t>reads pages from disk into the buffer cache if it is not already in the buffer cache</a:t>
            </a:r>
          </a:p>
          <a:p>
            <a:pPr marL="914400" lvl="1" indent="-457200">
              <a:lnSpc>
                <a:spcPct val="90000"/>
              </a:lnSpc>
            </a:pPr>
            <a:r>
              <a:rPr lang="en-AU" altLang="en-US" sz="1900" dirty="0">
                <a:latin typeface="Helvetica Neue" charset="0"/>
              </a:rPr>
              <a:t>fixed pages cannot be dropped from the buffer cache as transactions are accessing the contents</a:t>
            </a:r>
          </a:p>
          <a:p>
            <a:pPr marL="533400" indent="-533400">
              <a:lnSpc>
                <a:spcPct val="90000"/>
              </a:lnSpc>
            </a:pPr>
            <a:r>
              <a:rPr lang="en-AU" altLang="en-US" sz="1900" dirty="0">
                <a:latin typeface="Helvetica Neue" charset="0"/>
              </a:rPr>
              <a:t>unfix(</a:t>
            </a:r>
            <a:r>
              <a:rPr lang="en-AU" altLang="en-US" sz="1900" dirty="0" err="1">
                <a:latin typeface="Helvetica Neue" charset="0"/>
              </a:rPr>
              <a:t>pageid</a:t>
            </a:r>
            <a:r>
              <a:rPr lang="en-AU" altLang="en-US" sz="1900" dirty="0">
                <a:latin typeface="Helvetica Neue" charset="0"/>
              </a:rPr>
              <a:t>)</a:t>
            </a:r>
          </a:p>
          <a:p>
            <a:pPr marL="914400" lvl="1" indent="-457200">
              <a:lnSpc>
                <a:spcPct val="90000"/>
              </a:lnSpc>
            </a:pPr>
            <a:r>
              <a:rPr lang="en-AU" altLang="en-US" sz="1900" dirty="0">
                <a:latin typeface="Helvetica Neue" charset="0"/>
              </a:rPr>
              <a:t>The page is not in use by the transaction and can be evicted as far as the unfix calling transaction is concerned. ( We need to check to see that no one else wants the page before it can be evicted)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62F1323D-D3C3-4CBD-9824-1BED59186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3600">
                <a:latin typeface="Helvetica Neue" charset="0"/>
              </a:rPr>
              <a:t>Main components of a Database System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25760B34-D1EA-4D67-90C8-8F157DD831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AU" altLang="en-US" sz="2400" dirty="0">
                <a:solidFill>
                  <a:schemeClr val="tx2"/>
                </a:solidFill>
                <a:latin typeface="Helvetica Neue" charset="0"/>
              </a:rPr>
              <a:t>Buffer manager</a:t>
            </a:r>
          </a:p>
        </p:txBody>
      </p:sp>
      <p:graphicFrame>
        <p:nvGraphicFramePr>
          <p:cNvPr id="89146" name="Group 58">
            <a:extLst>
              <a:ext uri="{FF2B5EF4-FFF2-40B4-BE49-F238E27FC236}">
                <a16:creationId xmlns:a16="http://schemas.microsoft.com/office/drawing/2014/main" id="{B8D3F872-7C56-6D4E-8232-623CD9FCC85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373063" y="2728913"/>
          <a:ext cx="671512" cy="3344861"/>
        </p:xfrm>
        <a:graphic>
          <a:graphicData uri="http://schemas.openxmlformats.org/drawingml/2006/table">
            <a:tbl>
              <a:tblPr/>
              <a:tblGrid>
                <a:gridCol w="671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366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F1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6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F2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66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Fn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776" name="AutoShape 4">
            <a:extLst>
              <a:ext uri="{FF2B5EF4-FFF2-40B4-BE49-F238E27FC236}">
                <a16:creationId xmlns:a16="http://schemas.microsoft.com/office/drawing/2014/main" id="{F65849EF-CB8D-451C-9321-250F3FAE4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2297113"/>
            <a:ext cx="1931987" cy="3095625"/>
          </a:xfrm>
          <a:prstGeom prst="can">
            <a:avLst>
              <a:gd name="adj" fmla="val 40058"/>
            </a:avLst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chemeClr val="tx2"/>
              </a:solidFill>
              <a:latin typeface="Helvetica Neue" charset="0"/>
            </a:endParaRPr>
          </a:p>
        </p:txBody>
      </p:sp>
      <p:sp>
        <p:nvSpPr>
          <p:cNvPr id="32777" name="Rectangle 6">
            <a:extLst>
              <a:ext uri="{FF2B5EF4-FFF2-40B4-BE49-F238E27FC236}">
                <a16:creationId xmlns:a16="http://schemas.microsoft.com/office/drawing/2014/main" id="{12E53067-EEAD-4915-983A-CA5D3A416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675" y="3179763"/>
            <a:ext cx="427038" cy="62388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>
                <a:solidFill>
                  <a:schemeClr val="tx2"/>
                </a:solidFill>
                <a:latin typeface="Helvetica Neue" charset="0"/>
              </a:rPr>
              <a:t>P3</a:t>
            </a:r>
          </a:p>
        </p:txBody>
      </p:sp>
      <p:sp>
        <p:nvSpPr>
          <p:cNvPr id="32778" name="Rectangle 7">
            <a:extLst>
              <a:ext uri="{FF2B5EF4-FFF2-40B4-BE49-F238E27FC236}">
                <a16:creationId xmlns:a16="http://schemas.microsoft.com/office/drawing/2014/main" id="{AAE36D39-9D7C-4D9B-8BC6-6F8FA337F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3155950"/>
            <a:ext cx="427037" cy="623888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>
                <a:solidFill>
                  <a:schemeClr val="tx2"/>
                </a:solidFill>
                <a:latin typeface="Helvetica Neue" charset="0"/>
              </a:rPr>
              <a:t>P2</a:t>
            </a:r>
          </a:p>
        </p:txBody>
      </p:sp>
      <p:sp>
        <p:nvSpPr>
          <p:cNvPr id="32779" name="Rectangle 9">
            <a:extLst>
              <a:ext uri="{FF2B5EF4-FFF2-40B4-BE49-F238E27FC236}">
                <a16:creationId xmlns:a16="http://schemas.microsoft.com/office/drawing/2014/main" id="{AA03F110-4A5C-4923-BA7B-33B9C074D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9100" y="3868738"/>
            <a:ext cx="427038" cy="62388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>
                <a:solidFill>
                  <a:schemeClr val="tx2"/>
                </a:solidFill>
                <a:latin typeface="Helvetica Neue" charset="0"/>
              </a:rPr>
              <a:t>P1</a:t>
            </a:r>
          </a:p>
        </p:txBody>
      </p:sp>
      <p:sp>
        <p:nvSpPr>
          <p:cNvPr id="32780" name="Rectangle 14">
            <a:extLst>
              <a:ext uri="{FF2B5EF4-FFF2-40B4-BE49-F238E27FC236}">
                <a16:creationId xmlns:a16="http://schemas.microsoft.com/office/drawing/2014/main" id="{EB36C2BD-7E50-4241-AB25-A425DF7ED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3063" y="4271963"/>
            <a:ext cx="427037" cy="62388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>
                <a:solidFill>
                  <a:schemeClr val="tx2"/>
                </a:solidFill>
                <a:latin typeface="Helvetica Neue" charset="0"/>
              </a:rPr>
              <a:t>P</a:t>
            </a:r>
            <a:r>
              <a:rPr lang="en-AU" altLang="en-US" sz="1800">
                <a:solidFill>
                  <a:schemeClr val="tx2"/>
                </a:solidFill>
                <a:latin typeface="Helvetica Neue" charset="0"/>
              </a:rPr>
              <a:t>m</a:t>
            </a:r>
            <a:endParaRPr lang="en-AU" altLang="en-US" sz="2400">
              <a:solidFill>
                <a:schemeClr val="tx2"/>
              </a:solidFill>
              <a:latin typeface="Helvetica Neue" charset="0"/>
            </a:endParaRPr>
          </a:p>
        </p:txBody>
      </p:sp>
      <p:graphicFrame>
        <p:nvGraphicFramePr>
          <p:cNvPr id="89118" name="Group 30">
            <a:extLst>
              <a:ext uri="{FF2B5EF4-FFF2-40B4-BE49-F238E27FC236}">
                <a16:creationId xmlns:a16="http://schemas.microsoft.com/office/drawing/2014/main" id="{D551087A-D1D0-C540-80E5-39A63642F0EF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133475" y="2733675"/>
          <a:ext cx="1368425" cy="3313113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8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7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793" name="Rectangle 60">
            <a:extLst>
              <a:ext uri="{FF2B5EF4-FFF2-40B4-BE49-F238E27FC236}">
                <a16:creationId xmlns:a16="http://schemas.microsoft.com/office/drawing/2014/main" id="{4083C63C-6E4F-4CB5-B33C-7CA5E0DFA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425" y="3929063"/>
            <a:ext cx="427038" cy="62388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2400">
                <a:solidFill>
                  <a:schemeClr val="tx2"/>
                </a:solidFill>
                <a:latin typeface="Helvetica Neue" charset="0"/>
              </a:rPr>
              <a:t>…</a:t>
            </a:r>
          </a:p>
        </p:txBody>
      </p:sp>
      <p:sp>
        <p:nvSpPr>
          <p:cNvPr id="32794" name="AutoShape 61">
            <a:extLst>
              <a:ext uri="{FF2B5EF4-FFF2-40B4-BE49-F238E27FC236}">
                <a16:creationId xmlns:a16="http://schemas.microsoft.com/office/drawing/2014/main" id="{61C6B58B-4D6A-42C1-BA1C-EE937A3DEDE8}"/>
              </a:ext>
            </a:extLst>
          </p:cNvPr>
          <p:cNvSpPr>
            <a:spLocks noChangeArrowheads="1"/>
          </p:cNvSpPr>
          <p:nvPr/>
        </p:nvSpPr>
        <p:spPr bwMode="auto">
          <a:xfrm rot="6781954">
            <a:off x="2391569" y="3550444"/>
            <a:ext cx="3162300" cy="1370012"/>
          </a:xfrm>
          <a:prstGeom prst="lightningBol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chemeClr val="tx2"/>
              </a:solidFill>
              <a:latin typeface="Helvetica Neue" charset="0"/>
            </a:endParaRPr>
          </a:p>
        </p:txBody>
      </p:sp>
      <p:sp>
        <p:nvSpPr>
          <p:cNvPr id="32795" name="Text Box 63">
            <a:extLst>
              <a:ext uri="{FF2B5EF4-FFF2-40B4-BE49-F238E27FC236}">
                <a16:creationId xmlns:a16="http://schemas.microsoft.com/office/drawing/2014/main" id="{1D410011-EB47-49E7-AE8B-635D98B31E0A}"/>
              </a:ext>
            </a:extLst>
          </p:cNvPr>
          <p:cNvSpPr txBox="1">
            <a:spLocks noChangeArrowheads="1"/>
          </p:cNvSpPr>
          <p:nvPr/>
        </p:nvSpPr>
        <p:spPr bwMode="auto">
          <a:xfrm rot="-2474139">
            <a:off x="2576513" y="4926013"/>
            <a:ext cx="2992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2400">
                <a:solidFill>
                  <a:schemeClr val="tx2"/>
                </a:solidFill>
                <a:latin typeface="Helvetica Neue" charset="0"/>
              </a:rPr>
              <a:t>Loaded on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20FC7CFF-EA13-4FFD-B54B-F1FCA63AE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3600">
                <a:latin typeface="Helvetica Neue" charset="0"/>
              </a:rPr>
              <a:t>Main components of a Database System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AFE27A03-33DF-4EE0-9706-481224D8B7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2975" y="2025650"/>
            <a:ext cx="3810000" cy="4076700"/>
          </a:xfrm>
        </p:spPr>
        <p:txBody>
          <a:bodyPr/>
          <a:lstStyle/>
          <a:p>
            <a:pPr marL="0" indent="0">
              <a:buFont typeface="Monotype Sorts" charset="2"/>
              <a:buNone/>
            </a:pPr>
            <a:r>
              <a:rPr lang="en-AU" altLang="en-US" sz="2400" dirty="0">
                <a:solidFill>
                  <a:schemeClr val="tx2"/>
                </a:solidFill>
                <a:latin typeface="Helvetica Neue" charset="0"/>
              </a:rPr>
              <a:t>Lock manager</a:t>
            </a:r>
          </a:p>
        </p:txBody>
      </p:sp>
      <p:graphicFrame>
        <p:nvGraphicFramePr>
          <p:cNvPr id="93251" name="Group 67">
            <a:extLst>
              <a:ext uri="{FF2B5EF4-FFF2-40B4-BE49-F238E27FC236}">
                <a16:creationId xmlns:a16="http://schemas.microsoft.com/office/drawing/2014/main" id="{35284829-C8AE-5E40-84D9-5C7C6EBC4D1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8313" y="2490788"/>
          <a:ext cx="3032125" cy="3862389"/>
        </p:xfrm>
        <a:graphic>
          <a:graphicData uri="http://schemas.openxmlformats.org/drawingml/2006/table">
            <a:tbl>
              <a:tblPr/>
              <a:tblGrid>
                <a:gridCol w="151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Object 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Ref to lock details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Tuple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Relation 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AU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 P7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252" name="Cloud">
            <a:extLst>
              <a:ext uri="{FF2B5EF4-FFF2-40B4-BE49-F238E27FC236}">
                <a16:creationId xmlns:a16="http://schemas.microsoft.com/office/drawing/2014/main" id="{6700E363-D462-A54D-B1B1-B76D55F8573E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5845175" y="2217738"/>
            <a:ext cx="3298825" cy="3071812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AU" dirty="0">
                <a:solidFill>
                  <a:schemeClr val="tx2"/>
                </a:solidFill>
                <a:latin typeface="Helvetica Neue"/>
                <a:ea typeface="+mn-ea"/>
                <a:cs typeface="Helvetica Neue"/>
              </a:rPr>
              <a:t>Set of database objects: e.g. tuples, pages, relations, indexes</a:t>
            </a:r>
          </a:p>
        </p:txBody>
      </p:sp>
      <p:sp>
        <p:nvSpPr>
          <p:cNvPr id="34840" name="Text Box 70">
            <a:extLst>
              <a:ext uri="{FF2B5EF4-FFF2-40B4-BE49-F238E27FC236}">
                <a16:creationId xmlns:a16="http://schemas.microsoft.com/office/drawing/2014/main" id="{E6D284BA-9228-4C68-B0CC-89F1AC37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513" y="4921250"/>
            <a:ext cx="2587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AU" altLang="en-US" sz="1800">
                <a:solidFill>
                  <a:schemeClr val="tx2"/>
                </a:solidFill>
                <a:latin typeface="Helvetica Neue" charset="0"/>
              </a:rPr>
              <a:t>Lock created  on Demand</a:t>
            </a:r>
          </a:p>
        </p:txBody>
      </p:sp>
      <p:sp>
        <p:nvSpPr>
          <p:cNvPr id="34841" name="AutoShape 71">
            <a:extLst>
              <a:ext uri="{FF2B5EF4-FFF2-40B4-BE49-F238E27FC236}">
                <a16:creationId xmlns:a16="http://schemas.microsoft.com/office/drawing/2014/main" id="{5D8C4847-6774-4749-9369-F121B886C597}"/>
              </a:ext>
            </a:extLst>
          </p:cNvPr>
          <p:cNvSpPr>
            <a:spLocks noChangeArrowheads="1"/>
          </p:cNvSpPr>
          <p:nvPr/>
        </p:nvSpPr>
        <p:spPr bwMode="auto">
          <a:xfrm rot="7925978">
            <a:off x="3452019" y="3863182"/>
            <a:ext cx="2662237" cy="1003300"/>
          </a:xfrm>
          <a:prstGeom prst="lightningBol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chemeClr val="tx2"/>
              </a:solidFill>
              <a:latin typeface="Helvetica Neue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F6728393-788C-4B9E-97EF-5AD00C604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07306EB1-AC8E-4910-BE97-432076498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36867" name="Rectangle 4">
            <a:extLst>
              <a:ext uri="{FF2B5EF4-FFF2-40B4-BE49-F238E27FC236}">
                <a16:creationId xmlns:a16="http://schemas.microsoft.com/office/drawing/2014/main" id="{E8CB7B85-2185-4DFB-8C61-D8816DFA4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Handling the Buffer Pool (cache)</a:t>
            </a:r>
          </a:p>
        </p:txBody>
      </p:sp>
      <p:sp>
        <p:nvSpPr>
          <p:cNvPr id="36868" name="Rectangle 5">
            <a:extLst>
              <a:ext uri="{FF2B5EF4-FFF2-40B4-BE49-F238E27FC236}">
                <a16:creationId xmlns:a16="http://schemas.microsoft.com/office/drawing/2014/main" id="{EF0257A8-641A-4E38-8588-9D2D168C8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6250" y="1601788"/>
            <a:ext cx="4757738" cy="4954587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accent2"/>
                </a:solidFill>
                <a:latin typeface="Helvetica Neue" charset="0"/>
              </a:rPr>
              <a:t>Force</a:t>
            </a:r>
            <a:r>
              <a:rPr lang="en-US" altLang="en-US" sz="2000" dirty="0">
                <a:latin typeface="Helvetica Neue" charset="0"/>
              </a:rPr>
              <a:t> write to disk at commit?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latin typeface="Helvetica Neue" charset="0"/>
              </a:rPr>
              <a:t>Poor response time.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latin typeface="Helvetica Neue" charset="0"/>
              </a:rPr>
              <a:t>But provides durability.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accent2"/>
                </a:solidFill>
                <a:latin typeface="Helvetica Neue" charset="0"/>
              </a:rPr>
              <a:t>NO Force </a:t>
            </a:r>
            <a:r>
              <a:rPr lang="en-US" altLang="en-US" sz="2000" dirty="0">
                <a:latin typeface="Helvetica Neue" charset="0"/>
              </a:rPr>
              <a:t>leave pages in memory as long as possible even after commit without modifying the data on the disk.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latin typeface="Helvetica Neue" charset="0"/>
              </a:rPr>
              <a:t>Improves response time and efficiency as many reads and updates can take place in main memory rather than on disk.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latin typeface="Helvetica Neue" charset="0"/>
              </a:rPr>
              <a:t>Durability becomes a problem as update may be lost if a crash occurs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accent2"/>
                </a:solidFill>
                <a:latin typeface="Helvetica Neue" charset="0"/>
              </a:rPr>
              <a:t>Steal</a:t>
            </a:r>
            <a:r>
              <a:rPr lang="en-US" altLang="en-US" sz="2000" dirty="0">
                <a:latin typeface="Helvetica Neue" charset="0"/>
              </a:rPr>
              <a:t> buffer-pool frames from uncommitted </a:t>
            </a:r>
            <a:r>
              <a:rPr lang="en-US" altLang="en-US" sz="2000" dirty="0" err="1">
                <a:latin typeface="Helvetica Neue" charset="0"/>
              </a:rPr>
              <a:t>Xacts</a:t>
            </a:r>
            <a:r>
              <a:rPr lang="en-US" altLang="en-US" sz="2000" dirty="0">
                <a:latin typeface="Helvetica Neue" charset="0"/>
              </a:rPr>
              <a:t>?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latin typeface="Helvetica Neue" charset="0"/>
              </a:rPr>
              <a:t>If not, poor throughput.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latin typeface="Helvetica Neue" charset="0"/>
              </a:rPr>
              <a:t>If so, how can we ensure atomicity?</a:t>
            </a:r>
          </a:p>
        </p:txBody>
      </p:sp>
      <p:sp>
        <p:nvSpPr>
          <p:cNvPr id="36869" name="Rectangle 6">
            <a:extLst>
              <a:ext uri="{FF2B5EF4-FFF2-40B4-BE49-F238E27FC236}">
                <a16:creationId xmlns:a16="http://schemas.microsoft.com/office/drawing/2014/main" id="{91E18775-14F5-401D-BEC9-04482401D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763" y="2825750"/>
            <a:ext cx="2806700" cy="22733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36870" name="Rectangle 7">
            <a:extLst>
              <a:ext uri="{FF2B5EF4-FFF2-40B4-BE49-F238E27FC236}">
                <a16:creationId xmlns:a16="http://schemas.microsoft.com/office/drawing/2014/main" id="{C3D40FDB-9AFE-486F-A67A-8BDA3C8B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3155950"/>
            <a:ext cx="836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3365FB"/>
                </a:solidFill>
                <a:latin typeface="Helvetica Neue" charset="0"/>
              </a:rPr>
              <a:t>Force</a:t>
            </a:r>
          </a:p>
        </p:txBody>
      </p:sp>
      <p:sp>
        <p:nvSpPr>
          <p:cNvPr id="36871" name="Rectangle 8">
            <a:extLst>
              <a:ext uri="{FF2B5EF4-FFF2-40B4-BE49-F238E27FC236}">
                <a16:creationId xmlns:a16="http://schemas.microsoft.com/office/drawing/2014/main" id="{FBFBDAE2-6789-43F3-8D95-633681661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4451350"/>
            <a:ext cx="1239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3365FB"/>
                </a:solidFill>
                <a:latin typeface="Helvetica Neue" charset="0"/>
              </a:rPr>
              <a:t>No Force</a:t>
            </a:r>
          </a:p>
        </p:txBody>
      </p:sp>
      <p:sp>
        <p:nvSpPr>
          <p:cNvPr id="36872" name="Rectangle 9">
            <a:extLst>
              <a:ext uri="{FF2B5EF4-FFF2-40B4-BE49-F238E27FC236}">
                <a16:creationId xmlns:a16="http://schemas.microsoft.com/office/drawing/2014/main" id="{3C86694D-1C8F-43FC-A065-8BBD6ADC5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563" y="2471738"/>
            <a:ext cx="1168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Helvetica Neue" charset="0"/>
              </a:rPr>
              <a:t>No Steal</a:t>
            </a:r>
          </a:p>
        </p:txBody>
      </p:sp>
      <p:sp>
        <p:nvSpPr>
          <p:cNvPr id="36873" name="Rectangle 10">
            <a:extLst>
              <a:ext uri="{FF2B5EF4-FFF2-40B4-BE49-F238E27FC236}">
                <a16:creationId xmlns:a16="http://schemas.microsoft.com/office/drawing/2014/main" id="{6B4DE4A7-D2A6-4171-A5DD-26AF3EBD9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963" y="2473325"/>
            <a:ext cx="765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Helvetica Neue" charset="0"/>
              </a:rPr>
              <a:t>Steal</a:t>
            </a:r>
          </a:p>
        </p:txBody>
      </p:sp>
      <p:sp>
        <p:nvSpPr>
          <p:cNvPr id="36874" name="Line 11">
            <a:extLst>
              <a:ext uri="{FF2B5EF4-FFF2-40B4-BE49-F238E27FC236}">
                <a16:creationId xmlns:a16="http://schemas.microsoft.com/office/drawing/2014/main" id="{1C33B250-20A8-4C94-98E6-9FA7EF317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4413" y="3962400"/>
            <a:ext cx="28194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6875" name="Line 12">
            <a:extLst>
              <a:ext uri="{FF2B5EF4-FFF2-40B4-BE49-F238E27FC236}">
                <a16:creationId xmlns:a16="http://schemas.microsoft.com/office/drawing/2014/main" id="{0E4528A0-D874-4433-AA31-CA03D53D3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2213" y="2819400"/>
            <a:ext cx="0" cy="2286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6876" name="Rectangle 13">
            <a:extLst>
              <a:ext uri="{FF2B5EF4-FFF2-40B4-BE49-F238E27FC236}">
                <a16:creationId xmlns:a16="http://schemas.microsoft.com/office/drawing/2014/main" id="{1BE68BF3-FA1B-476C-A22B-C23B985A7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967038"/>
            <a:ext cx="1506538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accent2"/>
                </a:solidFill>
                <a:latin typeface="Helvetica Neue" charset="0"/>
              </a:rPr>
              <a:t>Trivial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Helvetica Neue" charset="0"/>
              </a:rPr>
              <a:t>(that is performing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Helvetica Neue" charset="0"/>
              </a:rPr>
              <a:t>only step2 &amp;3)</a:t>
            </a:r>
          </a:p>
        </p:txBody>
      </p:sp>
      <p:sp>
        <p:nvSpPr>
          <p:cNvPr id="36877" name="Rectangle 14">
            <a:extLst>
              <a:ext uri="{FF2B5EF4-FFF2-40B4-BE49-F238E27FC236}">
                <a16:creationId xmlns:a16="http://schemas.microsoft.com/office/drawing/2014/main" id="{E662DC29-A284-4215-BC79-18EE97F8E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3959225"/>
            <a:ext cx="1358900" cy="1130300"/>
          </a:xfrm>
          <a:prstGeom prst="rect">
            <a:avLst/>
          </a:prstGeom>
          <a:gradFill rotWithShape="0">
            <a:gsLst>
              <a:gs pos="0">
                <a:srgbClr val="394C4A"/>
              </a:gs>
              <a:gs pos="50000">
                <a:srgbClr val="C0FEF9"/>
              </a:gs>
              <a:gs pos="100000">
                <a:srgbClr val="394C4A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36878" name="Rectangle 15">
            <a:extLst>
              <a:ext uri="{FF2B5EF4-FFF2-40B4-BE49-F238E27FC236}">
                <a16:creationId xmlns:a16="http://schemas.microsoft.com/office/drawing/2014/main" id="{F740296E-CB3E-49F1-822B-327F4510F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0950" y="4327525"/>
            <a:ext cx="1235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Helvetica Neue" charset="0"/>
              </a:rPr>
              <a:t>Desired</a:t>
            </a:r>
          </a:p>
        </p:txBody>
      </p:sp>
      <p:sp>
        <p:nvSpPr>
          <p:cNvPr id="36879" name="TextBox 1">
            <a:extLst>
              <a:ext uri="{FF2B5EF4-FFF2-40B4-BE49-F238E27FC236}">
                <a16:creationId xmlns:a16="http://schemas.microsoft.com/office/drawing/2014/main" id="{6EA42894-4A35-4330-981B-E65CB83D0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113" y="5540375"/>
            <a:ext cx="3924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F0E30"/>
                </a:solidFill>
              </a:rPr>
              <a:t>That is a page modified by a transaction is written to disk but the transaction decides to abort!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4740492B-E2BD-4896-A01A-A2398D2C1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E3EE6D5C-C0FC-45F2-8039-9979AB9FB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A9BB3270-0C10-4B5A-A0B5-7EA676E7E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More on Steal and Force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00226AF4-5BE9-4732-BC27-57A60A683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540250"/>
          </a:xfrm>
          <a:noFill/>
        </p:spPr>
        <p:txBody>
          <a:bodyPr/>
          <a:lstStyle/>
          <a:p>
            <a:r>
              <a:rPr lang="en-US" altLang="en-US" sz="2400" u="sng" dirty="0">
                <a:solidFill>
                  <a:schemeClr val="accent2"/>
                </a:solidFill>
                <a:latin typeface="Helvetica Neue" charset="0"/>
              </a:rPr>
              <a:t>STEAL </a:t>
            </a:r>
            <a:r>
              <a:rPr lang="en-US" altLang="en-US" dirty="0">
                <a:latin typeface="Helvetica Neue" charset="0"/>
              </a:rPr>
              <a:t> (why enforcing Atomicity is hard)</a:t>
            </a:r>
          </a:p>
          <a:p>
            <a:pPr lvl="1"/>
            <a:r>
              <a:rPr lang="en-US" altLang="en-US" i="1" dirty="0">
                <a:solidFill>
                  <a:schemeClr val="folHlink"/>
                </a:solidFill>
                <a:latin typeface="Helvetica Neue" charset="0"/>
              </a:rPr>
              <a:t>To steal frame F:  </a:t>
            </a:r>
            <a:r>
              <a:rPr lang="en-US" altLang="en-US" dirty="0">
                <a:latin typeface="Helvetica Neue" charset="0"/>
              </a:rPr>
              <a:t>Current page in F (say P) is written to disk; some Xact holds lock on P.</a:t>
            </a:r>
          </a:p>
          <a:p>
            <a:pPr lvl="2"/>
            <a:r>
              <a:rPr lang="en-US" altLang="en-US" dirty="0">
                <a:latin typeface="Helvetica Neue" charset="0"/>
              </a:rPr>
              <a:t>What if the Xact with the lock on P aborts?</a:t>
            </a:r>
          </a:p>
          <a:p>
            <a:pPr lvl="2"/>
            <a:r>
              <a:rPr lang="en-US" altLang="en-US" dirty="0">
                <a:latin typeface="Helvetica Neue" charset="0"/>
              </a:rPr>
              <a:t>Must remember the old value of P at steal time (to support </a:t>
            </a:r>
            <a:r>
              <a:rPr lang="en-US" altLang="en-US" dirty="0" err="1">
                <a:solidFill>
                  <a:schemeClr val="accent2"/>
                </a:solidFill>
                <a:latin typeface="Helvetica Neue" charset="0"/>
              </a:rPr>
              <a:t>UNDO</a:t>
            </a:r>
            <a:r>
              <a:rPr lang="en-US" altLang="en-US" dirty="0" err="1">
                <a:latin typeface="Helvetica Neue" charset="0"/>
              </a:rPr>
              <a:t>ing</a:t>
            </a:r>
            <a:r>
              <a:rPr lang="en-US" altLang="en-US" dirty="0">
                <a:latin typeface="Helvetica Neue" charset="0"/>
              </a:rPr>
              <a:t> the write to page P).</a:t>
            </a:r>
          </a:p>
          <a:p>
            <a:r>
              <a:rPr lang="en-US" altLang="en-US" sz="2400" u="sng" dirty="0">
                <a:solidFill>
                  <a:schemeClr val="accent2"/>
                </a:solidFill>
                <a:latin typeface="Helvetica Neue" charset="0"/>
              </a:rPr>
              <a:t>NO FORCE</a:t>
            </a:r>
            <a:r>
              <a:rPr lang="en-US" altLang="en-US" sz="2400" dirty="0">
                <a:solidFill>
                  <a:schemeClr val="accent2"/>
                </a:solidFill>
                <a:latin typeface="Helvetica Neue" charset="0"/>
              </a:rPr>
              <a:t>  </a:t>
            </a:r>
            <a:r>
              <a:rPr lang="en-US" altLang="en-US" dirty="0">
                <a:latin typeface="Helvetica Neue" charset="0"/>
              </a:rPr>
              <a:t>(why enforcing Durability is hard)</a:t>
            </a:r>
          </a:p>
          <a:p>
            <a:pPr lvl="1"/>
            <a:r>
              <a:rPr lang="en-US" altLang="en-US" dirty="0">
                <a:latin typeface="Helvetica Neue" charset="0"/>
              </a:rPr>
              <a:t>What if system crashes before a modified page is written to disk?</a:t>
            </a:r>
          </a:p>
          <a:p>
            <a:pPr lvl="1"/>
            <a:r>
              <a:rPr lang="en-US" altLang="en-US" dirty="0">
                <a:latin typeface="Helvetica Neue" charset="0"/>
              </a:rPr>
              <a:t>Write as little as possible, in a convenient place, at commit time, to support </a:t>
            </a:r>
            <a:r>
              <a:rPr lang="en-US" altLang="en-US" dirty="0" err="1">
                <a:solidFill>
                  <a:schemeClr val="accent2"/>
                </a:solidFill>
                <a:latin typeface="Helvetica Neue" charset="0"/>
              </a:rPr>
              <a:t>REDO</a:t>
            </a:r>
            <a:r>
              <a:rPr lang="en-US" altLang="en-US" dirty="0" err="1">
                <a:latin typeface="Helvetica Neue" charset="0"/>
              </a:rPr>
              <a:t>ing</a:t>
            </a:r>
            <a:r>
              <a:rPr lang="en-US" altLang="en-US" dirty="0">
                <a:latin typeface="Helvetica Neue" charset="0"/>
              </a:rPr>
              <a:t> modifications.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26E11532-8BA7-47EA-AB5F-01B54D40D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EEACBC91-8CDA-46BE-A48F-FB3EFADEB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0963" name="Rectangle 4">
            <a:extLst>
              <a:ext uri="{FF2B5EF4-FFF2-40B4-BE49-F238E27FC236}">
                <a16:creationId xmlns:a16="http://schemas.microsoft.com/office/drawing/2014/main" id="{0A6C1686-97DF-4C15-95C5-223A03322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Basic Idea: Logging</a:t>
            </a:r>
          </a:p>
        </p:txBody>
      </p:sp>
      <p:sp>
        <p:nvSpPr>
          <p:cNvPr id="40964" name="Rectangle 5">
            <a:extLst>
              <a:ext uri="{FF2B5EF4-FFF2-40B4-BE49-F238E27FC236}">
                <a16:creationId xmlns:a16="http://schemas.microsoft.com/office/drawing/2014/main" id="{710C5204-2373-443E-8E03-C5D8C0363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8077200" cy="4076700"/>
          </a:xfrm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Record REDO (new value) and UNDO (old value) information, for every update, in a </a:t>
            </a:r>
            <a:r>
              <a:rPr lang="en-US" altLang="en-US" i="1">
                <a:solidFill>
                  <a:schemeClr val="accent2"/>
                </a:solidFill>
                <a:latin typeface="Helvetica Neue" charset="0"/>
              </a:rPr>
              <a:t>log</a:t>
            </a:r>
            <a:r>
              <a:rPr lang="en-US" altLang="en-US" i="1">
                <a:latin typeface="Helvetica Neue" charset="0"/>
              </a:rPr>
              <a:t>.</a:t>
            </a:r>
            <a:endParaRPr lang="en-US" altLang="en-US">
              <a:latin typeface="Helvetica Neue" charset="0"/>
            </a:endParaRPr>
          </a:p>
          <a:p>
            <a:pPr lvl="1"/>
            <a:r>
              <a:rPr lang="en-US" altLang="en-US">
                <a:latin typeface="Helvetica Neue" charset="0"/>
              </a:rPr>
              <a:t>Sequential writes to log (put it on a separate disk).</a:t>
            </a:r>
          </a:p>
          <a:p>
            <a:pPr lvl="1"/>
            <a:r>
              <a:rPr lang="en-US" altLang="en-US">
                <a:latin typeface="Helvetica Neue" charset="0"/>
              </a:rPr>
              <a:t>Minimal info (diff) written to log, so multiple updates fit in a single log page.</a:t>
            </a:r>
          </a:p>
          <a:p>
            <a:r>
              <a:rPr lang="en-US" altLang="en-US" u="sng">
                <a:solidFill>
                  <a:schemeClr val="accent2"/>
                </a:solidFill>
                <a:latin typeface="Helvetica Neue" charset="0"/>
              </a:rPr>
              <a:t>Log</a:t>
            </a:r>
            <a:r>
              <a:rPr lang="en-US" altLang="en-US">
                <a:solidFill>
                  <a:schemeClr val="accent2"/>
                </a:solidFill>
                <a:latin typeface="Helvetica Neue" charset="0"/>
              </a:rPr>
              <a:t>: </a:t>
            </a:r>
            <a:r>
              <a:rPr lang="en-US" altLang="en-US">
                <a:latin typeface="Helvetica Neue" charset="0"/>
              </a:rPr>
              <a:t>An ordered list of REDO/UNDO actions</a:t>
            </a:r>
          </a:p>
          <a:p>
            <a:pPr lvl="1"/>
            <a:r>
              <a:rPr lang="en-US" altLang="en-US">
                <a:latin typeface="Helvetica Neue" charset="0"/>
              </a:rPr>
              <a:t>Log record contains: </a:t>
            </a:r>
          </a:p>
          <a:p>
            <a:pPr lvl="2">
              <a:buFont typeface="Monotype Sorts" charset="2"/>
              <a:buNone/>
            </a:pPr>
            <a:r>
              <a:rPr lang="en-US" altLang="en-US" sz="2400">
                <a:solidFill>
                  <a:srgbClr val="0000FF"/>
                </a:solidFill>
                <a:latin typeface="Helvetica Neue" charset="0"/>
              </a:rPr>
              <a:t>&lt;XID, pageID, offset, length, old data, new data&gt; </a:t>
            </a:r>
          </a:p>
          <a:p>
            <a:pPr lvl="1"/>
            <a:r>
              <a:rPr lang="en-US" altLang="en-US">
                <a:latin typeface="Helvetica Neue" charset="0"/>
              </a:rPr>
              <a:t>and additional control info (which we</a:t>
            </a:r>
            <a:r>
              <a:rPr lang="ja-JP" altLang="en-US">
                <a:latin typeface="Helvetica Neue" charset="0"/>
              </a:rPr>
              <a:t>’</a:t>
            </a:r>
            <a:r>
              <a:rPr lang="en-US" altLang="ja-JP">
                <a:latin typeface="Helvetica Neue" charset="0"/>
              </a:rPr>
              <a:t>ll see soon).</a:t>
            </a:r>
            <a:endParaRPr lang="en-US" altLang="en-US">
              <a:latin typeface="Helvetica Neue" charset="0"/>
            </a:endParaRPr>
          </a:p>
        </p:txBody>
      </p:sp>
      <p:sp>
        <p:nvSpPr>
          <p:cNvPr id="40965" name="Rectangle 16" descr="Medium wood">
            <a:extLst>
              <a:ext uri="{FF2B5EF4-FFF2-40B4-BE49-F238E27FC236}">
                <a16:creationId xmlns:a16="http://schemas.microsoft.com/office/drawing/2014/main" id="{F459A3E9-E01A-46F1-B1B0-8AC57F29F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914400"/>
            <a:ext cx="1447800" cy="533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0966" name="Oval 17" descr="Oak">
            <a:extLst>
              <a:ext uri="{FF2B5EF4-FFF2-40B4-BE49-F238E27FC236}">
                <a16:creationId xmlns:a16="http://schemas.microsoft.com/office/drawing/2014/main" id="{28A1E78B-1624-491F-A175-CB070652D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920750"/>
            <a:ext cx="444500" cy="520700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0967" name="Line 18">
            <a:extLst>
              <a:ext uri="{FF2B5EF4-FFF2-40B4-BE49-F238E27FC236}">
                <a16:creationId xmlns:a16="http://schemas.microsoft.com/office/drawing/2014/main" id="{F2C235D3-48F8-47A6-94D0-E642B8B78E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914400"/>
            <a:ext cx="14478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0968" name="Line 19">
            <a:extLst>
              <a:ext uri="{FF2B5EF4-FFF2-40B4-BE49-F238E27FC236}">
                <a16:creationId xmlns:a16="http://schemas.microsoft.com/office/drawing/2014/main" id="{AEFA964C-1E6C-48FF-82D6-6FA1317CDB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1447800"/>
            <a:ext cx="14478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0969" name="Arc 20" descr="Medium Wood">
            <a:extLst>
              <a:ext uri="{FF2B5EF4-FFF2-40B4-BE49-F238E27FC236}">
                <a16:creationId xmlns:a16="http://schemas.microsoft.com/office/drawing/2014/main" id="{F62F2A78-BAE3-4B23-ACB8-EEE121D9AAB3}"/>
              </a:ext>
            </a:extLst>
          </p:cNvPr>
          <p:cNvSpPr>
            <a:spLocks/>
          </p:cNvSpPr>
          <p:nvPr/>
        </p:nvSpPr>
        <p:spPr bwMode="auto">
          <a:xfrm>
            <a:off x="8032750" y="904875"/>
            <a:ext cx="152400" cy="533400"/>
          </a:xfrm>
          <a:custGeom>
            <a:avLst/>
            <a:gdLst>
              <a:gd name="T0" fmla="*/ 2147483646 w 21600"/>
              <a:gd name="T1" fmla="*/ 0 h 43181"/>
              <a:gd name="T2" fmla="*/ 0 w 21600"/>
              <a:gd name="T3" fmla="*/ 2147483646 h 43181"/>
              <a:gd name="T4" fmla="*/ 0 w 21600"/>
              <a:gd name="T5" fmla="*/ 2147483646 h 43181"/>
              <a:gd name="T6" fmla="*/ 0 60000 65536"/>
              <a:gd name="T7" fmla="*/ 0 60000 65536"/>
              <a:gd name="T8" fmla="*/ 0 60000 65536"/>
              <a:gd name="T9" fmla="*/ 0 w 21600"/>
              <a:gd name="T10" fmla="*/ 0 h 43181"/>
              <a:gd name="T11" fmla="*/ 21600 w 21600"/>
              <a:gd name="T12" fmla="*/ 43181 h 43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1" fill="none" extrusionOk="0">
                <a:moveTo>
                  <a:pt x="899" y="-1"/>
                </a:moveTo>
                <a:cubicBezTo>
                  <a:pt x="12468" y="481"/>
                  <a:pt x="21600" y="10001"/>
                  <a:pt x="21600" y="21581"/>
                </a:cubicBezTo>
                <a:cubicBezTo>
                  <a:pt x="21600" y="33510"/>
                  <a:pt x="11929" y="43180"/>
                  <a:pt x="0" y="43181"/>
                </a:cubicBezTo>
              </a:path>
              <a:path w="21600" h="43181" stroke="0" extrusionOk="0">
                <a:moveTo>
                  <a:pt x="899" y="-1"/>
                </a:moveTo>
                <a:cubicBezTo>
                  <a:pt x="12468" y="481"/>
                  <a:pt x="21600" y="10001"/>
                  <a:pt x="21600" y="21581"/>
                </a:cubicBezTo>
                <a:cubicBezTo>
                  <a:pt x="21600" y="33510"/>
                  <a:pt x="11929" y="43180"/>
                  <a:pt x="0" y="43181"/>
                </a:cubicBezTo>
                <a:lnTo>
                  <a:pt x="0" y="21581"/>
                </a:lnTo>
                <a:lnTo>
                  <a:pt x="899" y="-1"/>
                </a:lnTo>
                <a:close/>
              </a:path>
            </a:pathLst>
          </a:custGeom>
          <a:blipFill dpi="0" rotWithShape="0">
            <a:blip r:embed="rId5"/>
            <a:srcRect/>
            <a:tile tx="0" ty="0" sx="100000" sy="100000" flip="none" algn="tl"/>
          </a:blipFill>
          <a:ln w="12700" cap="rnd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AU"/>
          </a:p>
        </p:txBody>
      </p:sp>
      <p:sp>
        <p:nvSpPr>
          <p:cNvPr id="40970" name="Oval 21">
            <a:extLst>
              <a:ext uri="{FF2B5EF4-FFF2-40B4-BE49-F238E27FC236}">
                <a16:creationId xmlns:a16="http://schemas.microsoft.com/office/drawing/2014/main" id="{7AA09748-671A-40C9-B706-5DFFDDA01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350" y="996950"/>
            <a:ext cx="292100" cy="3683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0971" name="Oval 22">
            <a:extLst>
              <a:ext uri="{FF2B5EF4-FFF2-40B4-BE49-F238E27FC236}">
                <a16:creationId xmlns:a16="http://schemas.microsoft.com/office/drawing/2014/main" id="{6562CC52-93BD-4F32-9D9D-C6E1B8D15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1073150"/>
            <a:ext cx="139700" cy="2159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C06F108F-D3C0-460C-AAF3-976112E74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0EC5FCE7-E4DD-4A55-879C-24169078D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ADA10E1C-1F2D-4234-8405-7B7333C6E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Write-Ahead Logging (WAL)</a:t>
            </a:r>
          </a:p>
        </p:txBody>
      </p:sp>
      <p:sp>
        <p:nvSpPr>
          <p:cNvPr id="43012" name="Rectangle 5">
            <a:extLst>
              <a:ext uri="{FF2B5EF4-FFF2-40B4-BE49-F238E27FC236}">
                <a16:creationId xmlns:a16="http://schemas.microsoft.com/office/drawing/2014/main" id="{578EE039-02B1-4C18-9C8B-1091A2885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514475"/>
            <a:ext cx="7772400" cy="4962525"/>
          </a:xfrm>
        </p:spPr>
        <p:txBody>
          <a:bodyPr/>
          <a:lstStyle/>
          <a:p>
            <a:r>
              <a:rPr lang="en-US" altLang="en-US" sz="2400">
                <a:latin typeface="Helvetica Neue" charset="0"/>
              </a:rPr>
              <a:t>The </a:t>
            </a:r>
            <a:r>
              <a:rPr lang="en-US" altLang="en-US" sz="2400">
                <a:solidFill>
                  <a:srgbClr val="0000FF"/>
                </a:solidFill>
                <a:latin typeface="Helvetica Neue" charset="0"/>
              </a:rPr>
              <a:t>Write-Ahead Logging</a:t>
            </a:r>
            <a:r>
              <a:rPr lang="en-US" altLang="en-US" sz="2400">
                <a:latin typeface="Helvetica Neue" charset="0"/>
              </a:rPr>
              <a:t> Protocol:</a:t>
            </a:r>
          </a:p>
          <a:p>
            <a:pPr marL="914400" lvl="1" indent="-457200">
              <a:buFont typeface="Book Antiqua" panose="02040602050305030304" pitchFamily="18" charset="0"/>
              <a:buAutoNum type="arabicPeriod"/>
            </a:pPr>
            <a:r>
              <a:rPr lang="en-US" altLang="en-US" sz="2000">
                <a:latin typeface="Helvetica Neue" charset="0"/>
              </a:rPr>
              <a:t> Must </a:t>
            </a:r>
            <a:r>
              <a:rPr lang="en-US" altLang="en-US" sz="2000">
                <a:solidFill>
                  <a:schemeClr val="accent2"/>
                </a:solidFill>
                <a:latin typeface="Helvetica Neue" charset="0"/>
              </a:rPr>
              <a:t>force</a:t>
            </a:r>
            <a:r>
              <a:rPr lang="en-US" altLang="en-US" sz="2000">
                <a:latin typeface="Helvetica Neue" charset="0"/>
              </a:rPr>
              <a:t> the </a:t>
            </a:r>
            <a:r>
              <a:rPr lang="en-US" altLang="en-US" sz="2000">
                <a:solidFill>
                  <a:schemeClr val="accent2"/>
                </a:solidFill>
                <a:latin typeface="Helvetica Neue" charset="0"/>
              </a:rPr>
              <a:t>log record </a:t>
            </a:r>
            <a:r>
              <a:rPr lang="en-US" altLang="en-US" sz="2000">
                <a:latin typeface="Helvetica Neue" charset="0"/>
              </a:rPr>
              <a:t>which has both old and new values for an update </a:t>
            </a:r>
            <a:r>
              <a:rPr lang="en-US" altLang="en-US" sz="2000" i="1" u="sng">
                <a:solidFill>
                  <a:schemeClr val="accent2"/>
                </a:solidFill>
                <a:latin typeface="Helvetica Neue" charset="0"/>
              </a:rPr>
              <a:t>before</a:t>
            </a:r>
            <a:r>
              <a:rPr lang="en-US" altLang="en-US" sz="2000">
                <a:latin typeface="Helvetica Neue" charset="0"/>
              </a:rPr>
              <a:t> the corresponding </a:t>
            </a:r>
            <a:r>
              <a:rPr lang="en-US" altLang="en-US" sz="2000">
                <a:solidFill>
                  <a:schemeClr val="accent2"/>
                </a:solidFill>
                <a:latin typeface="Helvetica Neue" charset="0"/>
              </a:rPr>
              <a:t>data page</a:t>
            </a:r>
            <a:r>
              <a:rPr lang="en-US" altLang="en-US" sz="2000">
                <a:latin typeface="Helvetica Neue" charset="0"/>
              </a:rPr>
              <a:t> gets to disk (</a:t>
            </a:r>
            <a:r>
              <a:rPr lang="en-US" altLang="en-US" sz="2000">
                <a:solidFill>
                  <a:schemeClr val="accent2"/>
                </a:solidFill>
                <a:latin typeface="Helvetica Neue" charset="0"/>
              </a:rPr>
              <a:t>stolen</a:t>
            </a:r>
            <a:r>
              <a:rPr lang="en-US" altLang="en-US" sz="2000">
                <a:latin typeface="Helvetica Neue" charset="0"/>
              </a:rPr>
              <a:t>).</a:t>
            </a:r>
          </a:p>
          <a:p>
            <a:pPr marL="914400" lvl="1" indent="-457200">
              <a:buFont typeface="Book Antiqua" panose="02040602050305030304" pitchFamily="18" charset="0"/>
              <a:buAutoNum type="arabicPeriod"/>
            </a:pPr>
            <a:r>
              <a:rPr lang="en-US" altLang="en-US" sz="2000">
                <a:latin typeface="Helvetica Neue" charset="0"/>
              </a:rPr>
              <a:t>Must </a:t>
            </a:r>
            <a:r>
              <a:rPr lang="en-US" altLang="en-US" sz="2000">
                <a:solidFill>
                  <a:schemeClr val="accent2"/>
                </a:solidFill>
                <a:latin typeface="Helvetica Neue" charset="0"/>
              </a:rPr>
              <a:t>write all log records to disk (force)</a:t>
            </a:r>
            <a:r>
              <a:rPr lang="en-US" altLang="en-US" sz="2000">
                <a:latin typeface="Helvetica Neue" charset="0"/>
              </a:rPr>
              <a:t> for a Xact </a:t>
            </a:r>
            <a:r>
              <a:rPr lang="en-US" altLang="en-US" sz="2000" i="1" u="sng">
                <a:solidFill>
                  <a:schemeClr val="accent2"/>
                </a:solidFill>
                <a:latin typeface="Helvetica Neue" charset="0"/>
              </a:rPr>
              <a:t>before</a:t>
            </a:r>
            <a:r>
              <a:rPr lang="en-US" altLang="en-US" sz="2000" u="sng">
                <a:solidFill>
                  <a:schemeClr val="accent2"/>
                </a:solidFill>
                <a:latin typeface="Helvetica Neue" charset="0"/>
              </a:rPr>
              <a:t> </a:t>
            </a:r>
            <a:r>
              <a:rPr lang="en-US" altLang="en-US" sz="2000" i="1" u="sng">
                <a:solidFill>
                  <a:schemeClr val="accent2"/>
                </a:solidFill>
                <a:latin typeface="Helvetica Neue" charset="0"/>
              </a:rPr>
              <a:t>commit</a:t>
            </a:r>
            <a:r>
              <a:rPr lang="en-US" altLang="en-US" sz="2000">
                <a:solidFill>
                  <a:schemeClr val="accent2"/>
                </a:solidFill>
                <a:latin typeface="Helvetica Neue" charset="0"/>
              </a:rPr>
              <a:t>.</a:t>
            </a:r>
          </a:p>
          <a:p>
            <a:r>
              <a:rPr lang="en-US" altLang="en-US" sz="2400">
                <a:latin typeface="Helvetica Neue" charset="0"/>
              </a:rPr>
              <a:t>1. guarantees Atomicity because we can undo updates performed by aborted transactions and redo those updates of committed transactions.</a:t>
            </a:r>
          </a:p>
          <a:p>
            <a:r>
              <a:rPr lang="en-US" altLang="en-US" sz="2400">
                <a:latin typeface="Helvetica Neue" charset="0"/>
              </a:rPr>
              <a:t>2. guarantees Durability.</a:t>
            </a:r>
          </a:p>
          <a:p>
            <a:r>
              <a:rPr lang="en-US" altLang="en-US" sz="2400">
                <a:latin typeface="Helvetica Neue" charset="0"/>
              </a:rPr>
              <a:t>Exactly how is logging (and recovery!) done?</a:t>
            </a:r>
          </a:p>
          <a:p>
            <a:pPr marL="914400" lvl="1" indent="-457200"/>
            <a:r>
              <a:rPr lang="en-US" altLang="en-US" sz="2000">
                <a:latin typeface="Helvetica Neue" charset="0"/>
              </a:rPr>
              <a:t>We</a:t>
            </a:r>
            <a:r>
              <a:rPr lang="ja-JP" altLang="en-US" sz="2000">
                <a:latin typeface="Helvetica Neue" charset="0"/>
              </a:rPr>
              <a:t> </a:t>
            </a:r>
            <a:r>
              <a:rPr lang="en-US" altLang="ja-JP" sz="2000">
                <a:latin typeface="Helvetica Neue" charset="0"/>
              </a:rPr>
              <a:t>study the ARIES algorithms.</a:t>
            </a:r>
            <a:endParaRPr lang="en-US" altLang="en-US" sz="2000">
              <a:latin typeface="Helvetica Neue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7C09C963-BFE9-40B2-B570-2ED84E11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58" name="Rectangle 4">
            <a:extLst>
              <a:ext uri="{FF2B5EF4-FFF2-40B4-BE49-F238E27FC236}">
                <a16:creationId xmlns:a16="http://schemas.microsoft.com/office/drawing/2014/main" id="{D0D003D7-2591-43B3-9E4B-F8282BB77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WAL &amp; the Log</a:t>
            </a:r>
          </a:p>
        </p:txBody>
      </p:sp>
      <p:sp>
        <p:nvSpPr>
          <p:cNvPr id="45059" name="Rectangle 5">
            <a:extLst>
              <a:ext uri="{FF2B5EF4-FFF2-40B4-BE49-F238E27FC236}">
                <a16:creationId xmlns:a16="http://schemas.microsoft.com/office/drawing/2014/main" id="{574E52FD-7F24-4B53-A314-384E2500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076700"/>
          </a:xfrm>
          <a:noFill/>
        </p:spPr>
        <p:txBody>
          <a:bodyPr/>
          <a:lstStyle/>
          <a:p>
            <a:r>
              <a:rPr lang="en-US" altLang="en-US" dirty="0">
                <a:latin typeface="Helvetica Neue" charset="0"/>
              </a:rPr>
              <a:t>Each log record has a unique </a:t>
            </a:r>
            <a:r>
              <a:rPr lang="en-US" altLang="en-US" dirty="0">
                <a:solidFill>
                  <a:srgbClr val="130C48"/>
                </a:solidFill>
                <a:latin typeface="Helvetica Neue" charset="0"/>
              </a:rPr>
              <a:t>Log Sequence Number (LSN). </a:t>
            </a:r>
          </a:p>
          <a:p>
            <a:pPr lvl="1"/>
            <a:r>
              <a:rPr lang="en-US" altLang="en-US" dirty="0">
                <a:latin typeface="Helvetica Neue" charset="0"/>
              </a:rPr>
              <a:t>LSNs always increasing.</a:t>
            </a:r>
          </a:p>
          <a:p>
            <a:r>
              <a:rPr lang="en-US" altLang="en-US" dirty="0">
                <a:latin typeface="Helvetica Neue" charset="0"/>
              </a:rPr>
              <a:t>Each </a:t>
            </a:r>
            <a:r>
              <a:rPr lang="en-US" altLang="en-US" i="1" u="sng" dirty="0">
                <a:solidFill>
                  <a:srgbClr val="130C48"/>
                </a:solidFill>
                <a:latin typeface="Helvetica Neue" charset="0"/>
              </a:rPr>
              <a:t>data page</a:t>
            </a:r>
            <a:r>
              <a:rPr lang="en-US" altLang="en-US" i="1" dirty="0">
                <a:solidFill>
                  <a:schemeClr val="accent2"/>
                </a:solidFill>
                <a:latin typeface="Helvetica Neue" charset="0"/>
              </a:rPr>
              <a:t> </a:t>
            </a:r>
            <a:r>
              <a:rPr lang="en-US" altLang="en-US" dirty="0">
                <a:latin typeface="Helvetica Neue" charset="0"/>
              </a:rPr>
              <a:t>contains a</a:t>
            </a:r>
            <a:r>
              <a:rPr lang="en-US" altLang="en-US" dirty="0">
                <a:solidFill>
                  <a:schemeClr val="accent2"/>
                </a:solidFill>
                <a:latin typeface="Helvetica Neue" charset="0"/>
              </a:rPr>
              <a:t> </a:t>
            </a: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pageLSN</a:t>
            </a:r>
            <a:r>
              <a:rPr lang="en-US" altLang="en-US" dirty="0">
                <a:solidFill>
                  <a:schemeClr val="accent2"/>
                </a:solidFill>
                <a:latin typeface="Helvetica Neue" charset="0"/>
              </a:rPr>
              <a:t>.</a:t>
            </a:r>
            <a:endParaRPr lang="en-US" altLang="en-US" sz="2400" dirty="0">
              <a:latin typeface="Helvetica Neue" charset="0"/>
            </a:endParaRPr>
          </a:p>
          <a:p>
            <a:pPr lvl="1"/>
            <a:r>
              <a:rPr lang="en-US" altLang="en-US" dirty="0">
                <a:latin typeface="Helvetica Neue" charset="0"/>
              </a:rPr>
              <a:t>The LSN of the most recent </a:t>
            </a:r>
            <a:r>
              <a:rPr lang="en-US" altLang="en-US" i="1" dirty="0">
                <a:latin typeface="Helvetica Neue" charset="0"/>
              </a:rPr>
              <a:t>log record                                             </a:t>
            </a:r>
            <a:r>
              <a:rPr lang="en-US" altLang="en-US" dirty="0">
                <a:latin typeface="Helvetica Neue" charset="0"/>
              </a:rPr>
              <a:t>for an update to that page.</a:t>
            </a:r>
          </a:p>
          <a:p>
            <a:r>
              <a:rPr lang="en-US" altLang="en-US" dirty="0">
                <a:latin typeface="Helvetica Neue" charset="0"/>
              </a:rPr>
              <a:t>System keeps track of </a:t>
            </a: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flushedLSN</a:t>
            </a:r>
            <a:r>
              <a:rPr lang="en-US" altLang="en-US" dirty="0">
                <a:solidFill>
                  <a:schemeClr val="accent2"/>
                </a:solidFill>
                <a:latin typeface="Helvetica Neue" charset="0"/>
              </a:rPr>
              <a:t>.</a:t>
            </a:r>
            <a:endParaRPr lang="en-US" altLang="en-US" dirty="0">
              <a:latin typeface="Helvetica Neue" charset="0"/>
            </a:endParaRPr>
          </a:p>
          <a:p>
            <a:pPr lvl="1"/>
            <a:r>
              <a:rPr lang="en-US" altLang="en-US" dirty="0">
                <a:latin typeface="Helvetica Neue" charset="0"/>
              </a:rPr>
              <a:t>The max LSN flushed so far.</a:t>
            </a:r>
          </a:p>
          <a:p>
            <a:r>
              <a:rPr lang="en-US" altLang="en-US" u="sng" dirty="0">
                <a:solidFill>
                  <a:srgbClr val="130C48"/>
                </a:solidFill>
                <a:latin typeface="Helvetica Neue" charset="0"/>
              </a:rPr>
              <a:t>WAL</a:t>
            </a:r>
            <a:r>
              <a:rPr lang="en-US" altLang="en-US" dirty="0">
                <a:solidFill>
                  <a:srgbClr val="130C48"/>
                </a:solidFill>
                <a:latin typeface="Helvetica Neue" charset="0"/>
              </a:rPr>
              <a:t>:  </a:t>
            </a:r>
            <a:r>
              <a:rPr lang="en-US" altLang="en-US" i="1" dirty="0">
                <a:solidFill>
                  <a:srgbClr val="130C48"/>
                </a:solidFill>
                <a:latin typeface="Helvetica Neue" charset="0"/>
              </a:rPr>
              <a:t>Before</a:t>
            </a:r>
            <a:r>
              <a:rPr lang="en-US" altLang="en-US" dirty="0">
                <a:latin typeface="Helvetica Neue" charset="0"/>
              </a:rPr>
              <a:t> a page is written</a:t>
            </a:r>
          </a:p>
          <a:p>
            <a:pPr lvl="1">
              <a:buFontTx/>
              <a:buNone/>
            </a:pPr>
            <a:r>
              <a:rPr lang="en-US" altLang="en-US" sz="2800" dirty="0">
                <a:latin typeface="Helvetica Neue" charset="0"/>
              </a:rPr>
              <a:t>to  disk make sure</a:t>
            </a:r>
          </a:p>
          <a:p>
            <a:pPr lvl="1">
              <a:buFontTx/>
              <a:buNone/>
            </a:pP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pageLSN</a:t>
            </a:r>
            <a:r>
              <a:rPr lang="en-US" altLang="en-US" dirty="0">
                <a:solidFill>
                  <a:srgbClr val="130C48"/>
                </a:solidFill>
                <a:latin typeface="Helvetica Neue" charset="0"/>
              </a:rPr>
              <a:t> &lt;= </a:t>
            </a: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flushedLSN</a:t>
            </a:r>
            <a:endParaRPr lang="en-US" altLang="en-US" dirty="0">
              <a:solidFill>
                <a:srgbClr val="130C48"/>
              </a:solidFill>
              <a:latin typeface="Helvetica Neue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1AE60286-BC57-4920-B199-9168B74C0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944563"/>
            <a:ext cx="83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LSNs</a:t>
            </a:r>
          </a:p>
        </p:txBody>
      </p:sp>
      <p:grpSp>
        <p:nvGrpSpPr>
          <p:cNvPr id="45061" name="Group 13">
            <a:extLst>
              <a:ext uri="{FF2B5EF4-FFF2-40B4-BE49-F238E27FC236}">
                <a16:creationId xmlns:a16="http://schemas.microsoft.com/office/drawing/2014/main" id="{41E95FB3-0937-4D49-900A-BB8AF6291947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34950"/>
            <a:ext cx="611188" cy="755650"/>
            <a:chOff x="3840" y="148"/>
            <a:chExt cx="385" cy="476"/>
          </a:xfrm>
        </p:grpSpPr>
        <p:grpSp>
          <p:nvGrpSpPr>
            <p:cNvPr id="45107" name="Group 11">
              <a:extLst>
                <a:ext uri="{FF2B5EF4-FFF2-40B4-BE49-F238E27FC236}">
                  <a16:creationId xmlns:a16="http://schemas.microsoft.com/office/drawing/2014/main" id="{B7E3327C-082C-4956-9B05-3E5B2246F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48"/>
              <a:ext cx="385" cy="476"/>
              <a:chOff x="3840" y="148"/>
              <a:chExt cx="385" cy="476"/>
            </a:xfrm>
          </p:grpSpPr>
          <p:sp>
            <p:nvSpPr>
              <p:cNvPr id="45109" name="Oval 7">
                <a:extLst>
                  <a:ext uri="{FF2B5EF4-FFF2-40B4-BE49-F238E27FC236}">
                    <a16:creationId xmlns:a16="http://schemas.microsoft.com/office/drawing/2014/main" id="{C7A3975E-F4A9-469E-B569-915B7735F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148"/>
                <a:ext cx="376" cy="72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  <a:latin typeface="Helvetica Neue" charset="0"/>
                </a:endParaRPr>
              </a:p>
            </p:txBody>
          </p:sp>
          <p:sp>
            <p:nvSpPr>
              <p:cNvPr id="45110" name="Line 8">
                <a:extLst>
                  <a:ext uri="{FF2B5EF4-FFF2-40B4-BE49-F238E27FC236}">
                    <a16:creationId xmlns:a16="http://schemas.microsoft.com/office/drawing/2014/main" id="{F01E1164-2F73-4CCE-99C3-706BBD67C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84"/>
                <a:ext cx="0" cy="3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5111" name="Line 9">
                <a:extLst>
                  <a:ext uri="{FF2B5EF4-FFF2-40B4-BE49-F238E27FC236}">
                    <a16:creationId xmlns:a16="http://schemas.microsoft.com/office/drawing/2014/main" id="{28C43E9C-6C83-46C6-AAF6-977E37826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84"/>
                <a:ext cx="0" cy="3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5112" name="Arc 10">
                <a:extLst>
                  <a:ext uri="{FF2B5EF4-FFF2-40B4-BE49-F238E27FC236}">
                    <a16:creationId xmlns:a16="http://schemas.microsoft.com/office/drawing/2014/main" id="{244089BC-6467-4421-8FBC-2D99975B8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544"/>
                <a:ext cx="384" cy="80"/>
              </a:xfrm>
              <a:custGeom>
                <a:avLst/>
                <a:gdLst>
                  <a:gd name="T0" fmla="*/ 0 w 43198"/>
                  <a:gd name="T1" fmla="*/ 0 h 21600"/>
                  <a:gd name="T2" fmla="*/ 0 w 43198"/>
                  <a:gd name="T3" fmla="*/ 0 h 21600"/>
                  <a:gd name="T4" fmla="*/ 0 w 431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8"/>
                  <a:gd name="T10" fmla="*/ 0 h 21600"/>
                  <a:gd name="T11" fmla="*/ 43198 w 431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8" h="21600" fill="none" extrusionOk="0">
                    <a:moveTo>
                      <a:pt x="43198" y="0"/>
                    </a:moveTo>
                    <a:cubicBezTo>
                      <a:pt x="43198" y="11929"/>
                      <a:pt x="33527" y="21600"/>
                      <a:pt x="21598" y="21600"/>
                    </a:cubicBezTo>
                    <a:cubicBezTo>
                      <a:pt x="9773" y="21600"/>
                      <a:pt x="147" y="12093"/>
                      <a:pt x="-1" y="270"/>
                    </a:cubicBezTo>
                  </a:path>
                  <a:path w="43198" h="21600" stroke="0" extrusionOk="0">
                    <a:moveTo>
                      <a:pt x="43198" y="0"/>
                    </a:moveTo>
                    <a:cubicBezTo>
                      <a:pt x="43198" y="11929"/>
                      <a:pt x="33527" y="21600"/>
                      <a:pt x="21598" y="21600"/>
                    </a:cubicBezTo>
                    <a:cubicBezTo>
                      <a:pt x="9773" y="21600"/>
                      <a:pt x="147" y="12093"/>
                      <a:pt x="-1" y="270"/>
                    </a:cubicBezTo>
                    <a:lnTo>
                      <a:pt x="21598" y="0"/>
                    </a:lnTo>
                    <a:lnTo>
                      <a:pt x="43198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45108" name="Rectangle 12">
              <a:extLst>
                <a:ext uri="{FF2B5EF4-FFF2-40B4-BE49-F238E27FC236}">
                  <a16:creationId xmlns:a16="http://schemas.microsoft.com/office/drawing/2014/main" id="{BFBD0DED-217D-49A7-A05A-12874888F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6" y="285"/>
              <a:ext cx="3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 Neue" charset="0"/>
                </a:rPr>
                <a:t>DB</a:t>
              </a:r>
            </a:p>
          </p:txBody>
        </p:sp>
      </p:grpSp>
      <p:sp>
        <p:nvSpPr>
          <p:cNvPr id="45062" name="Rectangle 14">
            <a:extLst>
              <a:ext uri="{FF2B5EF4-FFF2-40B4-BE49-F238E27FC236}">
                <a16:creationId xmlns:a16="http://schemas.microsoft.com/office/drawing/2014/main" id="{E1716B7F-7E1D-4056-906B-48CB2A335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650" y="944563"/>
            <a:ext cx="1382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pageLSNs</a:t>
            </a:r>
          </a:p>
        </p:txBody>
      </p:sp>
      <p:sp>
        <p:nvSpPr>
          <p:cNvPr id="45063" name="Rectangle 15">
            <a:extLst>
              <a:ext uri="{FF2B5EF4-FFF2-40B4-BE49-F238E27FC236}">
                <a16:creationId xmlns:a16="http://schemas.microsoft.com/office/drawing/2014/main" id="{90103D42-DECF-436C-8DE3-EE8FF1B23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3" y="492125"/>
            <a:ext cx="779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Helvetica Neue" charset="0"/>
              </a:rPr>
              <a:t>RAM</a:t>
            </a:r>
          </a:p>
        </p:txBody>
      </p:sp>
      <p:grpSp>
        <p:nvGrpSpPr>
          <p:cNvPr id="45064" name="Group 38">
            <a:extLst>
              <a:ext uri="{FF2B5EF4-FFF2-40B4-BE49-F238E27FC236}">
                <a16:creationId xmlns:a16="http://schemas.microsoft.com/office/drawing/2014/main" id="{9A374E28-F5D6-4866-BFA7-719CAA79F656}"/>
              </a:ext>
            </a:extLst>
          </p:cNvPr>
          <p:cNvGrpSpPr>
            <a:grpSpLocks/>
          </p:cNvGrpSpPr>
          <p:nvPr/>
        </p:nvGrpSpPr>
        <p:grpSpPr bwMode="auto">
          <a:xfrm>
            <a:off x="7466013" y="304800"/>
            <a:ext cx="1296987" cy="685800"/>
            <a:chOff x="4703" y="192"/>
            <a:chExt cx="817" cy="432"/>
          </a:xfrm>
        </p:grpSpPr>
        <p:sp>
          <p:nvSpPr>
            <p:cNvPr id="45085" name="Rectangle 16">
              <a:extLst>
                <a:ext uri="{FF2B5EF4-FFF2-40B4-BE49-F238E27FC236}">
                  <a16:creationId xmlns:a16="http://schemas.microsoft.com/office/drawing/2014/main" id="{541BF9CE-DA0D-4E6F-B9ED-5F48B6C30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227"/>
              <a:ext cx="787" cy="39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6" name="Line 17">
              <a:extLst>
                <a:ext uri="{FF2B5EF4-FFF2-40B4-BE49-F238E27FC236}">
                  <a16:creationId xmlns:a16="http://schemas.microsoft.com/office/drawing/2014/main" id="{69007383-E151-4D99-AE78-CA4E7EBB0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3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7" name="Line 18">
              <a:extLst>
                <a:ext uri="{FF2B5EF4-FFF2-40B4-BE49-F238E27FC236}">
                  <a16:creationId xmlns:a16="http://schemas.microsoft.com/office/drawing/2014/main" id="{9646A041-BBAA-415C-9F27-94D6F866E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7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8" name="Line 19">
              <a:extLst>
                <a:ext uri="{FF2B5EF4-FFF2-40B4-BE49-F238E27FC236}">
                  <a16:creationId xmlns:a16="http://schemas.microsoft.com/office/drawing/2014/main" id="{374630CF-7212-4DC8-8BBD-9333C5243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1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9" name="Line 20">
              <a:extLst>
                <a:ext uri="{FF2B5EF4-FFF2-40B4-BE49-F238E27FC236}">
                  <a16:creationId xmlns:a16="http://schemas.microsoft.com/office/drawing/2014/main" id="{9BDD4AE8-A67C-4C11-8B16-6711EF10D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5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0" name="Line 21">
              <a:extLst>
                <a:ext uri="{FF2B5EF4-FFF2-40B4-BE49-F238E27FC236}">
                  <a16:creationId xmlns:a16="http://schemas.microsoft.com/office/drawing/2014/main" id="{F2F94C60-28BB-412D-B532-EF39A0A34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9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1" name="Line 22">
              <a:extLst>
                <a:ext uri="{FF2B5EF4-FFF2-40B4-BE49-F238E27FC236}">
                  <a16:creationId xmlns:a16="http://schemas.microsoft.com/office/drawing/2014/main" id="{11188BA1-449E-4DEA-941D-63C24E04C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3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2" name="Line 23">
              <a:extLst>
                <a:ext uri="{FF2B5EF4-FFF2-40B4-BE49-F238E27FC236}">
                  <a16:creationId xmlns:a16="http://schemas.microsoft.com/office/drawing/2014/main" id="{E9F3EB36-41FD-4797-9D95-5DC3AE827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8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3" name="Line 24">
              <a:extLst>
                <a:ext uri="{FF2B5EF4-FFF2-40B4-BE49-F238E27FC236}">
                  <a16:creationId xmlns:a16="http://schemas.microsoft.com/office/drawing/2014/main" id="{C6AF0DF2-2D84-47C5-841F-E9935667B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2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4" name="Line 25">
              <a:extLst>
                <a:ext uri="{FF2B5EF4-FFF2-40B4-BE49-F238E27FC236}">
                  <a16:creationId xmlns:a16="http://schemas.microsoft.com/office/drawing/2014/main" id="{37DA6559-CB00-4C2E-B902-D7713908D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57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5" name="Line 26">
              <a:extLst>
                <a:ext uri="{FF2B5EF4-FFF2-40B4-BE49-F238E27FC236}">
                  <a16:creationId xmlns:a16="http://schemas.microsoft.com/office/drawing/2014/main" id="{DFA7509F-F8C8-42E6-8872-5E7ACBAD2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1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6" name="Line 27">
              <a:extLst>
                <a:ext uri="{FF2B5EF4-FFF2-40B4-BE49-F238E27FC236}">
                  <a16:creationId xmlns:a16="http://schemas.microsoft.com/office/drawing/2014/main" id="{4876C99E-E003-4BD0-B456-D6EBFBAF8C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5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7" name="Line 28">
              <a:extLst>
                <a:ext uri="{FF2B5EF4-FFF2-40B4-BE49-F238E27FC236}">
                  <a16:creationId xmlns:a16="http://schemas.microsoft.com/office/drawing/2014/main" id="{F33313F7-38FC-40F8-AAA2-95EE1F148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9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8" name="Line 29">
              <a:extLst>
                <a:ext uri="{FF2B5EF4-FFF2-40B4-BE49-F238E27FC236}">
                  <a16:creationId xmlns:a16="http://schemas.microsoft.com/office/drawing/2014/main" id="{64AECB04-11A4-4346-932A-24BF147C5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3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9" name="Line 30">
              <a:extLst>
                <a:ext uri="{FF2B5EF4-FFF2-40B4-BE49-F238E27FC236}">
                  <a16:creationId xmlns:a16="http://schemas.microsoft.com/office/drawing/2014/main" id="{94276A34-87BA-4BF8-B24D-90DA6F775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7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0" name="Line 31">
              <a:extLst>
                <a:ext uri="{FF2B5EF4-FFF2-40B4-BE49-F238E27FC236}">
                  <a16:creationId xmlns:a16="http://schemas.microsoft.com/office/drawing/2014/main" id="{662C2B8E-6302-4E29-A257-55B00CDE1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21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1" name="Line 32">
              <a:extLst>
                <a:ext uri="{FF2B5EF4-FFF2-40B4-BE49-F238E27FC236}">
                  <a16:creationId xmlns:a16="http://schemas.microsoft.com/office/drawing/2014/main" id="{0B3C9EE1-FFC7-4001-A267-3A4510A46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5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2" name="Line 33">
              <a:extLst>
                <a:ext uri="{FF2B5EF4-FFF2-40B4-BE49-F238E27FC236}">
                  <a16:creationId xmlns:a16="http://schemas.microsoft.com/office/drawing/2014/main" id="{8F7764B1-39AB-41FD-BDA8-EC41726AA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09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3" name="Line 34">
              <a:extLst>
                <a:ext uri="{FF2B5EF4-FFF2-40B4-BE49-F238E27FC236}">
                  <a16:creationId xmlns:a16="http://schemas.microsoft.com/office/drawing/2014/main" id="{9828ECAA-EE1E-4DEC-8D8C-3205CD5D5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53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4" name="Line 35">
              <a:extLst>
                <a:ext uri="{FF2B5EF4-FFF2-40B4-BE49-F238E27FC236}">
                  <a16:creationId xmlns:a16="http://schemas.microsoft.com/office/drawing/2014/main" id="{211232DE-FD65-49CB-B0C4-4CF07B898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8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5" name="Line 36">
              <a:extLst>
                <a:ext uri="{FF2B5EF4-FFF2-40B4-BE49-F238E27FC236}">
                  <a16:creationId xmlns:a16="http://schemas.microsoft.com/office/drawing/2014/main" id="{E88AF56F-D2C1-4BA1-8993-022F5D04E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8" y="593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6" name="Rectangle 37">
              <a:extLst>
                <a:ext uri="{FF2B5EF4-FFF2-40B4-BE49-F238E27FC236}">
                  <a16:creationId xmlns:a16="http://schemas.microsoft.com/office/drawing/2014/main" id="{33ACB828-861A-44C1-83B6-02D1A4D13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57"/>
              <a:ext cx="743" cy="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</p:grpSp>
      <p:sp>
        <p:nvSpPr>
          <p:cNvPr id="45065" name="Rectangle 39">
            <a:extLst>
              <a:ext uri="{FF2B5EF4-FFF2-40B4-BE49-F238E27FC236}">
                <a16:creationId xmlns:a16="http://schemas.microsoft.com/office/drawing/2014/main" id="{FDB1F95F-9164-452D-AF9D-07F4EA0A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944563"/>
            <a:ext cx="1516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flushedLSN</a:t>
            </a:r>
          </a:p>
        </p:txBody>
      </p:sp>
      <p:sp>
        <p:nvSpPr>
          <p:cNvPr id="45066" name="Rectangle 40">
            <a:extLst>
              <a:ext uri="{FF2B5EF4-FFF2-40B4-BE49-F238E27FC236}">
                <a16:creationId xmlns:a16="http://schemas.microsoft.com/office/drawing/2014/main" id="{DE822073-6665-4DBF-84E9-526D58138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158750"/>
            <a:ext cx="4483100" cy="12827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67" name="Rectangle 50">
            <a:extLst>
              <a:ext uri="{FF2B5EF4-FFF2-40B4-BE49-F238E27FC236}">
                <a16:creationId xmlns:a16="http://schemas.microsoft.com/office/drawing/2014/main" id="{5E908EE1-8A3F-4895-82ED-0C0CD937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0" y="1835150"/>
            <a:ext cx="368300" cy="26543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68" name="Rectangle 51">
            <a:extLst>
              <a:ext uri="{FF2B5EF4-FFF2-40B4-BE49-F238E27FC236}">
                <a16:creationId xmlns:a16="http://schemas.microsoft.com/office/drawing/2014/main" id="{14CC6DAC-67D7-4CD8-8DCB-5829F24B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0" y="4502150"/>
            <a:ext cx="368300" cy="10541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grpSp>
        <p:nvGrpSpPr>
          <p:cNvPr id="45069" name="Group 54">
            <a:extLst>
              <a:ext uri="{FF2B5EF4-FFF2-40B4-BE49-F238E27FC236}">
                <a16:creationId xmlns:a16="http://schemas.microsoft.com/office/drawing/2014/main" id="{D761CD00-C1DB-46E4-A397-990BF6305E17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4799013"/>
            <a:ext cx="1152525" cy="1671637"/>
            <a:chOff x="3926" y="3023"/>
            <a:chExt cx="726" cy="1053"/>
          </a:xfrm>
        </p:grpSpPr>
        <p:sp>
          <p:nvSpPr>
            <p:cNvPr id="45083" name="Rectangle 52">
              <a:extLst>
                <a:ext uri="{FF2B5EF4-FFF2-40B4-BE49-F238E27FC236}">
                  <a16:creationId xmlns:a16="http://schemas.microsoft.com/office/drawing/2014/main" id="{3ABD3257-7ABC-470F-B34F-3B3B8626B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" y="3028"/>
              <a:ext cx="712" cy="1048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4" name="Rectangle 53">
              <a:extLst>
                <a:ext uri="{FF2B5EF4-FFF2-40B4-BE49-F238E27FC236}">
                  <a16:creationId xmlns:a16="http://schemas.microsoft.com/office/drawing/2014/main" id="{3E09C0A9-020A-458E-ACFC-F41B8173D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" y="3023"/>
              <a:ext cx="68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130C48"/>
                  </a:solidFill>
                  <a:latin typeface="Helvetica Neue" charset="0"/>
                </a:rPr>
                <a:t>pageLSN</a:t>
              </a:r>
            </a:p>
          </p:txBody>
        </p:sp>
      </p:grpSp>
      <p:sp>
        <p:nvSpPr>
          <p:cNvPr id="45070" name="Line 55">
            <a:extLst>
              <a:ext uri="{FF2B5EF4-FFF2-40B4-BE49-F238E27FC236}">
                <a16:creationId xmlns:a16="http://schemas.microsoft.com/office/drawing/2014/main" id="{C143A6BD-DCC0-49F4-A879-0E96D8ED0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495800"/>
            <a:ext cx="167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5071" name="Line 56">
            <a:extLst>
              <a:ext uri="{FF2B5EF4-FFF2-40B4-BE49-F238E27FC236}">
                <a16:creationId xmlns:a16="http://schemas.microsoft.com/office/drawing/2014/main" id="{5869EDF5-848A-40E8-815F-245B99F2C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3962400"/>
            <a:ext cx="1295400" cy="9906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5072" name="Rectangle 57">
            <a:extLst>
              <a:ext uri="{FF2B5EF4-FFF2-40B4-BE49-F238E27FC236}">
                <a16:creationId xmlns:a16="http://schemas.microsoft.com/office/drawing/2014/main" id="{6A710071-F250-43C7-880A-44EE96CD5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8" y="2109788"/>
            <a:ext cx="16986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130C48"/>
                </a:solidFill>
                <a:latin typeface="Helvetica Neue" charset="0"/>
              </a:rPr>
              <a:t>Log records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130C48"/>
                </a:solidFill>
                <a:latin typeface="Helvetica Neue" charset="0"/>
              </a:rPr>
              <a:t>flushed to disk</a:t>
            </a:r>
          </a:p>
        </p:txBody>
      </p:sp>
      <p:sp>
        <p:nvSpPr>
          <p:cNvPr id="45073" name="Rectangle 58">
            <a:extLst>
              <a:ext uri="{FF2B5EF4-FFF2-40B4-BE49-F238E27FC236}">
                <a16:creationId xmlns:a16="http://schemas.microsoft.com/office/drawing/2014/main" id="{020E055C-4DBE-42E7-8C32-9AC1FE963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5525" y="4852988"/>
            <a:ext cx="11731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800" dirty="0">
                <a:solidFill>
                  <a:srgbClr val="130C48"/>
                </a:solidFill>
                <a:latin typeface="Helvetica Neue" charset="0"/>
              </a:rPr>
              <a:t>“</a:t>
            </a:r>
            <a:r>
              <a:rPr lang="en-US" altLang="ja-JP" sz="1800" dirty="0">
                <a:solidFill>
                  <a:srgbClr val="130C48"/>
                </a:solidFill>
                <a:latin typeface="Helvetica Neue" charset="0"/>
              </a:rPr>
              <a:t>Log tail</a:t>
            </a:r>
            <a:r>
              <a:rPr lang="ja-JP" altLang="en-US" sz="1800" dirty="0">
                <a:solidFill>
                  <a:srgbClr val="130C48"/>
                </a:solidFill>
                <a:latin typeface="Helvetica Neue" charset="0"/>
              </a:rPr>
              <a:t>”</a:t>
            </a:r>
            <a:endParaRPr lang="en-US" altLang="ja-JP" sz="1800" dirty="0">
              <a:solidFill>
                <a:srgbClr val="130C48"/>
              </a:solidFill>
              <a:latin typeface="Helvetica Neue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  in RAM</a:t>
            </a:r>
          </a:p>
        </p:txBody>
      </p:sp>
      <p:sp>
        <p:nvSpPr>
          <p:cNvPr id="45074" name="AutoShape 59">
            <a:extLst>
              <a:ext uri="{FF2B5EF4-FFF2-40B4-BE49-F238E27FC236}">
                <a16:creationId xmlns:a16="http://schemas.microsoft.com/office/drawing/2014/main" id="{236D6371-1D59-45BB-A60D-B80DC0AC7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5681663"/>
            <a:ext cx="465137" cy="438150"/>
          </a:xfrm>
          <a:prstGeom prst="rightArrow">
            <a:avLst>
              <a:gd name="adj1" fmla="val 50000"/>
              <a:gd name="adj2" fmla="val 53085"/>
            </a:avLst>
          </a:prstGeom>
          <a:solidFill>
            <a:schemeClr val="folHlink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grpSp>
        <p:nvGrpSpPr>
          <p:cNvPr id="45075" name="Group 60">
            <a:extLst>
              <a:ext uri="{FF2B5EF4-FFF2-40B4-BE49-F238E27FC236}">
                <a16:creationId xmlns:a16="http://schemas.microsoft.com/office/drawing/2014/main" id="{BA906141-26AD-48ED-A7F8-F787852BA73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33400"/>
            <a:ext cx="1060450" cy="382588"/>
            <a:chOff x="2740" y="240"/>
            <a:chExt cx="668" cy="241"/>
          </a:xfrm>
        </p:grpSpPr>
        <p:sp>
          <p:nvSpPr>
            <p:cNvPr id="45076" name="Rectangle 61" descr="Medium Wood">
              <a:extLst>
                <a:ext uri="{FF2B5EF4-FFF2-40B4-BE49-F238E27FC236}">
                  <a16:creationId xmlns:a16="http://schemas.microsoft.com/office/drawing/2014/main" id="{E8A91D7B-A5B6-4E57-8E92-ADA273C33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" y="240"/>
              <a:ext cx="532" cy="24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77" name="Oval 62" descr="Oak">
              <a:extLst>
                <a:ext uri="{FF2B5EF4-FFF2-40B4-BE49-F238E27FC236}">
                  <a16:creationId xmlns:a16="http://schemas.microsoft.com/office/drawing/2014/main" id="{C160DEED-0DE5-44D7-B006-123D630F5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" y="244"/>
              <a:ext cx="160" cy="232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78" name="Line 63">
              <a:extLst>
                <a:ext uri="{FF2B5EF4-FFF2-40B4-BE49-F238E27FC236}">
                  <a16:creationId xmlns:a16="http://schemas.microsoft.com/office/drawing/2014/main" id="{6DB9AA49-D109-4D86-9F16-6BE76E98B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240"/>
              <a:ext cx="5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79" name="Line 64">
              <a:extLst>
                <a:ext uri="{FF2B5EF4-FFF2-40B4-BE49-F238E27FC236}">
                  <a16:creationId xmlns:a16="http://schemas.microsoft.com/office/drawing/2014/main" id="{684050AC-EEF1-4B0E-A6CD-F1E91A5A6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480"/>
              <a:ext cx="5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0" name="Arc 65" descr="Medium Wood">
              <a:extLst>
                <a:ext uri="{FF2B5EF4-FFF2-40B4-BE49-F238E27FC236}">
                  <a16:creationId xmlns:a16="http://schemas.microsoft.com/office/drawing/2014/main" id="{E8F25D1B-115C-460B-B49E-EEEB85E8D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41"/>
              <a:ext cx="56" cy="240"/>
            </a:xfrm>
            <a:custGeom>
              <a:avLst/>
              <a:gdLst>
                <a:gd name="T0" fmla="*/ 0 w 21600"/>
                <a:gd name="T1" fmla="*/ 0 h 43186"/>
                <a:gd name="T2" fmla="*/ 0 w 21600"/>
                <a:gd name="T3" fmla="*/ 0 h 43186"/>
                <a:gd name="T4" fmla="*/ 0 w 21600"/>
                <a:gd name="T5" fmla="*/ 0 h 431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6"/>
                <a:gd name="T11" fmla="*/ 21600 w 21600"/>
                <a:gd name="T12" fmla="*/ 43186 h 43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6" fill="none" extrusionOk="0">
                  <a:moveTo>
                    <a:pt x="771" y="-1"/>
                  </a:moveTo>
                  <a:cubicBezTo>
                    <a:pt x="12392" y="414"/>
                    <a:pt x="21600" y="9956"/>
                    <a:pt x="21600" y="21586"/>
                  </a:cubicBezTo>
                  <a:cubicBezTo>
                    <a:pt x="21600" y="33515"/>
                    <a:pt x="11929" y="43185"/>
                    <a:pt x="0" y="43186"/>
                  </a:cubicBezTo>
                </a:path>
                <a:path w="21600" h="43186" stroke="0" extrusionOk="0">
                  <a:moveTo>
                    <a:pt x="771" y="-1"/>
                  </a:moveTo>
                  <a:cubicBezTo>
                    <a:pt x="12392" y="414"/>
                    <a:pt x="21600" y="9956"/>
                    <a:pt x="21600" y="21586"/>
                  </a:cubicBezTo>
                  <a:cubicBezTo>
                    <a:pt x="21600" y="33515"/>
                    <a:pt x="11929" y="43185"/>
                    <a:pt x="0" y="43186"/>
                  </a:cubicBezTo>
                  <a:lnTo>
                    <a:pt x="0" y="21586"/>
                  </a:lnTo>
                  <a:lnTo>
                    <a:pt x="771" y="-1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2700" cap="rnd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1" name="Oval 66">
              <a:extLst>
                <a:ext uri="{FF2B5EF4-FFF2-40B4-BE49-F238E27FC236}">
                  <a16:creationId xmlns:a16="http://schemas.microsoft.com/office/drawing/2014/main" id="{C096FC23-854C-405A-997E-843C80CD7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278"/>
              <a:ext cx="104" cy="16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2" name="Oval 67">
              <a:extLst>
                <a:ext uri="{FF2B5EF4-FFF2-40B4-BE49-F238E27FC236}">
                  <a16:creationId xmlns:a16="http://schemas.microsoft.com/office/drawing/2014/main" id="{E48E3599-204C-44AD-8CFF-B043A9BCB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" y="312"/>
              <a:ext cx="48" cy="96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</p:grpSp>
      <p:sp>
        <p:nvSpPr>
          <p:cNvPr id="58" name="Rectangle 58">
            <a:extLst>
              <a:ext uri="{FF2B5EF4-FFF2-40B4-BE49-F238E27FC236}">
                <a16:creationId xmlns:a16="http://schemas.microsoft.com/office/drawing/2014/main" id="{65768B2E-7B1A-46AD-ABCF-4E668DC70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872" y="5629228"/>
            <a:ext cx="1834819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ja-JP" sz="1800" dirty="0">
                <a:latin typeface="Helvetica Neue" charset="0"/>
              </a:rPr>
              <a:t>Can write the page to disk in this example</a:t>
            </a:r>
            <a:endParaRPr lang="en-US" altLang="en-US" sz="1800" dirty="0">
              <a:latin typeface="Helvetica Neue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7C09C963-BFE9-40B2-B570-2ED84E11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58" name="Rectangle 4">
            <a:extLst>
              <a:ext uri="{FF2B5EF4-FFF2-40B4-BE49-F238E27FC236}">
                <a16:creationId xmlns:a16="http://schemas.microsoft.com/office/drawing/2014/main" id="{D0D003D7-2591-43B3-9E4B-F8282BB77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WAL &amp; the Log</a:t>
            </a:r>
          </a:p>
        </p:txBody>
      </p:sp>
      <p:sp>
        <p:nvSpPr>
          <p:cNvPr id="45059" name="Rectangle 5">
            <a:extLst>
              <a:ext uri="{FF2B5EF4-FFF2-40B4-BE49-F238E27FC236}">
                <a16:creationId xmlns:a16="http://schemas.microsoft.com/office/drawing/2014/main" id="{574E52FD-7F24-4B53-A314-384E2500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007" y="3285763"/>
            <a:ext cx="2060141" cy="585788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flushedLSN</a:t>
            </a:r>
            <a:endParaRPr lang="en-US" altLang="en-US" dirty="0">
              <a:solidFill>
                <a:srgbClr val="130C48"/>
              </a:solidFill>
              <a:latin typeface="Helvetica Neue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1AE60286-BC57-4920-B199-9168B74C0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944563"/>
            <a:ext cx="83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LSNs</a:t>
            </a:r>
          </a:p>
        </p:txBody>
      </p:sp>
      <p:grpSp>
        <p:nvGrpSpPr>
          <p:cNvPr id="45061" name="Group 13">
            <a:extLst>
              <a:ext uri="{FF2B5EF4-FFF2-40B4-BE49-F238E27FC236}">
                <a16:creationId xmlns:a16="http://schemas.microsoft.com/office/drawing/2014/main" id="{41E95FB3-0937-4D49-900A-BB8AF6291947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34950"/>
            <a:ext cx="611188" cy="755650"/>
            <a:chOff x="3840" y="148"/>
            <a:chExt cx="385" cy="476"/>
          </a:xfrm>
        </p:grpSpPr>
        <p:grpSp>
          <p:nvGrpSpPr>
            <p:cNvPr id="45107" name="Group 11">
              <a:extLst>
                <a:ext uri="{FF2B5EF4-FFF2-40B4-BE49-F238E27FC236}">
                  <a16:creationId xmlns:a16="http://schemas.microsoft.com/office/drawing/2014/main" id="{B7E3327C-082C-4956-9B05-3E5B2246F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48"/>
              <a:ext cx="385" cy="476"/>
              <a:chOff x="3840" y="148"/>
              <a:chExt cx="385" cy="476"/>
            </a:xfrm>
          </p:grpSpPr>
          <p:sp>
            <p:nvSpPr>
              <p:cNvPr id="45109" name="Oval 7">
                <a:extLst>
                  <a:ext uri="{FF2B5EF4-FFF2-40B4-BE49-F238E27FC236}">
                    <a16:creationId xmlns:a16="http://schemas.microsoft.com/office/drawing/2014/main" id="{C7A3975E-F4A9-469E-B569-915B7735F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148"/>
                <a:ext cx="376" cy="72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  <a:latin typeface="Helvetica Neue" charset="0"/>
                </a:endParaRPr>
              </a:p>
            </p:txBody>
          </p:sp>
          <p:sp>
            <p:nvSpPr>
              <p:cNvPr id="45110" name="Line 8">
                <a:extLst>
                  <a:ext uri="{FF2B5EF4-FFF2-40B4-BE49-F238E27FC236}">
                    <a16:creationId xmlns:a16="http://schemas.microsoft.com/office/drawing/2014/main" id="{F01E1164-2F73-4CCE-99C3-706BBD67C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84"/>
                <a:ext cx="0" cy="3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5111" name="Line 9">
                <a:extLst>
                  <a:ext uri="{FF2B5EF4-FFF2-40B4-BE49-F238E27FC236}">
                    <a16:creationId xmlns:a16="http://schemas.microsoft.com/office/drawing/2014/main" id="{28C43E9C-6C83-46C6-AAF6-977E37826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84"/>
                <a:ext cx="0" cy="3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5112" name="Arc 10">
                <a:extLst>
                  <a:ext uri="{FF2B5EF4-FFF2-40B4-BE49-F238E27FC236}">
                    <a16:creationId xmlns:a16="http://schemas.microsoft.com/office/drawing/2014/main" id="{244089BC-6467-4421-8FBC-2D99975B8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544"/>
                <a:ext cx="384" cy="80"/>
              </a:xfrm>
              <a:custGeom>
                <a:avLst/>
                <a:gdLst>
                  <a:gd name="T0" fmla="*/ 0 w 43198"/>
                  <a:gd name="T1" fmla="*/ 0 h 21600"/>
                  <a:gd name="T2" fmla="*/ 0 w 43198"/>
                  <a:gd name="T3" fmla="*/ 0 h 21600"/>
                  <a:gd name="T4" fmla="*/ 0 w 431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8"/>
                  <a:gd name="T10" fmla="*/ 0 h 21600"/>
                  <a:gd name="T11" fmla="*/ 43198 w 431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8" h="21600" fill="none" extrusionOk="0">
                    <a:moveTo>
                      <a:pt x="43198" y="0"/>
                    </a:moveTo>
                    <a:cubicBezTo>
                      <a:pt x="43198" y="11929"/>
                      <a:pt x="33527" y="21600"/>
                      <a:pt x="21598" y="21600"/>
                    </a:cubicBezTo>
                    <a:cubicBezTo>
                      <a:pt x="9773" y="21600"/>
                      <a:pt x="147" y="12093"/>
                      <a:pt x="-1" y="270"/>
                    </a:cubicBezTo>
                  </a:path>
                  <a:path w="43198" h="21600" stroke="0" extrusionOk="0">
                    <a:moveTo>
                      <a:pt x="43198" y="0"/>
                    </a:moveTo>
                    <a:cubicBezTo>
                      <a:pt x="43198" y="11929"/>
                      <a:pt x="33527" y="21600"/>
                      <a:pt x="21598" y="21600"/>
                    </a:cubicBezTo>
                    <a:cubicBezTo>
                      <a:pt x="9773" y="21600"/>
                      <a:pt x="147" y="12093"/>
                      <a:pt x="-1" y="270"/>
                    </a:cubicBezTo>
                    <a:lnTo>
                      <a:pt x="21598" y="0"/>
                    </a:lnTo>
                    <a:lnTo>
                      <a:pt x="43198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45108" name="Rectangle 12">
              <a:extLst>
                <a:ext uri="{FF2B5EF4-FFF2-40B4-BE49-F238E27FC236}">
                  <a16:creationId xmlns:a16="http://schemas.microsoft.com/office/drawing/2014/main" id="{BFBD0DED-217D-49A7-A05A-12874888F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6" y="285"/>
              <a:ext cx="3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 Neue" charset="0"/>
                </a:rPr>
                <a:t>DB</a:t>
              </a:r>
            </a:p>
          </p:txBody>
        </p:sp>
      </p:grpSp>
      <p:sp>
        <p:nvSpPr>
          <p:cNvPr id="45062" name="Rectangle 14">
            <a:extLst>
              <a:ext uri="{FF2B5EF4-FFF2-40B4-BE49-F238E27FC236}">
                <a16:creationId xmlns:a16="http://schemas.microsoft.com/office/drawing/2014/main" id="{E1716B7F-7E1D-4056-906B-48CB2A335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650" y="944563"/>
            <a:ext cx="1382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pageLSNs</a:t>
            </a:r>
          </a:p>
        </p:txBody>
      </p:sp>
      <p:sp>
        <p:nvSpPr>
          <p:cNvPr id="45063" name="Rectangle 15">
            <a:extLst>
              <a:ext uri="{FF2B5EF4-FFF2-40B4-BE49-F238E27FC236}">
                <a16:creationId xmlns:a16="http://schemas.microsoft.com/office/drawing/2014/main" id="{90103D42-DECF-436C-8DE3-EE8FF1B23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3" y="492125"/>
            <a:ext cx="779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Helvetica Neue" charset="0"/>
              </a:rPr>
              <a:t>RAM</a:t>
            </a:r>
          </a:p>
        </p:txBody>
      </p:sp>
      <p:grpSp>
        <p:nvGrpSpPr>
          <p:cNvPr id="45064" name="Group 38">
            <a:extLst>
              <a:ext uri="{FF2B5EF4-FFF2-40B4-BE49-F238E27FC236}">
                <a16:creationId xmlns:a16="http://schemas.microsoft.com/office/drawing/2014/main" id="{9A374E28-F5D6-4866-BFA7-719CAA79F656}"/>
              </a:ext>
            </a:extLst>
          </p:cNvPr>
          <p:cNvGrpSpPr>
            <a:grpSpLocks/>
          </p:cNvGrpSpPr>
          <p:nvPr/>
        </p:nvGrpSpPr>
        <p:grpSpPr bwMode="auto">
          <a:xfrm>
            <a:off x="7466013" y="304800"/>
            <a:ext cx="1296987" cy="685800"/>
            <a:chOff x="4703" y="192"/>
            <a:chExt cx="817" cy="432"/>
          </a:xfrm>
        </p:grpSpPr>
        <p:sp>
          <p:nvSpPr>
            <p:cNvPr id="45085" name="Rectangle 16">
              <a:extLst>
                <a:ext uri="{FF2B5EF4-FFF2-40B4-BE49-F238E27FC236}">
                  <a16:creationId xmlns:a16="http://schemas.microsoft.com/office/drawing/2014/main" id="{541BF9CE-DA0D-4E6F-B9ED-5F48B6C30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227"/>
              <a:ext cx="787" cy="39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6" name="Line 17">
              <a:extLst>
                <a:ext uri="{FF2B5EF4-FFF2-40B4-BE49-F238E27FC236}">
                  <a16:creationId xmlns:a16="http://schemas.microsoft.com/office/drawing/2014/main" id="{69007383-E151-4D99-AE78-CA4E7EBB0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3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7" name="Line 18">
              <a:extLst>
                <a:ext uri="{FF2B5EF4-FFF2-40B4-BE49-F238E27FC236}">
                  <a16:creationId xmlns:a16="http://schemas.microsoft.com/office/drawing/2014/main" id="{9646A041-BBAA-415C-9F27-94D6F866E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7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8" name="Line 19">
              <a:extLst>
                <a:ext uri="{FF2B5EF4-FFF2-40B4-BE49-F238E27FC236}">
                  <a16:creationId xmlns:a16="http://schemas.microsoft.com/office/drawing/2014/main" id="{374630CF-7212-4DC8-8BBD-9333C5243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1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9" name="Line 20">
              <a:extLst>
                <a:ext uri="{FF2B5EF4-FFF2-40B4-BE49-F238E27FC236}">
                  <a16:creationId xmlns:a16="http://schemas.microsoft.com/office/drawing/2014/main" id="{9BDD4AE8-A67C-4C11-8B16-6711EF10D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5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0" name="Line 21">
              <a:extLst>
                <a:ext uri="{FF2B5EF4-FFF2-40B4-BE49-F238E27FC236}">
                  <a16:creationId xmlns:a16="http://schemas.microsoft.com/office/drawing/2014/main" id="{F2F94C60-28BB-412D-B532-EF39A0A34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9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1" name="Line 22">
              <a:extLst>
                <a:ext uri="{FF2B5EF4-FFF2-40B4-BE49-F238E27FC236}">
                  <a16:creationId xmlns:a16="http://schemas.microsoft.com/office/drawing/2014/main" id="{11188BA1-449E-4DEA-941D-63C24E04C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3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2" name="Line 23">
              <a:extLst>
                <a:ext uri="{FF2B5EF4-FFF2-40B4-BE49-F238E27FC236}">
                  <a16:creationId xmlns:a16="http://schemas.microsoft.com/office/drawing/2014/main" id="{E9F3EB36-41FD-4797-9D95-5DC3AE827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8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3" name="Line 24">
              <a:extLst>
                <a:ext uri="{FF2B5EF4-FFF2-40B4-BE49-F238E27FC236}">
                  <a16:creationId xmlns:a16="http://schemas.microsoft.com/office/drawing/2014/main" id="{C6AF0DF2-2D84-47C5-841F-E9935667B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2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4" name="Line 25">
              <a:extLst>
                <a:ext uri="{FF2B5EF4-FFF2-40B4-BE49-F238E27FC236}">
                  <a16:creationId xmlns:a16="http://schemas.microsoft.com/office/drawing/2014/main" id="{37DA6559-CB00-4C2E-B902-D7713908D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57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5" name="Line 26">
              <a:extLst>
                <a:ext uri="{FF2B5EF4-FFF2-40B4-BE49-F238E27FC236}">
                  <a16:creationId xmlns:a16="http://schemas.microsoft.com/office/drawing/2014/main" id="{DFA7509F-F8C8-42E6-8872-5E7ACBAD2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1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6" name="Line 27">
              <a:extLst>
                <a:ext uri="{FF2B5EF4-FFF2-40B4-BE49-F238E27FC236}">
                  <a16:creationId xmlns:a16="http://schemas.microsoft.com/office/drawing/2014/main" id="{4876C99E-E003-4BD0-B456-D6EBFBAF8C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5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7" name="Line 28">
              <a:extLst>
                <a:ext uri="{FF2B5EF4-FFF2-40B4-BE49-F238E27FC236}">
                  <a16:creationId xmlns:a16="http://schemas.microsoft.com/office/drawing/2014/main" id="{F33313F7-38FC-40F8-AAA2-95EE1F148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9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8" name="Line 29">
              <a:extLst>
                <a:ext uri="{FF2B5EF4-FFF2-40B4-BE49-F238E27FC236}">
                  <a16:creationId xmlns:a16="http://schemas.microsoft.com/office/drawing/2014/main" id="{64AECB04-11A4-4346-932A-24BF147C5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3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9" name="Line 30">
              <a:extLst>
                <a:ext uri="{FF2B5EF4-FFF2-40B4-BE49-F238E27FC236}">
                  <a16:creationId xmlns:a16="http://schemas.microsoft.com/office/drawing/2014/main" id="{94276A34-87BA-4BF8-B24D-90DA6F775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7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0" name="Line 31">
              <a:extLst>
                <a:ext uri="{FF2B5EF4-FFF2-40B4-BE49-F238E27FC236}">
                  <a16:creationId xmlns:a16="http://schemas.microsoft.com/office/drawing/2014/main" id="{662C2B8E-6302-4E29-A257-55B00CDE1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21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1" name="Line 32">
              <a:extLst>
                <a:ext uri="{FF2B5EF4-FFF2-40B4-BE49-F238E27FC236}">
                  <a16:creationId xmlns:a16="http://schemas.microsoft.com/office/drawing/2014/main" id="{0B3C9EE1-FFC7-4001-A267-3A4510A46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5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2" name="Line 33">
              <a:extLst>
                <a:ext uri="{FF2B5EF4-FFF2-40B4-BE49-F238E27FC236}">
                  <a16:creationId xmlns:a16="http://schemas.microsoft.com/office/drawing/2014/main" id="{8F7764B1-39AB-41FD-BDA8-EC41726AA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09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3" name="Line 34">
              <a:extLst>
                <a:ext uri="{FF2B5EF4-FFF2-40B4-BE49-F238E27FC236}">
                  <a16:creationId xmlns:a16="http://schemas.microsoft.com/office/drawing/2014/main" id="{9828ECAA-EE1E-4DEC-8D8C-3205CD5D5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53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4" name="Line 35">
              <a:extLst>
                <a:ext uri="{FF2B5EF4-FFF2-40B4-BE49-F238E27FC236}">
                  <a16:creationId xmlns:a16="http://schemas.microsoft.com/office/drawing/2014/main" id="{211232DE-FD65-49CB-B0C4-4CF07B898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8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5" name="Line 36">
              <a:extLst>
                <a:ext uri="{FF2B5EF4-FFF2-40B4-BE49-F238E27FC236}">
                  <a16:creationId xmlns:a16="http://schemas.microsoft.com/office/drawing/2014/main" id="{E88AF56F-D2C1-4BA1-8993-022F5D04E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8" y="593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6" name="Rectangle 37">
              <a:extLst>
                <a:ext uri="{FF2B5EF4-FFF2-40B4-BE49-F238E27FC236}">
                  <a16:creationId xmlns:a16="http://schemas.microsoft.com/office/drawing/2014/main" id="{33ACB828-861A-44C1-83B6-02D1A4D13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57"/>
              <a:ext cx="743" cy="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</p:grpSp>
      <p:sp>
        <p:nvSpPr>
          <p:cNvPr id="45065" name="Rectangle 39">
            <a:extLst>
              <a:ext uri="{FF2B5EF4-FFF2-40B4-BE49-F238E27FC236}">
                <a16:creationId xmlns:a16="http://schemas.microsoft.com/office/drawing/2014/main" id="{FDB1F95F-9164-452D-AF9D-07F4EA0A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944563"/>
            <a:ext cx="1516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flushedLSN</a:t>
            </a:r>
          </a:p>
        </p:txBody>
      </p:sp>
      <p:sp>
        <p:nvSpPr>
          <p:cNvPr id="45066" name="Rectangle 40">
            <a:extLst>
              <a:ext uri="{FF2B5EF4-FFF2-40B4-BE49-F238E27FC236}">
                <a16:creationId xmlns:a16="http://schemas.microsoft.com/office/drawing/2014/main" id="{DE822073-6665-4DBF-84E9-526D58138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158750"/>
            <a:ext cx="4483100" cy="12827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67" name="Rectangle 50">
            <a:extLst>
              <a:ext uri="{FF2B5EF4-FFF2-40B4-BE49-F238E27FC236}">
                <a16:creationId xmlns:a16="http://schemas.microsoft.com/office/drawing/2014/main" id="{5E908EE1-8A3F-4895-82ED-0C0CD937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261" y="2522538"/>
            <a:ext cx="368300" cy="1056119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68" name="Rectangle 51">
            <a:extLst>
              <a:ext uri="{FF2B5EF4-FFF2-40B4-BE49-F238E27FC236}">
                <a16:creationId xmlns:a16="http://schemas.microsoft.com/office/drawing/2014/main" id="{14CC6DAC-67D7-4CD8-8DCB-5829F24B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261" y="3578656"/>
            <a:ext cx="368300" cy="24157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70" name="Line 55">
            <a:extLst>
              <a:ext uri="{FF2B5EF4-FFF2-40B4-BE49-F238E27FC236}">
                <a16:creationId xmlns:a16="http://schemas.microsoft.com/office/drawing/2014/main" id="{C143A6BD-DCC0-49F4-A879-0E96D8ED0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9250" y="3578657"/>
            <a:ext cx="167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5071" name="Line 56">
            <a:extLst>
              <a:ext uri="{FF2B5EF4-FFF2-40B4-BE49-F238E27FC236}">
                <a16:creationId xmlns:a16="http://schemas.microsoft.com/office/drawing/2014/main" id="{5869EDF5-848A-40E8-815F-245B99F2C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8150" y="4618951"/>
            <a:ext cx="2537111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5072" name="Rectangle 57">
            <a:extLst>
              <a:ext uri="{FF2B5EF4-FFF2-40B4-BE49-F238E27FC236}">
                <a16:creationId xmlns:a16="http://schemas.microsoft.com/office/drawing/2014/main" id="{6A710071-F250-43C7-880A-44EE96CD5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2" y="2419349"/>
            <a:ext cx="16986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Log records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flushed to disk</a:t>
            </a:r>
          </a:p>
        </p:txBody>
      </p:sp>
      <p:sp>
        <p:nvSpPr>
          <p:cNvPr id="45073" name="Rectangle 58">
            <a:extLst>
              <a:ext uri="{FF2B5EF4-FFF2-40B4-BE49-F238E27FC236}">
                <a16:creationId xmlns:a16="http://schemas.microsoft.com/office/drawing/2014/main" id="{020E055C-4DBE-42E7-8C32-9AC1FE963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867" y="4786522"/>
            <a:ext cx="11731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800" dirty="0">
                <a:solidFill>
                  <a:srgbClr val="130C48"/>
                </a:solidFill>
                <a:latin typeface="Helvetica Neue" charset="0"/>
              </a:rPr>
              <a:t>“</a:t>
            </a:r>
            <a:r>
              <a:rPr lang="en-US" altLang="ja-JP" sz="1800" dirty="0">
                <a:solidFill>
                  <a:srgbClr val="130C48"/>
                </a:solidFill>
                <a:latin typeface="Helvetica Neue" charset="0"/>
              </a:rPr>
              <a:t>Log tail</a:t>
            </a:r>
            <a:r>
              <a:rPr lang="ja-JP" altLang="en-US" sz="1800" dirty="0">
                <a:solidFill>
                  <a:srgbClr val="130C48"/>
                </a:solidFill>
                <a:latin typeface="Helvetica Neue" charset="0"/>
              </a:rPr>
              <a:t>”</a:t>
            </a:r>
            <a:endParaRPr lang="en-US" altLang="ja-JP" sz="1800" dirty="0">
              <a:solidFill>
                <a:srgbClr val="130C48"/>
              </a:solidFill>
              <a:latin typeface="Helvetica Neue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  in RAM</a:t>
            </a:r>
          </a:p>
        </p:txBody>
      </p:sp>
      <p:grpSp>
        <p:nvGrpSpPr>
          <p:cNvPr id="45075" name="Group 60">
            <a:extLst>
              <a:ext uri="{FF2B5EF4-FFF2-40B4-BE49-F238E27FC236}">
                <a16:creationId xmlns:a16="http://schemas.microsoft.com/office/drawing/2014/main" id="{BA906141-26AD-48ED-A7F8-F787852BA73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33400"/>
            <a:ext cx="1060450" cy="382588"/>
            <a:chOff x="2740" y="240"/>
            <a:chExt cx="668" cy="241"/>
          </a:xfrm>
        </p:grpSpPr>
        <p:sp>
          <p:nvSpPr>
            <p:cNvPr id="45076" name="Rectangle 61" descr="Medium Wood">
              <a:extLst>
                <a:ext uri="{FF2B5EF4-FFF2-40B4-BE49-F238E27FC236}">
                  <a16:creationId xmlns:a16="http://schemas.microsoft.com/office/drawing/2014/main" id="{E8A91D7B-A5B6-4E57-8E92-ADA273C33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" y="240"/>
              <a:ext cx="532" cy="24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77" name="Oval 62" descr="Oak">
              <a:extLst>
                <a:ext uri="{FF2B5EF4-FFF2-40B4-BE49-F238E27FC236}">
                  <a16:creationId xmlns:a16="http://schemas.microsoft.com/office/drawing/2014/main" id="{C160DEED-0DE5-44D7-B006-123D630F5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" y="244"/>
              <a:ext cx="160" cy="232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78" name="Line 63">
              <a:extLst>
                <a:ext uri="{FF2B5EF4-FFF2-40B4-BE49-F238E27FC236}">
                  <a16:creationId xmlns:a16="http://schemas.microsoft.com/office/drawing/2014/main" id="{6DB9AA49-D109-4D86-9F16-6BE76E98B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240"/>
              <a:ext cx="5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79" name="Line 64">
              <a:extLst>
                <a:ext uri="{FF2B5EF4-FFF2-40B4-BE49-F238E27FC236}">
                  <a16:creationId xmlns:a16="http://schemas.microsoft.com/office/drawing/2014/main" id="{684050AC-EEF1-4B0E-A6CD-F1E91A5A6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480"/>
              <a:ext cx="5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0" name="Arc 65" descr="Medium Wood">
              <a:extLst>
                <a:ext uri="{FF2B5EF4-FFF2-40B4-BE49-F238E27FC236}">
                  <a16:creationId xmlns:a16="http://schemas.microsoft.com/office/drawing/2014/main" id="{E8F25D1B-115C-460B-B49E-EEEB85E8D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41"/>
              <a:ext cx="56" cy="240"/>
            </a:xfrm>
            <a:custGeom>
              <a:avLst/>
              <a:gdLst>
                <a:gd name="T0" fmla="*/ 0 w 21600"/>
                <a:gd name="T1" fmla="*/ 0 h 43186"/>
                <a:gd name="T2" fmla="*/ 0 w 21600"/>
                <a:gd name="T3" fmla="*/ 0 h 43186"/>
                <a:gd name="T4" fmla="*/ 0 w 21600"/>
                <a:gd name="T5" fmla="*/ 0 h 431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6"/>
                <a:gd name="T11" fmla="*/ 21600 w 21600"/>
                <a:gd name="T12" fmla="*/ 43186 h 43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6" fill="none" extrusionOk="0">
                  <a:moveTo>
                    <a:pt x="771" y="-1"/>
                  </a:moveTo>
                  <a:cubicBezTo>
                    <a:pt x="12392" y="414"/>
                    <a:pt x="21600" y="9956"/>
                    <a:pt x="21600" y="21586"/>
                  </a:cubicBezTo>
                  <a:cubicBezTo>
                    <a:pt x="21600" y="33515"/>
                    <a:pt x="11929" y="43185"/>
                    <a:pt x="0" y="43186"/>
                  </a:cubicBezTo>
                </a:path>
                <a:path w="21600" h="43186" stroke="0" extrusionOk="0">
                  <a:moveTo>
                    <a:pt x="771" y="-1"/>
                  </a:moveTo>
                  <a:cubicBezTo>
                    <a:pt x="12392" y="414"/>
                    <a:pt x="21600" y="9956"/>
                    <a:pt x="21600" y="21586"/>
                  </a:cubicBezTo>
                  <a:cubicBezTo>
                    <a:pt x="21600" y="33515"/>
                    <a:pt x="11929" y="43185"/>
                    <a:pt x="0" y="43186"/>
                  </a:cubicBezTo>
                  <a:lnTo>
                    <a:pt x="0" y="21586"/>
                  </a:lnTo>
                  <a:lnTo>
                    <a:pt x="771" y="-1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2700" cap="rnd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1" name="Oval 66">
              <a:extLst>
                <a:ext uri="{FF2B5EF4-FFF2-40B4-BE49-F238E27FC236}">
                  <a16:creationId xmlns:a16="http://schemas.microsoft.com/office/drawing/2014/main" id="{C096FC23-854C-405A-997E-843C80CD7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278"/>
              <a:ext cx="104" cy="16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2" name="Oval 67">
              <a:extLst>
                <a:ext uri="{FF2B5EF4-FFF2-40B4-BE49-F238E27FC236}">
                  <a16:creationId xmlns:a16="http://schemas.microsoft.com/office/drawing/2014/main" id="{E48E3599-204C-44AD-8CFF-B043A9BCB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" y="312"/>
              <a:ext cx="48" cy="96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</p:grpSp>
      <p:sp>
        <p:nvSpPr>
          <p:cNvPr id="58" name="Rectangle 58">
            <a:extLst>
              <a:ext uri="{FF2B5EF4-FFF2-40B4-BE49-F238E27FC236}">
                <a16:creationId xmlns:a16="http://schemas.microsoft.com/office/drawing/2014/main" id="{65768B2E-7B1A-46AD-ABCF-4E668DC70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65" y="3648791"/>
            <a:ext cx="1834819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ja-JP" sz="1800" dirty="0">
                <a:solidFill>
                  <a:schemeClr val="accent2"/>
                </a:solidFill>
                <a:latin typeface="Helvetica Neue" charset="0"/>
              </a:rPr>
              <a:t>Cannot</a:t>
            </a:r>
            <a:r>
              <a:rPr lang="en-AU" altLang="ja-JP" sz="1800" dirty="0">
                <a:latin typeface="Helvetica Neue" charset="0"/>
              </a:rPr>
              <a:t> write the page to disk at this moment</a:t>
            </a:r>
            <a:endParaRPr lang="en-US" altLang="en-US" sz="1800" dirty="0">
              <a:latin typeface="Helvetica Neue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AD16153B-6A87-42CC-ABBA-9E767DB2B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0566" y="4350382"/>
            <a:ext cx="1686359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pageLSN</a:t>
            </a:r>
            <a:endParaRPr lang="en-US" altLang="en-US" dirty="0">
              <a:solidFill>
                <a:srgbClr val="130C48"/>
              </a:solidFill>
              <a:latin typeface="Helvetica Neue" charset="0"/>
            </a:endParaRPr>
          </a:p>
        </p:txBody>
      </p:sp>
      <p:sp>
        <p:nvSpPr>
          <p:cNvPr id="60" name="Rectangle 57">
            <a:extLst>
              <a:ext uri="{FF2B5EF4-FFF2-40B4-BE49-F238E27FC236}">
                <a16:creationId xmlns:a16="http://schemas.microsoft.com/office/drawing/2014/main" id="{DD99DF20-1D47-43F1-8751-9717B56B4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750" y="2161086"/>
            <a:ext cx="763655" cy="3970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LSNs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20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30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40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220279876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7C09C963-BFE9-40B2-B570-2ED84E11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58" name="Rectangle 4">
            <a:extLst>
              <a:ext uri="{FF2B5EF4-FFF2-40B4-BE49-F238E27FC236}">
                <a16:creationId xmlns:a16="http://schemas.microsoft.com/office/drawing/2014/main" id="{D0D003D7-2591-43B3-9E4B-F8282BB77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WAL &amp; the Log</a:t>
            </a:r>
          </a:p>
        </p:txBody>
      </p:sp>
      <p:sp>
        <p:nvSpPr>
          <p:cNvPr id="45059" name="Rectangle 5">
            <a:extLst>
              <a:ext uri="{FF2B5EF4-FFF2-40B4-BE49-F238E27FC236}">
                <a16:creationId xmlns:a16="http://schemas.microsoft.com/office/drawing/2014/main" id="{574E52FD-7F24-4B53-A314-384E2500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992" y="3838349"/>
            <a:ext cx="2060141" cy="585788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flushedLSN</a:t>
            </a:r>
            <a:endParaRPr lang="en-US" altLang="en-US" dirty="0">
              <a:solidFill>
                <a:srgbClr val="130C48"/>
              </a:solidFill>
              <a:latin typeface="Helvetica Neue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1AE60286-BC57-4920-B199-9168B74C0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944563"/>
            <a:ext cx="83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LSNs</a:t>
            </a:r>
          </a:p>
        </p:txBody>
      </p:sp>
      <p:grpSp>
        <p:nvGrpSpPr>
          <p:cNvPr id="45061" name="Group 13">
            <a:extLst>
              <a:ext uri="{FF2B5EF4-FFF2-40B4-BE49-F238E27FC236}">
                <a16:creationId xmlns:a16="http://schemas.microsoft.com/office/drawing/2014/main" id="{41E95FB3-0937-4D49-900A-BB8AF6291947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34950"/>
            <a:ext cx="611188" cy="755650"/>
            <a:chOff x="3840" y="148"/>
            <a:chExt cx="385" cy="476"/>
          </a:xfrm>
        </p:grpSpPr>
        <p:grpSp>
          <p:nvGrpSpPr>
            <p:cNvPr id="45107" name="Group 11">
              <a:extLst>
                <a:ext uri="{FF2B5EF4-FFF2-40B4-BE49-F238E27FC236}">
                  <a16:creationId xmlns:a16="http://schemas.microsoft.com/office/drawing/2014/main" id="{B7E3327C-082C-4956-9B05-3E5B2246F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48"/>
              <a:ext cx="385" cy="476"/>
              <a:chOff x="3840" y="148"/>
              <a:chExt cx="385" cy="476"/>
            </a:xfrm>
          </p:grpSpPr>
          <p:sp>
            <p:nvSpPr>
              <p:cNvPr id="45109" name="Oval 7">
                <a:extLst>
                  <a:ext uri="{FF2B5EF4-FFF2-40B4-BE49-F238E27FC236}">
                    <a16:creationId xmlns:a16="http://schemas.microsoft.com/office/drawing/2014/main" id="{C7A3975E-F4A9-469E-B569-915B7735F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148"/>
                <a:ext cx="376" cy="72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  <a:latin typeface="Helvetica Neue" charset="0"/>
                </a:endParaRPr>
              </a:p>
            </p:txBody>
          </p:sp>
          <p:sp>
            <p:nvSpPr>
              <p:cNvPr id="45110" name="Line 8">
                <a:extLst>
                  <a:ext uri="{FF2B5EF4-FFF2-40B4-BE49-F238E27FC236}">
                    <a16:creationId xmlns:a16="http://schemas.microsoft.com/office/drawing/2014/main" id="{F01E1164-2F73-4CCE-99C3-706BBD67C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84"/>
                <a:ext cx="0" cy="3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5111" name="Line 9">
                <a:extLst>
                  <a:ext uri="{FF2B5EF4-FFF2-40B4-BE49-F238E27FC236}">
                    <a16:creationId xmlns:a16="http://schemas.microsoft.com/office/drawing/2014/main" id="{28C43E9C-6C83-46C6-AAF6-977E37826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84"/>
                <a:ext cx="0" cy="3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5112" name="Arc 10">
                <a:extLst>
                  <a:ext uri="{FF2B5EF4-FFF2-40B4-BE49-F238E27FC236}">
                    <a16:creationId xmlns:a16="http://schemas.microsoft.com/office/drawing/2014/main" id="{244089BC-6467-4421-8FBC-2D99975B8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544"/>
                <a:ext cx="384" cy="80"/>
              </a:xfrm>
              <a:custGeom>
                <a:avLst/>
                <a:gdLst>
                  <a:gd name="T0" fmla="*/ 0 w 43198"/>
                  <a:gd name="T1" fmla="*/ 0 h 21600"/>
                  <a:gd name="T2" fmla="*/ 0 w 43198"/>
                  <a:gd name="T3" fmla="*/ 0 h 21600"/>
                  <a:gd name="T4" fmla="*/ 0 w 431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8"/>
                  <a:gd name="T10" fmla="*/ 0 h 21600"/>
                  <a:gd name="T11" fmla="*/ 43198 w 431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8" h="21600" fill="none" extrusionOk="0">
                    <a:moveTo>
                      <a:pt x="43198" y="0"/>
                    </a:moveTo>
                    <a:cubicBezTo>
                      <a:pt x="43198" y="11929"/>
                      <a:pt x="33527" y="21600"/>
                      <a:pt x="21598" y="21600"/>
                    </a:cubicBezTo>
                    <a:cubicBezTo>
                      <a:pt x="9773" y="21600"/>
                      <a:pt x="147" y="12093"/>
                      <a:pt x="-1" y="270"/>
                    </a:cubicBezTo>
                  </a:path>
                  <a:path w="43198" h="21600" stroke="0" extrusionOk="0">
                    <a:moveTo>
                      <a:pt x="43198" y="0"/>
                    </a:moveTo>
                    <a:cubicBezTo>
                      <a:pt x="43198" y="11929"/>
                      <a:pt x="33527" y="21600"/>
                      <a:pt x="21598" y="21600"/>
                    </a:cubicBezTo>
                    <a:cubicBezTo>
                      <a:pt x="9773" y="21600"/>
                      <a:pt x="147" y="12093"/>
                      <a:pt x="-1" y="270"/>
                    </a:cubicBezTo>
                    <a:lnTo>
                      <a:pt x="21598" y="0"/>
                    </a:lnTo>
                    <a:lnTo>
                      <a:pt x="43198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45108" name="Rectangle 12">
              <a:extLst>
                <a:ext uri="{FF2B5EF4-FFF2-40B4-BE49-F238E27FC236}">
                  <a16:creationId xmlns:a16="http://schemas.microsoft.com/office/drawing/2014/main" id="{BFBD0DED-217D-49A7-A05A-12874888F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6" y="285"/>
              <a:ext cx="3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 Neue" charset="0"/>
                </a:rPr>
                <a:t>DB</a:t>
              </a:r>
            </a:p>
          </p:txBody>
        </p:sp>
      </p:grpSp>
      <p:sp>
        <p:nvSpPr>
          <p:cNvPr id="45062" name="Rectangle 14">
            <a:extLst>
              <a:ext uri="{FF2B5EF4-FFF2-40B4-BE49-F238E27FC236}">
                <a16:creationId xmlns:a16="http://schemas.microsoft.com/office/drawing/2014/main" id="{E1716B7F-7E1D-4056-906B-48CB2A335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650" y="944563"/>
            <a:ext cx="1382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pageLSNs</a:t>
            </a:r>
          </a:p>
        </p:txBody>
      </p:sp>
      <p:sp>
        <p:nvSpPr>
          <p:cNvPr id="45063" name="Rectangle 15">
            <a:extLst>
              <a:ext uri="{FF2B5EF4-FFF2-40B4-BE49-F238E27FC236}">
                <a16:creationId xmlns:a16="http://schemas.microsoft.com/office/drawing/2014/main" id="{90103D42-DECF-436C-8DE3-EE8FF1B23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3" y="492125"/>
            <a:ext cx="779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Helvetica Neue" charset="0"/>
              </a:rPr>
              <a:t>RAM</a:t>
            </a:r>
          </a:p>
        </p:txBody>
      </p:sp>
      <p:grpSp>
        <p:nvGrpSpPr>
          <p:cNvPr id="45064" name="Group 38">
            <a:extLst>
              <a:ext uri="{FF2B5EF4-FFF2-40B4-BE49-F238E27FC236}">
                <a16:creationId xmlns:a16="http://schemas.microsoft.com/office/drawing/2014/main" id="{9A374E28-F5D6-4866-BFA7-719CAA79F656}"/>
              </a:ext>
            </a:extLst>
          </p:cNvPr>
          <p:cNvGrpSpPr>
            <a:grpSpLocks/>
          </p:cNvGrpSpPr>
          <p:nvPr/>
        </p:nvGrpSpPr>
        <p:grpSpPr bwMode="auto">
          <a:xfrm>
            <a:off x="7466013" y="304800"/>
            <a:ext cx="1296987" cy="685800"/>
            <a:chOff x="4703" y="192"/>
            <a:chExt cx="817" cy="432"/>
          </a:xfrm>
        </p:grpSpPr>
        <p:sp>
          <p:nvSpPr>
            <p:cNvPr id="45085" name="Rectangle 16">
              <a:extLst>
                <a:ext uri="{FF2B5EF4-FFF2-40B4-BE49-F238E27FC236}">
                  <a16:creationId xmlns:a16="http://schemas.microsoft.com/office/drawing/2014/main" id="{541BF9CE-DA0D-4E6F-B9ED-5F48B6C30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227"/>
              <a:ext cx="787" cy="39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6" name="Line 17">
              <a:extLst>
                <a:ext uri="{FF2B5EF4-FFF2-40B4-BE49-F238E27FC236}">
                  <a16:creationId xmlns:a16="http://schemas.microsoft.com/office/drawing/2014/main" id="{69007383-E151-4D99-AE78-CA4E7EBB0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3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7" name="Line 18">
              <a:extLst>
                <a:ext uri="{FF2B5EF4-FFF2-40B4-BE49-F238E27FC236}">
                  <a16:creationId xmlns:a16="http://schemas.microsoft.com/office/drawing/2014/main" id="{9646A041-BBAA-415C-9F27-94D6F866E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7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8" name="Line 19">
              <a:extLst>
                <a:ext uri="{FF2B5EF4-FFF2-40B4-BE49-F238E27FC236}">
                  <a16:creationId xmlns:a16="http://schemas.microsoft.com/office/drawing/2014/main" id="{374630CF-7212-4DC8-8BBD-9333C5243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1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9" name="Line 20">
              <a:extLst>
                <a:ext uri="{FF2B5EF4-FFF2-40B4-BE49-F238E27FC236}">
                  <a16:creationId xmlns:a16="http://schemas.microsoft.com/office/drawing/2014/main" id="{9BDD4AE8-A67C-4C11-8B16-6711EF10D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5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0" name="Line 21">
              <a:extLst>
                <a:ext uri="{FF2B5EF4-FFF2-40B4-BE49-F238E27FC236}">
                  <a16:creationId xmlns:a16="http://schemas.microsoft.com/office/drawing/2014/main" id="{F2F94C60-28BB-412D-B532-EF39A0A34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9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1" name="Line 22">
              <a:extLst>
                <a:ext uri="{FF2B5EF4-FFF2-40B4-BE49-F238E27FC236}">
                  <a16:creationId xmlns:a16="http://schemas.microsoft.com/office/drawing/2014/main" id="{11188BA1-449E-4DEA-941D-63C24E04C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3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2" name="Line 23">
              <a:extLst>
                <a:ext uri="{FF2B5EF4-FFF2-40B4-BE49-F238E27FC236}">
                  <a16:creationId xmlns:a16="http://schemas.microsoft.com/office/drawing/2014/main" id="{E9F3EB36-41FD-4797-9D95-5DC3AE827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8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3" name="Line 24">
              <a:extLst>
                <a:ext uri="{FF2B5EF4-FFF2-40B4-BE49-F238E27FC236}">
                  <a16:creationId xmlns:a16="http://schemas.microsoft.com/office/drawing/2014/main" id="{C6AF0DF2-2D84-47C5-841F-E9935667B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2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4" name="Line 25">
              <a:extLst>
                <a:ext uri="{FF2B5EF4-FFF2-40B4-BE49-F238E27FC236}">
                  <a16:creationId xmlns:a16="http://schemas.microsoft.com/office/drawing/2014/main" id="{37DA6559-CB00-4C2E-B902-D7713908D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57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5" name="Line 26">
              <a:extLst>
                <a:ext uri="{FF2B5EF4-FFF2-40B4-BE49-F238E27FC236}">
                  <a16:creationId xmlns:a16="http://schemas.microsoft.com/office/drawing/2014/main" id="{DFA7509F-F8C8-42E6-8872-5E7ACBAD2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1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6" name="Line 27">
              <a:extLst>
                <a:ext uri="{FF2B5EF4-FFF2-40B4-BE49-F238E27FC236}">
                  <a16:creationId xmlns:a16="http://schemas.microsoft.com/office/drawing/2014/main" id="{4876C99E-E003-4BD0-B456-D6EBFBAF8C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5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7" name="Line 28">
              <a:extLst>
                <a:ext uri="{FF2B5EF4-FFF2-40B4-BE49-F238E27FC236}">
                  <a16:creationId xmlns:a16="http://schemas.microsoft.com/office/drawing/2014/main" id="{F33313F7-38FC-40F8-AAA2-95EE1F148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9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8" name="Line 29">
              <a:extLst>
                <a:ext uri="{FF2B5EF4-FFF2-40B4-BE49-F238E27FC236}">
                  <a16:creationId xmlns:a16="http://schemas.microsoft.com/office/drawing/2014/main" id="{64AECB04-11A4-4346-932A-24BF147C5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3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9" name="Line 30">
              <a:extLst>
                <a:ext uri="{FF2B5EF4-FFF2-40B4-BE49-F238E27FC236}">
                  <a16:creationId xmlns:a16="http://schemas.microsoft.com/office/drawing/2014/main" id="{94276A34-87BA-4BF8-B24D-90DA6F775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7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0" name="Line 31">
              <a:extLst>
                <a:ext uri="{FF2B5EF4-FFF2-40B4-BE49-F238E27FC236}">
                  <a16:creationId xmlns:a16="http://schemas.microsoft.com/office/drawing/2014/main" id="{662C2B8E-6302-4E29-A257-55B00CDE1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21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1" name="Line 32">
              <a:extLst>
                <a:ext uri="{FF2B5EF4-FFF2-40B4-BE49-F238E27FC236}">
                  <a16:creationId xmlns:a16="http://schemas.microsoft.com/office/drawing/2014/main" id="{0B3C9EE1-FFC7-4001-A267-3A4510A46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5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2" name="Line 33">
              <a:extLst>
                <a:ext uri="{FF2B5EF4-FFF2-40B4-BE49-F238E27FC236}">
                  <a16:creationId xmlns:a16="http://schemas.microsoft.com/office/drawing/2014/main" id="{8F7764B1-39AB-41FD-BDA8-EC41726AA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09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3" name="Line 34">
              <a:extLst>
                <a:ext uri="{FF2B5EF4-FFF2-40B4-BE49-F238E27FC236}">
                  <a16:creationId xmlns:a16="http://schemas.microsoft.com/office/drawing/2014/main" id="{9828ECAA-EE1E-4DEC-8D8C-3205CD5D5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53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4" name="Line 35">
              <a:extLst>
                <a:ext uri="{FF2B5EF4-FFF2-40B4-BE49-F238E27FC236}">
                  <a16:creationId xmlns:a16="http://schemas.microsoft.com/office/drawing/2014/main" id="{211232DE-FD65-49CB-B0C4-4CF07B898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8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5" name="Line 36">
              <a:extLst>
                <a:ext uri="{FF2B5EF4-FFF2-40B4-BE49-F238E27FC236}">
                  <a16:creationId xmlns:a16="http://schemas.microsoft.com/office/drawing/2014/main" id="{E88AF56F-D2C1-4BA1-8993-022F5D04E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8" y="593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6" name="Rectangle 37">
              <a:extLst>
                <a:ext uri="{FF2B5EF4-FFF2-40B4-BE49-F238E27FC236}">
                  <a16:creationId xmlns:a16="http://schemas.microsoft.com/office/drawing/2014/main" id="{33ACB828-861A-44C1-83B6-02D1A4D13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57"/>
              <a:ext cx="743" cy="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</p:grpSp>
      <p:sp>
        <p:nvSpPr>
          <p:cNvPr id="45065" name="Rectangle 39">
            <a:extLst>
              <a:ext uri="{FF2B5EF4-FFF2-40B4-BE49-F238E27FC236}">
                <a16:creationId xmlns:a16="http://schemas.microsoft.com/office/drawing/2014/main" id="{FDB1F95F-9164-452D-AF9D-07F4EA0A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944563"/>
            <a:ext cx="1516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flushedLSN</a:t>
            </a:r>
          </a:p>
        </p:txBody>
      </p:sp>
      <p:sp>
        <p:nvSpPr>
          <p:cNvPr id="45066" name="Rectangle 40">
            <a:extLst>
              <a:ext uri="{FF2B5EF4-FFF2-40B4-BE49-F238E27FC236}">
                <a16:creationId xmlns:a16="http://schemas.microsoft.com/office/drawing/2014/main" id="{DE822073-6665-4DBF-84E9-526D58138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158750"/>
            <a:ext cx="4483100" cy="12827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67" name="Rectangle 50">
            <a:extLst>
              <a:ext uri="{FF2B5EF4-FFF2-40B4-BE49-F238E27FC236}">
                <a16:creationId xmlns:a16="http://schemas.microsoft.com/office/drawing/2014/main" id="{5E908EE1-8A3F-4895-82ED-0C0CD937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261" y="2522538"/>
            <a:ext cx="368300" cy="1608705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68" name="Rectangle 51">
            <a:extLst>
              <a:ext uri="{FF2B5EF4-FFF2-40B4-BE49-F238E27FC236}">
                <a16:creationId xmlns:a16="http://schemas.microsoft.com/office/drawing/2014/main" id="{14CC6DAC-67D7-4CD8-8DCB-5829F24B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261" y="4131246"/>
            <a:ext cx="368300" cy="186314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70" name="Line 55">
            <a:extLst>
              <a:ext uri="{FF2B5EF4-FFF2-40B4-BE49-F238E27FC236}">
                <a16:creationId xmlns:a16="http://schemas.microsoft.com/office/drawing/2014/main" id="{C143A6BD-DCC0-49F4-A879-0E96D8ED0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3235" y="4131243"/>
            <a:ext cx="167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5071" name="Line 56">
            <a:extLst>
              <a:ext uri="{FF2B5EF4-FFF2-40B4-BE49-F238E27FC236}">
                <a16:creationId xmlns:a16="http://schemas.microsoft.com/office/drawing/2014/main" id="{5869EDF5-848A-40E8-815F-245B99F2C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8150" y="4618951"/>
            <a:ext cx="2537111" cy="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5072" name="Rectangle 57">
            <a:extLst>
              <a:ext uri="{FF2B5EF4-FFF2-40B4-BE49-F238E27FC236}">
                <a16:creationId xmlns:a16="http://schemas.microsoft.com/office/drawing/2014/main" id="{6A710071-F250-43C7-880A-44EE96CD5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2" y="2419349"/>
            <a:ext cx="16986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Log records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flushed to disk</a:t>
            </a:r>
          </a:p>
        </p:txBody>
      </p:sp>
      <p:sp>
        <p:nvSpPr>
          <p:cNvPr id="45073" name="Rectangle 58">
            <a:extLst>
              <a:ext uri="{FF2B5EF4-FFF2-40B4-BE49-F238E27FC236}">
                <a16:creationId xmlns:a16="http://schemas.microsoft.com/office/drawing/2014/main" id="{020E055C-4DBE-42E7-8C32-9AC1FE963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867" y="4786522"/>
            <a:ext cx="11731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800" dirty="0">
                <a:solidFill>
                  <a:srgbClr val="130C48"/>
                </a:solidFill>
                <a:latin typeface="Helvetica Neue" charset="0"/>
              </a:rPr>
              <a:t>“</a:t>
            </a:r>
            <a:r>
              <a:rPr lang="en-US" altLang="ja-JP" sz="1800" dirty="0">
                <a:solidFill>
                  <a:srgbClr val="130C48"/>
                </a:solidFill>
                <a:latin typeface="Helvetica Neue" charset="0"/>
              </a:rPr>
              <a:t>Log tail</a:t>
            </a:r>
            <a:r>
              <a:rPr lang="ja-JP" altLang="en-US" sz="1800" dirty="0">
                <a:solidFill>
                  <a:srgbClr val="130C48"/>
                </a:solidFill>
                <a:latin typeface="Helvetica Neue" charset="0"/>
              </a:rPr>
              <a:t>”</a:t>
            </a:r>
            <a:endParaRPr lang="en-US" altLang="ja-JP" sz="1800" dirty="0">
              <a:solidFill>
                <a:srgbClr val="130C48"/>
              </a:solidFill>
              <a:latin typeface="Helvetica Neue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  in RAM</a:t>
            </a:r>
          </a:p>
        </p:txBody>
      </p:sp>
      <p:grpSp>
        <p:nvGrpSpPr>
          <p:cNvPr id="45075" name="Group 60">
            <a:extLst>
              <a:ext uri="{FF2B5EF4-FFF2-40B4-BE49-F238E27FC236}">
                <a16:creationId xmlns:a16="http://schemas.microsoft.com/office/drawing/2014/main" id="{BA906141-26AD-48ED-A7F8-F787852BA73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33400"/>
            <a:ext cx="1060450" cy="382588"/>
            <a:chOff x="2740" y="240"/>
            <a:chExt cx="668" cy="241"/>
          </a:xfrm>
        </p:grpSpPr>
        <p:sp>
          <p:nvSpPr>
            <p:cNvPr id="45076" name="Rectangle 61" descr="Medium Wood">
              <a:extLst>
                <a:ext uri="{FF2B5EF4-FFF2-40B4-BE49-F238E27FC236}">
                  <a16:creationId xmlns:a16="http://schemas.microsoft.com/office/drawing/2014/main" id="{E8A91D7B-A5B6-4E57-8E92-ADA273C33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" y="240"/>
              <a:ext cx="532" cy="24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77" name="Oval 62" descr="Oak">
              <a:extLst>
                <a:ext uri="{FF2B5EF4-FFF2-40B4-BE49-F238E27FC236}">
                  <a16:creationId xmlns:a16="http://schemas.microsoft.com/office/drawing/2014/main" id="{C160DEED-0DE5-44D7-B006-123D630F5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" y="244"/>
              <a:ext cx="160" cy="232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78" name="Line 63">
              <a:extLst>
                <a:ext uri="{FF2B5EF4-FFF2-40B4-BE49-F238E27FC236}">
                  <a16:creationId xmlns:a16="http://schemas.microsoft.com/office/drawing/2014/main" id="{6DB9AA49-D109-4D86-9F16-6BE76E98B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240"/>
              <a:ext cx="5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79" name="Line 64">
              <a:extLst>
                <a:ext uri="{FF2B5EF4-FFF2-40B4-BE49-F238E27FC236}">
                  <a16:creationId xmlns:a16="http://schemas.microsoft.com/office/drawing/2014/main" id="{684050AC-EEF1-4B0E-A6CD-F1E91A5A6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480"/>
              <a:ext cx="5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0" name="Arc 65" descr="Medium Wood">
              <a:extLst>
                <a:ext uri="{FF2B5EF4-FFF2-40B4-BE49-F238E27FC236}">
                  <a16:creationId xmlns:a16="http://schemas.microsoft.com/office/drawing/2014/main" id="{E8F25D1B-115C-460B-B49E-EEEB85E8D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41"/>
              <a:ext cx="56" cy="240"/>
            </a:xfrm>
            <a:custGeom>
              <a:avLst/>
              <a:gdLst>
                <a:gd name="T0" fmla="*/ 0 w 21600"/>
                <a:gd name="T1" fmla="*/ 0 h 43186"/>
                <a:gd name="T2" fmla="*/ 0 w 21600"/>
                <a:gd name="T3" fmla="*/ 0 h 43186"/>
                <a:gd name="T4" fmla="*/ 0 w 21600"/>
                <a:gd name="T5" fmla="*/ 0 h 431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6"/>
                <a:gd name="T11" fmla="*/ 21600 w 21600"/>
                <a:gd name="T12" fmla="*/ 43186 h 43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6" fill="none" extrusionOk="0">
                  <a:moveTo>
                    <a:pt x="771" y="-1"/>
                  </a:moveTo>
                  <a:cubicBezTo>
                    <a:pt x="12392" y="414"/>
                    <a:pt x="21600" y="9956"/>
                    <a:pt x="21600" y="21586"/>
                  </a:cubicBezTo>
                  <a:cubicBezTo>
                    <a:pt x="21600" y="33515"/>
                    <a:pt x="11929" y="43185"/>
                    <a:pt x="0" y="43186"/>
                  </a:cubicBezTo>
                </a:path>
                <a:path w="21600" h="43186" stroke="0" extrusionOk="0">
                  <a:moveTo>
                    <a:pt x="771" y="-1"/>
                  </a:moveTo>
                  <a:cubicBezTo>
                    <a:pt x="12392" y="414"/>
                    <a:pt x="21600" y="9956"/>
                    <a:pt x="21600" y="21586"/>
                  </a:cubicBezTo>
                  <a:cubicBezTo>
                    <a:pt x="21600" y="33515"/>
                    <a:pt x="11929" y="43185"/>
                    <a:pt x="0" y="43186"/>
                  </a:cubicBezTo>
                  <a:lnTo>
                    <a:pt x="0" y="21586"/>
                  </a:lnTo>
                  <a:lnTo>
                    <a:pt x="771" y="-1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2700" cap="rnd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1" name="Oval 66">
              <a:extLst>
                <a:ext uri="{FF2B5EF4-FFF2-40B4-BE49-F238E27FC236}">
                  <a16:creationId xmlns:a16="http://schemas.microsoft.com/office/drawing/2014/main" id="{C096FC23-854C-405A-997E-843C80CD7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278"/>
              <a:ext cx="104" cy="16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2" name="Oval 67">
              <a:extLst>
                <a:ext uri="{FF2B5EF4-FFF2-40B4-BE49-F238E27FC236}">
                  <a16:creationId xmlns:a16="http://schemas.microsoft.com/office/drawing/2014/main" id="{E48E3599-204C-44AD-8CFF-B043A9BCB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" y="312"/>
              <a:ext cx="48" cy="96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</p:grpSp>
      <p:sp>
        <p:nvSpPr>
          <p:cNvPr id="58" name="Rectangle 58">
            <a:extLst>
              <a:ext uri="{FF2B5EF4-FFF2-40B4-BE49-F238E27FC236}">
                <a16:creationId xmlns:a16="http://schemas.microsoft.com/office/drawing/2014/main" id="{65768B2E-7B1A-46AD-ABCF-4E668DC70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65" y="3648791"/>
            <a:ext cx="1834819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ja-JP" sz="1800" dirty="0">
                <a:solidFill>
                  <a:schemeClr val="accent2"/>
                </a:solidFill>
                <a:latin typeface="Helvetica Neue" charset="0"/>
              </a:rPr>
              <a:t>Cannot</a:t>
            </a:r>
            <a:r>
              <a:rPr lang="en-AU" altLang="ja-JP" sz="1800" dirty="0">
                <a:latin typeface="Helvetica Neue" charset="0"/>
              </a:rPr>
              <a:t> write the page to disk at this moment</a:t>
            </a:r>
            <a:endParaRPr lang="en-US" altLang="en-US" sz="1800" dirty="0">
              <a:latin typeface="Helvetica Neue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AD16153B-6A87-42CC-ABBA-9E767DB2B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0566" y="4350382"/>
            <a:ext cx="1686359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pageLSN</a:t>
            </a:r>
            <a:endParaRPr lang="en-US" altLang="en-US" dirty="0">
              <a:solidFill>
                <a:srgbClr val="130C48"/>
              </a:solidFill>
              <a:latin typeface="Helvetica Neue" charset="0"/>
            </a:endParaRPr>
          </a:p>
        </p:txBody>
      </p:sp>
      <p:sp>
        <p:nvSpPr>
          <p:cNvPr id="60" name="Rectangle 57">
            <a:extLst>
              <a:ext uri="{FF2B5EF4-FFF2-40B4-BE49-F238E27FC236}">
                <a16:creationId xmlns:a16="http://schemas.microsoft.com/office/drawing/2014/main" id="{DD99DF20-1D47-43F1-8751-9717B56B4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750" y="2161086"/>
            <a:ext cx="763655" cy="3970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LSNs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20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30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40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404305682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7C09C963-BFE9-40B2-B570-2ED84E11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58" name="Rectangle 4">
            <a:extLst>
              <a:ext uri="{FF2B5EF4-FFF2-40B4-BE49-F238E27FC236}">
                <a16:creationId xmlns:a16="http://schemas.microsoft.com/office/drawing/2014/main" id="{D0D003D7-2591-43B3-9E4B-F8282BB77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WAL &amp; the Log</a:t>
            </a:r>
          </a:p>
        </p:txBody>
      </p:sp>
      <p:sp>
        <p:nvSpPr>
          <p:cNvPr id="45059" name="Rectangle 5">
            <a:extLst>
              <a:ext uri="{FF2B5EF4-FFF2-40B4-BE49-F238E27FC236}">
                <a16:creationId xmlns:a16="http://schemas.microsoft.com/office/drawing/2014/main" id="{574E52FD-7F24-4B53-A314-384E2500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15882" y="5089336"/>
            <a:ext cx="2060141" cy="585788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flushedLSN</a:t>
            </a:r>
            <a:endParaRPr lang="en-US" altLang="en-US" dirty="0">
              <a:solidFill>
                <a:srgbClr val="130C48"/>
              </a:solidFill>
              <a:latin typeface="Helvetica Neue" charset="0"/>
            </a:endParaRPr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1AE60286-BC57-4920-B199-9168B74C0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944563"/>
            <a:ext cx="83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LSNs</a:t>
            </a:r>
          </a:p>
        </p:txBody>
      </p:sp>
      <p:grpSp>
        <p:nvGrpSpPr>
          <p:cNvPr id="45061" name="Group 13">
            <a:extLst>
              <a:ext uri="{FF2B5EF4-FFF2-40B4-BE49-F238E27FC236}">
                <a16:creationId xmlns:a16="http://schemas.microsoft.com/office/drawing/2014/main" id="{41E95FB3-0937-4D49-900A-BB8AF6291947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34950"/>
            <a:ext cx="611188" cy="755650"/>
            <a:chOff x="3840" y="148"/>
            <a:chExt cx="385" cy="476"/>
          </a:xfrm>
        </p:grpSpPr>
        <p:grpSp>
          <p:nvGrpSpPr>
            <p:cNvPr id="45107" name="Group 11">
              <a:extLst>
                <a:ext uri="{FF2B5EF4-FFF2-40B4-BE49-F238E27FC236}">
                  <a16:creationId xmlns:a16="http://schemas.microsoft.com/office/drawing/2014/main" id="{B7E3327C-082C-4956-9B05-3E5B2246F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148"/>
              <a:ext cx="385" cy="476"/>
              <a:chOff x="3840" y="148"/>
              <a:chExt cx="385" cy="476"/>
            </a:xfrm>
          </p:grpSpPr>
          <p:sp>
            <p:nvSpPr>
              <p:cNvPr id="45109" name="Oval 7">
                <a:extLst>
                  <a:ext uri="{FF2B5EF4-FFF2-40B4-BE49-F238E27FC236}">
                    <a16:creationId xmlns:a16="http://schemas.microsoft.com/office/drawing/2014/main" id="{C7A3975E-F4A9-469E-B569-915B7735F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148"/>
                <a:ext cx="376" cy="72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  <a:latin typeface="Helvetica Neue" charset="0"/>
                </a:endParaRPr>
              </a:p>
            </p:txBody>
          </p:sp>
          <p:sp>
            <p:nvSpPr>
              <p:cNvPr id="45110" name="Line 8">
                <a:extLst>
                  <a:ext uri="{FF2B5EF4-FFF2-40B4-BE49-F238E27FC236}">
                    <a16:creationId xmlns:a16="http://schemas.microsoft.com/office/drawing/2014/main" id="{F01E1164-2F73-4CCE-99C3-706BBD67C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84"/>
                <a:ext cx="0" cy="3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5111" name="Line 9">
                <a:extLst>
                  <a:ext uri="{FF2B5EF4-FFF2-40B4-BE49-F238E27FC236}">
                    <a16:creationId xmlns:a16="http://schemas.microsoft.com/office/drawing/2014/main" id="{28C43E9C-6C83-46C6-AAF6-977E37826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84"/>
                <a:ext cx="0" cy="36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5112" name="Arc 10">
                <a:extLst>
                  <a:ext uri="{FF2B5EF4-FFF2-40B4-BE49-F238E27FC236}">
                    <a16:creationId xmlns:a16="http://schemas.microsoft.com/office/drawing/2014/main" id="{244089BC-6467-4421-8FBC-2D99975B8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544"/>
                <a:ext cx="384" cy="80"/>
              </a:xfrm>
              <a:custGeom>
                <a:avLst/>
                <a:gdLst>
                  <a:gd name="T0" fmla="*/ 0 w 43198"/>
                  <a:gd name="T1" fmla="*/ 0 h 21600"/>
                  <a:gd name="T2" fmla="*/ 0 w 43198"/>
                  <a:gd name="T3" fmla="*/ 0 h 21600"/>
                  <a:gd name="T4" fmla="*/ 0 w 431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8"/>
                  <a:gd name="T10" fmla="*/ 0 h 21600"/>
                  <a:gd name="T11" fmla="*/ 43198 w 431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8" h="21600" fill="none" extrusionOk="0">
                    <a:moveTo>
                      <a:pt x="43198" y="0"/>
                    </a:moveTo>
                    <a:cubicBezTo>
                      <a:pt x="43198" y="11929"/>
                      <a:pt x="33527" y="21600"/>
                      <a:pt x="21598" y="21600"/>
                    </a:cubicBezTo>
                    <a:cubicBezTo>
                      <a:pt x="9773" y="21600"/>
                      <a:pt x="147" y="12093"/>
                      <a:pt x="-1" y="270"/>
                    </a:cubicBezTo>
                  </a:path>
                  <a:path w="43198" h="21600" stroke="0" extrusionOk="0">
                    <a:moveTo>
                      <a:pt x="43198" y="0"/>
                    </a:moveTo>
                    <a:cubicBezTo>
                      <a:pt x="43198" y="11929"/>
                      <a:pt x="33527" y="21600"/>
                      <a:pt x="21598" y="21600"/>
                    </a:cubicBezTo>
                    <a:cubicBezTo>
                      <a:pt x="9773" y="21600"/>
                      <a:pt x="147" y="12093"/>
                      <a:pt x="-1" y="270"/>
                    </a:cubicBezTo>
                    <a:lnTo>
                      <a:pt x="21598" y="0"/>
                    </a:lnTo>
                    <a:lnTo>
                      <a:pt x="43198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45108" name="Rectangle 12">
              <a:extLst>
                <a:ext uri="{FF2B5EF4-FFF2-40B4-BE49-F238E27FC236}">
                  <a16:creationId xmlns:a16="http://schemas.microsoft.com/office/drawing/2014/main" id="{BFBD0DED-217D-49A7-A05A-12874888F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6" y="285"/>
              <a:ext cx="3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 Neue" charset="0"/>
                </a:rPr>
                <a:t>DB</a:t>
              </a:r>
            </a:p>
          </p:txBody>
        </p:sp>
      </p:grpSp>
      <p:sp>
        <p:nvSpPr>
          <p:cNvPr id="45062" name="Rectangle 14">
            <a:extLst>
              <a:ext uri="{FF2B5EF4-FFF2-40B4-BE49-F238E27FC236}">
                <a16:creationId xmlns:a16="http://schemas.microsoft.com/office/drawing/2014/main" id="{E1716B7F-7E1D-4056-906B-48CB2A335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650" y="944563"/>
            <a:ext cx="1382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pageLSNs</a:t>
            </a:r>
          </a:p>
        </p:txBody>
      </p:sp>
      <p:sp>
        <p:nvSpPr>
          <p:cNvPr id="45063" name="Rectangle 15">
            <a:extLst>
              <a:ext uri="{FF2B5EF4-FFF2-40B4-BE49-F238E27FC236}">
                <a16:creationId xmlns:a16="http://schemas.microsoft.com/office/drawing/2014/main" id="{90103D42-DECF-436C-8DE3-EE8FF1B23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3" y="492125"/>
            <a:ext cx="779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Helvetica Neue" charset="0"/>
              </a:rPr>
              <a:t>RAM</a:t>
            </a:r>
          </a:p>
        </p:txBody>
      </p:sp>
      <p:grpSp>
        <p:nvGrpSpPr>
          <p:cNvPr id="45064" name="Group 38">
            <a:extLst>
              <a:ext uri="{FF2B5EF4-FFF2-40B4-BE49-F238E27FC236}">
                <a16:creationId xmlns:a16="http://schemas.microsoft.com/office/drawing/2014/main" id="{9A374E28-F5D6-4866-BFA7-719CAA79F656}"/>
              </a:ext>
            </a:extLst>
          </p:cNvPr>
          <p:cNvGrpSpPr>
            <a:grpSpLocks/>
          </p:cNvGrpSpPr>
          <p:nvPr/>
        </p:nvGrpSpPr>
        <p:grpSpPr bwMode="auto">
          <a:xfrm>
            <a:off x="7466013" y="304800"/>
            <a:ext cx="1296987" cy="685800"/>
            <a:chOff x="4703" y="192"/>
            <a:chExt cx="817" cy="432"/>
          </a:xfrm>
        </p:grpSpPr>
        <p:sp>
          <p:nvSpPr>
            <p:cNvPr id="45085" name="Rectangle 16">
              <a:extLst>
                <a:ext uri="{FF2B5EF4-FFF2-40B4-BE49-F238E27FC236}">
                  <a16:creationId xmlns:a16="http://schemas.microsoft.com/office/drawing/2014/main" id="{541BF9CE-DA0D-4E6F-B9ED-5F48B6C30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227"/>
              <a:ext cx="787" cy="393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6" name="Line 17">
              <a:extLst>
                <a:ext uri="{FF2B5EF4-FFF2-40B4-BE49-F238E27FC236}">
                  <a16:creationId xmlns:a16="http://schemas.microsoft.com/office/drawing/2014/main" id="{69007383-E151-4D99-AE78-CA4E7EBB0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3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7" name="Line 18">
              <a:extLst>
                <a:ext uri="{FF2B5EF4-FFF2-40B4-BE49-F238E27FC236}">
                  <a16:creationId xmlns:a16="http://schemas.microsoft.com/office/drawing/2014/main" id="{9646A041-BBAA-415C-9F27-94D6F866E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7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8" name="Line 19">
              <a:extLst>
                <a:ext uri="{FF2B5EF4-FFF2-40B4-BE49-F238E27FC236}">
                  <a16:creationId xmlns:a16="http://schemas.microsoft.com/office/drawing/2014/main" id="{374630CF-7212-4DC8-8BBD-9333C5243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1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9" name="Line 20">
              <a:extLst>
                <a:ext uri="{FF2B5EF4-FFF2-40B4-BE49-F238E27FC236}">
                  <a16:creationId xmlns:a16="http://schemas.microsoft.com/office/drawing/2014/main" id="{9BDD4AE8-A67C-4C11-8B16-6711EF10D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5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0" name="Line 21">
              <a:extLst>
                <a:ext uri="{FF2B5EF4-FFF2-40B4-BE49-F238E27FC236}">
                  <a16:creationId xmlns:a16="http://schemas.microsoft.com/office/drawing/2014/main" id="{F2F94C60-28BB-412D-B532-EF39A0A34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9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1" name="Line 22">
              <a:extLst>
                <a:ext uri="{FF2B5EF4-FFF2-40B4-BE49-F238E27FC236}">
                  <a16:creationId xmlns:a16="http://schemas.microsoft.com/office/drawing/2014/main" id="{11188BA1-449E-4DEA-941D-63C24E04C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3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2" name="Line 23">
              <a:extLst>
                <a:ext uri="{FF2B5EF4-FFF2-40B4-BE49-F238E27FC236}">
                  <a16:creationId xmlns:a16="http://schemas.microsoft.com/office/drawing/2014/main" id="{E9F3EB36-41FD-4797-9D95-5DC3AE827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8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3" name="Line 24">
              <a:extLst>
                <a:ext uri="{FF2B5EF4-FFF2-40B4-BE49-F238E27FC236}">
                  <a16:creationId xmlns:a16="http://schemas.microsoft.com/office/drawing/2014/main" id="{C6AF0DF2-2D84-47C5-841F-E9935667B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2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4" name="Line 25">
              <a:extLst>
                <a:ext uri="{FF2B5EF4-FFF2-40B4-BE49-F238E27FC236}">
                  <a16:creationId xmlns:a16="http://schemas.microsoft.com/office/drawing/2014/main" id="{37DA6559-CB00-4C2E-B902-D7713908D0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57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5" name="Line 26">
              <a:extLst>
                <a:ext uri="{FF2B5EF4-FFF2-40B4-BE49-F238E27FC236}">
                  <a16:creationId xmlns:a16="http://schemas.microsoft.com/office/drawing/2014/main" id="{DFA7509F-F8C8-42E6-8872-5E7ACBAD2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1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6" name="Line 27">
              <a:extLst>
                <a:ext uri="{FF2B5EF4-FFF2-40B4-BE49-F238E27FC236}">
                  <a16:creationId xmlns:a16="http://schemas.microsoft.com/office/drawing/2014/main" id="{4876C99E-E003-4BD0-B456-D6EBFBAF8C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5" y="192"/>
              <a:ext cx="21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7" name="Line 28">
              <a:extLst>
                <a:ext uri="{FF2B5EF4-FFF2-40B4-BE49-F238E27FC236}">
                  <a16:creationId xmlns:a16="http://schemas.microsoft.com/office/drawing/2014/main" id="{F33313F7-38FC-40F8-AAA2-95EE1F148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9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8" name="Line 29">
              <a:extLst>
                <a:ext uri="{FF2B5EF4-FFF2-40B4-BE49-F238E27FC236}">
                  <a16:creationId xmlns:a16="http://schemas.microsoft.com/office/drawing/2014/main" id="{64AECB04-11A4-4346-932A-24BF147C5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3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99" name="Line 30">
              <a:extLst>
                <a:ext uri="{FF2B5EF4-FFF2-40B4-BE49-F238E27FC236}">
                  <a16:creationId xmlns:a16="http://schemas.microsoft.com/office/drawing/2014/main" id="{94276A34-87BA-4BF8-B24D-90DA6F775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7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0" name="Line 31">
              <a:extLst>
                <a:ext uri="{FF2B5EF4-FFF2-40B4-BE49-F238E27FC236}">
                  <a16:creationId xmlns:a16="http://schemas.microsoft.com/office/drawing/2014/main" id="{662C2B8E-6302-4E29-A257-55B00CDE1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21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1" name="Line 32">
              <a:extLst>
                <a:ext uri="{FF2B5EF4-FFF2-40B4-BE49-F238E27FC236}">
                  <a16:creationId xmlns:a16="http://schemas.microsoft.com/office/drawing/2014/main" id="{0B3C9EE1-FFC7-4001-A267-3A4510A46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65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2" name="Line 33">
              <a:extLst>
                <a:ext uri="{FF2B5EF4-FFF2-40B4-BE49-F238E27FC236}">
                  <a16:creationId xmlns:a16="http://schemas.microsoft.com/office/drawing/2014/main" id="{8F7764B1-39AB-41FD-BDA8-EC41726AA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09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3" name="Line 34">
              <a:extLst>
                <a:ext uri="{FF2B5EF4-FFF2-40B4-BE49-F238E27FC236}">
                  <a16:creationId xmlns:a16="http://schemas.microsoft.com/office/drawing/2014/main" id="{9828ECAA-EE1E-4DEC-8D8C-3205CD5D5A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53" y="192"/>
              <a:ext cx="23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4" name="Line 35">
              <a:extLst>
                <a:ext uri="{FF2B5EF4-FFF2-40B4-BE49-F238E27FC236}">
                  <a16:creationId xmlns:a16="http://schemas.microsoft.com/office/drawing/2014/main" id="{211232DE-FD65-49CB-B0C4-4CF07B898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8" y="192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5" name="Line 36">
              <a:extLst>
                <a:ext uri="{FF2B5EF4-FFF2-40B4-BE49-F238E27FC236}">
                  <a16:creationId xmlns:a16="http://schemas.microsoft.com/office/drawing/2014/main" id="{E88AF56F-D2C1-4BA1-8993-022F5D04E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98" y="593"/>
              <a:ext cx="22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106" name="Rectangle 37">
              <a:extLst>
                <a:ext uri="{FF2B5EF4-FFF2-40B4-BE49-F238E27FC236}">
                  <a16:creationId xmlns:a16="http://schemas.microsoft.com/office/drawing/2014/main" id="{33ACB828-861A-44C1-83B6-02D1A4D13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57"/>
              <a:ext cx="743" cy="332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</p:grpSp>
      <p:sp>
        <p:nvSpPr>
          <p:cNvPr id="45065" name="Rectangle 39">
            <a:extLst>
              <a:ext uri="{FF2B5EF4-FFF2-40B4-BE49-F238E27FC236}">
                <a16:creationId xmlns:a16="http://schemas.microsoft.com/office/drawing/2014/main" id="{FDB1F95F-9164-452D-AF9D-07F4EA0A9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944563"/>
            <a:ext cx="1516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130C48"/>
                </a:solidFill>
                <a:latin typeface="Helvetica Neue" charset="0"/>
              </a:rPr>
              <a:t>flushedLSN</a:t>
            </a:r>
          </a:p>
        </p:txBody>
      </p:sp>
      <p:sp>
        <p:nvSpPr>
          <p:cNvPr id="45066" name="Rectangle 40">
            <a:extLst>
              <a:ext uri="{FF2B5EF4-FFF2-40B4-BE49-F238E27FC236}">
                <a16:creationId xmlns:a16="http://schemas.microsoft.com/office/drawing/2014/main" id="{DE822073-6665-4DBF-84E9-526D58138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158750"/>
            <a:ext cx="4483100" cy="12827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67" name="Rectangle 50">
            <a:extLst>
              <a:ext uri="{FF2B5EF4-FFF2-40B4-BE49-F238E27FC236}">
                <a16:creationId xmlns:a16="http://schemas.microsoft.com/office/drawing/2014/main" id="{5E908EE1-8A3F-4895-82ED-0C0CD937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261" y="2522538"/>
            <a:ext cx="368300" cy="2824151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68" name="Rectangle 51">
            <a:extLst>
              <a:ext uri="{FF2B5EF4-FFF2-40B4-BE49-F238E27FC236}">
                <a16:creationId xmlns:a16="http://schemas.microsoft.com/office/drawing/2014/main" id="{14CC6DAC-67D7-4CD8-8DCB-5829F24BB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261" y="5346689"/>
            <a:ext cx="368300" cy="6477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5070" name="Line 55">
            <a:extLst>
              <a:ext uri="{FF2B5EF4-FFF2-40B4-BE49-F238E27FC236}">
                <a16:creationId xmlns:a16="http://schemas.microsoft.com/office/drawing/2014/main" id="{C143A6BD-DCC0-49F4-A879-0E96D8ED0F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6125" y="5382230"/>
            <a:ext cx="1676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5071" name="Line 56">
            <a:extLst>
              <a:ext uri="{FF2B5EF4-FFF2-40B4-BE49-F238E27FC236}">
                <a16:creationId xmlns:a16="http://schemas.microsoft.com/office/drawing/2014/main" id="{5869EDF5-848A-40E8-815F-245B99F2C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8150" y="4618948"/>
            <a:ext cx="2537111" cy="3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5072" name="Rectangle 57">
            <a:extLst>
              <a:ext uri="{FF2B5EF4-FFF2-40B4-BE49-F238E27FC236}">
                <a16:creationId xmlns:a16="http://schemas.microsoft.com/office/drawing/2014/main" id="{6A710071-F250-43C7-880A-44EE96CD5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2" y="2419349"/>
            <a:ext cx="16986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Log records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flushed to disk</a:t>
            </a:r>
          </a:p>
        </p:txBody>
      </p:sp>
      <p:sp>
        <p:nvSpPr>
          <p:cNvPr id="45073" name="Rectangle 58">
            <a:extLst>
              <a:ext uri="{FF2B5EF4-FFF2-40B4-BE49-F238E27FC236}">
                <a16:creationId xmlns:a16="http://schemas.microsoft.com/office/drawing/2014/main" id="{020E055C-4DBE-42E7-8C32-9AC1FE963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5488662"/>
            <a:ext cx="11731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800" dirty="0">
                <a:solidFill>
                  <a:srgbClr val="130C48"/>
                </a:solidFill>
                <a:latin typeface="Helvetica Neue" charset="0"/>
              </a:rPr>
              <a:t>“</a:t>
            </a:r>
            <a:r>
              <a:rPr lang="en-US" altLang="ja-JP" sz="1800" dirty="0">
                <a:solidFill>
                  <a:srgbClr val="130C48"/>
                </a:solidFill>
                <a:latin typeface="Helvetica Neue" charset="0"/>
              </a:rPr>
              <a:t>Log tail</a:t>
            </a:r>
            <a:r>
              <a:rPr lang="ja-JP" altLang="en-US" sz="1800" dirty="0">
                <a:solidFill>
                  <a:srgbClr val="130C48"/>
                </a:solidFill>
                <a:latin typeface="Helvetica Neue" charset="0"/>
              </a:rPr>
              <a:t>”</a:t>
            </a:r>
            <a:endParaRPr lang="en-US" altLang="ja-JP" sz="1800" dirty="0">
              <a:solidFill>
                <a:srgbClr val="130C48"/>
              </a:solidFill>
              <a:latin typeface="Helvetica Neue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  in RAM</a:t>
            </a:r>
          </a:p>
        </p:txBody>
      </p:sp>
      <p:grpSp>
        <p:nvGrpSpPr>
          <p:cNvPr id="45075" name="Group 60">
            <a:extLst>
              <a:ext uri="{FF2B5EF4-FFF2-40B4-BE49-F238E27FC236}">
                <a16:creationId xmlns:a16="http://schemas.microsoft.com/office/drawing/2014/main" id="{BA906141-26AD-48ED-A7F8-F787852BA73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33400"/>
            <a:ext cx="1060450" cy="382588"/>
            <a:chOff x="2740" y="240"/>
            <a:chExt cx="668" cy="241"/>
          </a:xfrm>
        </p:grpSpPr>
        <p:sp>
          <p:nvSpPr>
            <p:cNvPr id="45076" name="Rectangle 61" descr="Medium Wood">
              <a:extLst>
                <a:ext uri="{FF2B5EF4-FFF2-40B4-BE49-F238E27FC236}">
                  <a16:creationId xmlns:a16="http://schemas.microsoft.com/office/drawing/2014/main" id="{E8A91D7B-A5B6-4E57-8E92-ADA273C33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" y="240"/>
              <a:ext cx="532" cy="24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77" name="Oval 62" descr="Oak">
              <a:extLst>
                <a:ext uri="{FF2B5EF4-FFF2-40B4-BE49-F238E27FC236}">
                  <a16:creationId xmlns:a16="http://schemas.microsoft.com/office/drawing/2014/main" id="{C160DEED-0DE5-44D7-B006-123D630F5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0" y="244"/>
              <a:ext cx="160" cy="232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78" name="Line 63">
              <a:extLst>
                <a:ext uri="{FF2B5EF4-FFF2-40B4-BE49-F238E27FC236}">
                  <a16:creationId xmlns:a16="http://schemas.microsoft.com/office/drawing/2014/main" id="{6DB9AA49-D109-4D86-9F16-6BE76E98B6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240"/>
              <a:ext cx="5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79" name="Line 64">
              <a:extLst>
                <a:ext uri="{FF2B5EF4-FFF2-40B4-BE49-F238E27FC236}">
                  <a16:creationId xmlns:a16="http://schemas.microsoft.com/office/drawing/2014/main" id="{684050AC-EEF1-4B0E-A6CD-F1E91A5A6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480"/>
              <a:ext cx="5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0" name="Arc 65" descr="Medium Wood">
              <a:extLst>
                <a:ext uri="{FF2B5EF4-FFF2-40B4-BE49-F238E27FC236}">
                  <a16:creationId xmlns:a16="http://schemas.microsoft.com/office/drawing/2014/main" id="{E8F25D1B-115C-460B-B49E-EEEB85E8D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241"/>
              <a:ext cx="56" cy="240"/>
            </a:xfrm>
            <a:custGeom>
              <a:avLst/>
              <a:gdLst>
                <a:gd name="T0" fmla="*/ 0 w 21600"/>
                <a:gd name="T1" fmla="*/ 0 h 43186"/>
                <a:gd name="T2" fmla="*/ 0 w 21600"/>
                <a:gd name="T3" fmla="*/ 0 h 43186"/>
                <a:gd name="T4" fmla="*/ 0 w 21600"/>
                <a:gd name="T5" fmla="*/ 0 h 431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6"/>
                <a:gd name="T11" fmla="*/ 21600 w 21600"/>
                <a:gd name="T12" fmla="*/ 43186 h 431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6" fill="none" extrusionOk="0">
                  <a:moveTo>
                    <a:pt x="771" y="-1"/>
                  </a:moveTo>
                  <a:cubicBezTo>
                    <a:pt x="12392" y="414"/>
                    <a:pt x="21600" y="9956"/>
                    <a:pt x="21600" y="21586"/>
                  </a:cubicBezTo>
                  <a:cubicBezTo>
                    <a:pt x="21600" y="33515"/>
                    <a:pt x="11929" y="43185"/>
                    <a:pt x="0" y="43186"/>
                  </a:cubicBezTo>
                </a:path>
                <a:path w="21600" h="43186" stroke="0" extrusionOk="0">
                  <a:moveTo>
                    <a:pt x="771" y="-1"/>
                  </a:moveTo>
                  <a:cubicBezTo>
                    <a:pt x="12392" y="414"/>
                    <a:pt x="21600" y="9956"/>
                    <a:pt x="21600" y="21586"/>
                  </a:cubicBezTo>
                  <a:cubicBezTo>
                    <a:pt x="21600" y="33515"/>
                    <a:pt x="11929" y="43185"/>
                    <a:pt x="0" y="43186"/>
                  </a:cubicBezTo>
                  <a:lnTo>
                    <a:pt x="0" y="21586"/>
                  </a:lnTo>
                  <a:lnTo>
                    <a:pt x="771" y="-1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2700" cap="rnd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5081" name="Oval 66">
              <a:extLst>
                <a:ext uri="{FF2B5EF4-FFF2-40B4-BE49-F238E27FC236}">
                  <a16:creationId xmlns:a16="http://schemas.microsoft.com/office/drawing/2014/main" id="{C096FC23-854C-405A-997E-843C80CD7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278"/>
              <a:ext cx="104" cy="16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  <p:sp>
          <p:nvSpPr>
            <p:cNvPr id="45082" name="Oval 67">
              <a:extLst>
                <a:ext uri="{FF2B5EF4-FFF2-40B4-BE49-F238E27FC236}">
                  <a16:creationId xmlns:a16="http://schemas.microsoft.com/office/drawing/2014/main" id="{E48E3599-204C-44AD-8CFF-B043A9BCB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" y="312"/>
              <a:ext cx="48" cy="96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  <a:latin typeface="Helvetica Neue" charset="0"/>
              </a:endParaRPr>
            </a:p>
          </p:txBody>
        </p:sp>
      </p:grpSp>
      <p:sp>
        <p:nvSpPr>
          <p:cNvPr id="58" name="Rectangle 58">
            <a:extLst>
              <a:ext uri="{FF2B5EF4-FFF2-40B4-BE49-F238E27FC236}">
                <a16:creationId xmlns:a16="http://schemas.microsoft.com/office/drawing/2014/main" id="{65768B2E-7B1A-46AD-ABCF-4E668DC70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365" y="3648791"/>
            <a:ext cx="1834819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ja-JP" sz="1800" dirty="0">
                <a:solidFill>
                  <a:schemeClr val="accent2"/>
                </a:solidFill>
                <a:latin typeface="Helvetica Neue" charset="0"/>
              </a:rPr>
              <a:t>Can</a:t>
            </a:r>
            <a:r>
              <a:rPr lang="en-AU" altLang="ja-JP" sz="1800" dirty="0">
                <a:latin typeface="Helvetica Neue" charset="0"/>
              </a:rPr>
              <a:t> write the page to disk at this moment</a:t>
            </a:r>
            <a:endParaRPr lang="en-US" altLang="en-US" sz="1800" dirty="0">
              <a:latin typeface="Helvetica Neue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AD16153B-6A87-42CC-ABBA-9E767DB2B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0566" y="4350382"/>
            <a:ext cx="1686359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>
                <a:solidFill>
                  <a:srgbClr val="130C48"/>
                </a:solidFill>
                <a:latin typeface="Helvetica Neue" charset="0"/>
              </a:rPr>
              <a:t>pageLSN</a:t>
            </a:r>
            <a:endParaRPr lang="en-US" altLang="en-US" dirty="0">
              <a:solidFill>
                <a:srgbClr val="130C48"/>
              </a:solidFill>
              <a:latin typeface="Helvetica Neue" charset="0"/>
            </a:endParaRPr>
          </a:p>
        </p:txBody>
      </p:sp>
      <p:sp>
        <p:nvSpPr>
          <p:cNvPr id="60" name="Rectangle 57">
            <a:extLst>
              <a:ext uri="{FF2B5EF4-FFF2-40B4-BE49-F238E27FC236}">
                <a16:creationId xmlns:a16="http://schemas.microsoft.com/office/drawing/2014/main" id="{DD99DF20-1D47-43F1-8751-9717B56B4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750" y="2161086"/>
            <a:ext cx="763655" cy="3970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LSNs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20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30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40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.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130C48"/>
                </a:solidFill>
                <a:latin typeface="Helvetica Neue" charset="0"/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89106011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B02BDA9A-BBDB-44FF-B075-6C7828BC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4BC8BF46-94DC-4E7B-849B-8183ECD0E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7107" name="Rectangle 4">
            <a:extLst>
              <a:ext uri="{FF2B5EF4-FFF2-40B4-BE49-F238E27FC236}">
                <a16:creationId xmlns:a16="http://schemas.microsoft.com/office/drawing/2014/main" id="{94F0C8F6-B954-4B70-A3C8-6B921EBB1C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Log Records</a:t>
            </a:r>
          </a:p>
        </p:txBody>
      </p:sp>
      <p:sp>
        <p:nvSpPr>
          <p:cNvPr id="47108" name="Rectangle 5">
            <a:extLst>
              <a:ext uri="{FF2B5EF4-FFF2-40B4-BE49-F238E27FC236}">
                <a16:creationId xmlns:a16="http://schemas.microsoft.com/office/drawing/2014/main" id="{CFE458A1-9FD0-48F3-B59B-6B6F00A44C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0" y="1524000"/>
            <a:ext cx="4570413" cy="4381500"/>
          </a:xfrm>
          <a:noFill/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>
                <a:solidFill>
                  <a:srgbClr val="2203DF"/>
                </a:solidFill>
                <a:latin typeface="Helvetica Neue" charset="0"/>
              </a:rPr>
              <a:t>Possible log record types:</a:t>
            </a:r>
          </a:p>
          <a:p>
            <a:r>
              <a:rPr lang="en-US" altLang="en-US">
                <a:solidFill>
                  <a:srgbClr val="2203DF"/>
                </a:solidFill>
                <a:latin typeface="Helvetica Neue" charset="0"/>
              </a:rPr>
              <a:t>Update</a:t>
            </a:r>
          </a:p>
          <a:p>
            <a:r>
              <a:rPr lang="en-US" altLang="en-US">
                <a:solidFill>
                  <a:srgbClr val="2203DF"/>
                </a:solidFill>
                <a:latin typeface="Helvetica Neue" charset="0"/>
              </a:rPr>
              <a:t>Commit</a:t>
            </a:r>
          </a:p>
          <a:p>
            <a:r>
              <a:rPr lang="en-US" altLang="en-US">
                <a:solidFill>
                  <a:srgbClr val="2203DF"/>
                </a:solidFill>
                <a:latin typeface="Helvetica Neue" charset="0"/>
              </a:rPr>
              <a:t>Abort</a:t>
            </a:r>
          </a:p>
          <a:p>
            <a:r>
              <a:rPr lang="en-US" altLang="en-US">
                <a:solidFill>
                  <a:srgbClr val="2203DF"/>
                </a:solidFill>
                <a:latin typeface="Helvetica Neue" charset="0"/>
              </a:rPr>
              <a:t>End (signifies end of commit or abort)</a:t>
            </a:r>
          </a:p>
          <a:p>
            <a:r>
              <a:rPr lang="en-US" altLang="en-US">
                <a:solidFill>
                  <a:srgbClr val="2203DF"/>
                </a:solidFill>
                <a:latin typeface="Helvetica Neue" charset="0"/>
              </a:rPr>
              <a:t>Compensation Log Records (CLRs) </a:t>
            </a:r>
          </a:p>
          <a:p>
            <a:pPr lvl="1"/>
            <a:r>
              <a:rPr lang="en-US" altLang="en-US">
                <a:solidFill>
                  <a:srgbClr val="2203DF"/>
                </a:solidFill>
                <a:latin typeface="Helvetica Neue" charset="0"/>
              </a:rPr>
              <a:t>for UNDO actions</a:t>
            </a:r>
          </a:p>
        </p:txBody>
      </p:sp>
      <p:grpSp>
        <p:nvGrpSpPr>
          <p:cNvPr id="47109" name="Group 14">
            <a:extLst>
              <a:ext uri="{FF2B5EF4-FFF2-40B4-BE49-F238E27FC236}">
                <a16:creationId xmlns:a16="http://schemas.microsoft.com/office/drawing/2014/main" id="{99E92B42-D2BA-4E2A-9AA3-3AF5DF86F0AA}"/>
              </a:ext>
            </a:extLst>
          </p:cNvPr>
          <p:cNvGrpSpPr>
            <a:grpSpLocks/>
          </p:cNvGrpSpPr>
          <p:nvPr/>
        </p:nvGrpSpPr>
        <p:grpSpPr bwMode="auto">
          <a:xfrm>
            <a:off x="2038350" y="2517775"/>
            <a:ext cx="2022475" cy="3135313"/>
            <a:chOff x="1284" y="1586"/>
            <a:chExt cx="1274" cy="1975"/>
          </a:xfrm>
        </p:grpSpPr>
        <p:sp>
          <p:nvSpPr>
            <p:cNvPr id="47120" name="Rectangle 6">
              <a:extLst>
                <a:ext uri="{FF2B5EF4-FFF2-40B4-BE49-F238E27FC236}">
                  <a16:creationId xmlns:a16="http://schemas.microsoft.com/office/drawing/2014/main" id="{22D204F3-2FBE-4C3E-8BA3-64A0BBB7F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" y="1586"/>
              <a:ext cx="8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Helvetica Neue" charset="0"/>
                </a:rPr>
                <a:t>prevLSN</a:t>
              </a:r>
            </a:p>
          </p:txBody>
        </p:sp>
        <p:sp>
          <p:nvSpPr>
            <p:cNvPr id="47121" name="Rectangle 7">
              <a:extLst>
                <a:ext uri="{FF2B5EF4-FFF2-40B4-BE49-F238E27FC236}">
                  <a16:creationId xmlns:a16="http://schemas.microsoft.com/office/drawing/2014/main" id="{276FA493-C72E-48D4-B0C2-051C627F9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" y="1827"/>
              <a:ext cx="42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Helvetica Neue" charset="0"/>
                </a:rPr>
                <a:t>XID</a:t>
              </a:r>
            </a:p>
          </p:txBody>
        </p:sp>
        <p:sp>
          <p:nvSpPr>
            <p:cNvPr id="47122" name="Rectangle 8">
              <a:extLst>
                <a:ext uri="{FF2B5EF4-FFF2-40B4-BE49-F238E27FC236}">
                  <a16:creationId xmlns:a16="http://schemas.microsoft.com/office/drawing/2014/main" id="{45740B7A-A7EC-4090-ADDA-96A29055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2067"/>
              <a:ext cx="4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Helvetica Neue" charset="0"/>
                </a:rPr>
                <a:t>type</a:t>
              </a:r>
            </a:p>
          </p:txBody>
        </p:sp>
        <p:sp>
          <p:nvSpPr>
            <p:cNvPr id="47123" name="Rectangle 9">
              <a:extLst>
                <a:ext uri="{FF2B5EF4-FFF2-40B4-BE49-F238E27FC236}">
                  <a16:creationId xmlns:a16="http://schemas.microsoft.com/office/drawing/2014/main" id="{00F2BD97-F0BB-49DC-96C8-02717DD97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2547"/>
              <a:ext cx="65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Helvetica Neue" charset="0"/>
                </a:rPr>
                <a:t>length</a:t>
              </a:r>
            </a:p>
          </p:txBody>
        </p:sp>
        <p:sp>
          <p:nvSpPr>
            <p:cNvPr id="47124" name="Rectangle 10">
              <a:extLst>
                <a:ext uri="{FF2B5EF4-FFF2-40B4-BE49-F238E27FC236}">
                  <a16:creationId xmlns:a16="http://schemas.microsoft.com/office/drawing/2014/main" id="{F0A85741-5E59-45BA-80B3-E9086B676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2307"/>
              <a:ext cx="73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Helvetica Neue" charset="0"/>
                </a:rPr>
                <a:t>pageID</a:t>
              </a:r>
            </a:p>
          </p:txBody>
        </p:sp>
        <p:sp>
          <p:nvSpPr>
            <p:cNvPr id="47125" name="Rectangle 11">
              <a:extLst>
                <a:ext uri="{FF2B5EF4-FFF2-40B4-BE49-F238E27FC236}">
                  <a16:creationId xmlns:a16="http://schemas.microsoft.com/office/drawing/2014/main" id="{62721F9E-193B-4C01-82F7-0D39F3D3C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2788"/>
              <a:ext cx="6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Helvetica Neue" charset="0"/>
                </a:rPr>
                <a:t>offset</a:t>
              </a:r>
            </a:p>
          </p:txBody>
        </p:sp>
        <p:sp>
          <p:nvSpPr>
            <p:cNvPr id="47126" name="Rectangle 12">
              <a:extLst>
                <a:ext uri="{FF2B5EF4-FFF2-40B4-BE49-F238E27FC236}">
                  <a16:creationId xmlns:a16="http://schemas.microsoft.com/office/drawing/2014/main" id="{08734DF7-AFFF-4BA7-97C3-51DAA7255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3028"/>
              <a:ext cx="127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Helvetica Neue" charset="0"/>
                </a:rPr>
                <a:t>before-image</a:t>
              </a:r>
            </a:p>
          </p:txBody>
        </p:sp>
        <p:sp>
          <p:nvSpPr>
            <p:cNvPr id="47127" name="Rectangle 13">
              <a:extLst>
                <a:ext uri="{FF2B5EF4-FFF2-40B4-BE49-F238E27FC236}">
                  <a16:creationId xmlns:a16="http://schemas.microsoft.com/office/drawing/2014/main" id="{96FC7825-3570-4632-BD5D-2075279CC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3270"/>
              <a:ext cx="11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Helvetica Neue" charset="0"/>
                </a:rPr>
                <a:t>after-image</a:t>
              </a:r>
            </a:p>
          </p:txBody>
        </p:sp>
      </p:grpSp>
      <p:sp>
        <p:nvSpPr>
          <p:cNvPr id="47110" name="Rectangle 15">
            <a:extLst>
              <a:ext uri="{FF2B5EF4-FFF2-40B4-BE49-F238E27FC236}">
                <a16:creationId xmlns:a16="http://schemas.microsoft.com/office/drawing/2014/main" id="{4F3229F3-E85B-4BA1-BD81-EF2C409F6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982788"/>
            <a:ext cx="3011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FF"/>
                </a:solidFill>
                <a:latin typeface="Helvetica Neue" charset="0"/>
              </a:rPr>
              <a:t>LogRecord fields:</a:t>
            </a:r>
          </a:p>
        </p:txBody>
      </p:sp>
      <p:sp>
        <p:nvSpPr>
          <p:cNvPr id="47111" name="Line 16">
            <a:extLst>
              <a:ext uri="{FF2B5EF4-FFF2-40B4-BE49-F238E27FC236}">
                <a16:creationId xmlns:a16="http://schemas.microsoft.com/office/drawing/2014/main" id="{78E3B27B-EDD9-49C7-86C6-922B58473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054475"/>
            <a:ext cx="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12" name="Line 17">
            <a:extLst>
              <a:ext uri="{FF2B5EF4-FFF2-40B4-BE49-F238E27FC236}">
                <a16:creationId xmlns:a16="http://schemas.microsoft.com/office/drawing/2014/main" id="{467096C9-A76E-4499-B402-8F12D7003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740275"/>
            <a:ext cx="0" cy="533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13" name="Line 18">
            <a:extLst>
              <a:ext uri="{FF2B5EF4-FFF2-40B4-BE49-F238E27FC236}">
                <a16:creationId xmlns:a16="http://schemas.microsoft.com/office/drawing/2014/main" id="{0B2998BB-0556-46B4-B0EA-97A682EF67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52600" y="4664075"/>
            <a:ext cx="76200" cy="76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14" name="Line 19">
            <a:extLst>
              <a:ext uri="{FF2B5EF4-FFF2-40B4-BE49-F238E27FC236}">
                <a16:creationId xmlns:a16="http://schemas.microsoft.com/office/drawing/2014/main" id="{0D19C2CF-B00C-46C4-AB72-09F13ADB62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587875"/>
            <a:ext cx="76200" cy="76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15" name="Line 20">
            <a:extLst>
              <a:ext uri="{FF2B5EF4-FFF2-40B4-BE49-F238E27FC236}">
                <a16:creationId xmlns:a16="http://schemas.microsoft.com/office/drawing/2014/main" id="{273525D7-E851-4D23-9C0E-4153D068E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825875"/>
            <a:ext cx="22860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16" name="Line 21">
            <a:extLst>
              <a:ext uri="{FF2B5EF4-FFF2-40B4-BE49-F238E27FC236}">
                <a16:creationId xmlns:a16="http://schemas.microsoft.com/office/drawing/2014/main" id="{4F37313A-22F9-43CE-83D7-C1F30083D4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28800" y="5273675"/>
            <a:ext cx="22860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17" name="Rectangle 22">
            <a:extLst>
              <a:ext uri="{FF2B5EF4-FFF2-40B4-BE49-F238E27FC236}">
                <a16:creationId xmlns:a16="http://schemas.microsoft.com/office/drawing/2014/main" id="{DBFEC0CA-A4C9-49D9-9392-1EE688402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4116388"/>
            <a:ext cx="1223963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130C48"/>
                </a:solidFill>
                <a:latin typeface="Helvetica Neue" charset="0"/>
              </a:rPr>
              <a:t>update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FF"/>
                </a:solidFill>
                <a:latin typeface="Helvetica Neue" charset="0"/>
              </a:rPr>
              <a:t>records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FF"/>
                </a:solidFill>
                <a:latin typeface="Helvetica Neue" charset="0"/>
              </a:rPr>
              <a:t>only</a:t>
            </a:r>
          </a:p>
        </p:txBody>
      </p:sp>
      <p:sp>
        <p:nvSpPr>
          <p:cNvPr id="47118" name="Line 23">
            <a:extLst>
              <a:ext uri="{FF2B5EF4-FFF2-40B4-BE49-F238E27FC236}">
                <a16:creationId xmlns:a16="http://schemas.microsoft.com/office/drawing/2014/main" id="{6C3D72F0-3C27-4B5F-817C-E6145850D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988" y="3527425"/>
            <a:ext cx="1193800" cy="1460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7119" name="AutoShape 24">
            <a:extLst>
              <a:ext uri="{FF2B5EF4-FFF2-40B4-BE49-F238E27FC236}">
                <a16:creationId xmlns:a16="http://schemas.microsoft.com/office/drawing/2014/main" id="{CEE62A1A-6D5D-4D8B-9DE4-52189BEE93A2}"/>
              </a:ext>
            </a:extLst>
          </p:cNvPr>
          <p:cNvSpPr>
            <a:spLocks/>
          </p:cNvSpPr>
          <p:nvPr/>
        </p:nvSpPr>
        <p:spPr bwMode="auto">
          <a:xfrm>
            <a:off x="4075113" y="2133600"/>
            <a:ext cx="522287" cy="3065463"/>
          </a:xfrm>
          <a:prstGeom prst="leftBrace">
            <a:avLst>
              <a:gd name="adj1" fmla="val 48911"/>
              <a:gd name="adj2" fmla="val 48815"/>
            </a:avLst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7583D0DA-2D1E-4B0F-A5BB-E44484255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6FA87592-EC69-4676-B894-05C623137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49155" name="Rectangle 4">
            <a:extLst>
              <a:ext uri="{FF2B5EF4-FFF2-40B4-BE49-F238E27FC236}">
                <a16:creationId xmlns:a16="http://schemas.microsoft.com/office/drawing/2014/main" id="{7A882380-9FD4-4D7A-88C0-545C317FE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Other Log-Related State</a:t>
            </a:r>
          </a:p>
        </p:txBody>
      </p:sp>
      <p:sp>
        <p:nvSpPr>
          <p:cNvPr id="49156" name="Rectangle 5">
            <a:extLst>
              <a:ext uri="{FF2B5EF4-FFF2-40B4-BE49-F238E27FC236}">
                <a16:creationId xmlns:a16="http://schemas.microsoft.com/office/drawing/2014/main" id="{D0F60155-1C0D-47E4-A086-D36FDF2314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8077200" cy="4076700"/>
          </a:xfrm>
          <a:noFill/>
        </p:spPr>
        <p:txBody>
          <a:bodyPr/>
          <a:lstStyle/>
          <a:p>
            <a:r>
              <a:rPr lang="en-US" altLang="en-US">
                <a:solidFill>
                  <a:srgbClr val="000000"/>
                </a:solidFill>
                <a:latin typeface="Helvetica Neue" charset="0"/>
              </a:rPr>
              <a:t>Transaction Table:</a:t>
            </a:r>
          </a:p>
          <a:p>
            <a:pPr lvl="1"/>
            <a:r>
              <a:rPr lang="en-US" altLang="en-US">
                <a:solidFill>
                  <a:srgbClr val="000000"/>
                </a:solidFill>
                <a:latin typeface="Helvetica Neue" charset="0"/>
              </a:rPr>
              <a:t>One entry per active Xact.</a:t>
            </a:r>
          </a:p>
          <a:p>
            <a:pPr lvl="1"/>
            <a:r>
              <a:rPr lang="en-US" altLang="en-US">
                <a:solidFill>
                  <a:srgbClr val="000000"/>
                </a:solidFill>
                <a:latin typeface="Helvetica Neue" charset="0"/>
              </a:rPr>
              <a:t>Contains XID, status (running/committed/aborted), and lastLSN.</a:t>
            </a:r>
          </a:p>
          <a:p>
            <a:r>
              <a:rPr lang="en-US" altLang="en-US">
                <a:solidFill>
                  <a:srgbClr val="000000"/>
                </a:solidFill>
                <a:latin typeface="Helvetica Neue" charset="0"/>
              </a:rPr>
              <a:t>Dirty Page Table:</a:t>
            </a:r>
          </a:p>
          <a:p>
            <a:pPr lvl="1"/>
            <a:r>
              <a:rPr lang="en-US" altLang="en-US">
                <a:solidFill>
                  <a:srgbClr val="000000"/>
                </a:solidFill>
                <a:latin typeface="Helvetica Neue" charset="0"/>
              </a:rPr>
              <a:t>One entry per dirty page in buffer pool.</a:t>
            </a:r>
          </a:p>
          <a:p>
            <a:pPr lvl="1"/>
            <a:r>
              <a:rPr lang="en-US" altLang="en-US">
                <a:solidFill>
                  <a:srgbClr val="000000"/>
                </a:solidFill>
                <a:latin typeface="Helvetica Neue" charset="0"/>
              </a:rPr>
              <a:t>Contains recLSN -- the LSN of the log record which </a:t>
            </a:r>
            <a:r>
              <a:rPr lang="en-US" altLang="en-US" i="1" u="sng">
                <a:solidFill>
                  <a:srgbClr val="000000"/>
                </a:solidFill>
                <a:latin typeface="Helvetica Neue" charset="0"/>
              </a:rPr>
              <a:t>first</a:t>
            </a:r>
            <a:r>
              <a:rPr lang="en-US" altLang="en-US" i="1">
                <a:solidFill>
                  <a:srgbClr val="000000"/>
                </a:solidFill>
                <a:latin typeface="Helvetica Neue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Helvetica Neue" charset="0"/>
              </a:rPr>
              <a:t>caused the page to be dirty since loaded into the buffer cache from the disk.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2">
            <a:extLst>
              <a:ext uri="{FF2B5EF4-FFF2-40B4-BE49-F238E27FC236}">
                <a16:creationId xmlns:a16="http://schemas.microsoft.com/office/drawing/2014/main" id="{3E59BECC-813F-4498-92D0-4E0F22EF3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3933825"/>
            <a:ext cx="5286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AU" altLang="en-US" sz="2400">
              <a:solidFill>
                <a:srgbClr val="000000"/>
              </a:solidFill>
              <a:latin typeface="Helvetica Neue" charset="0"/>
            </a:endParaRPr>
          </a:p>
        </p:txBody>
      </p:sp>
      <p:graphicFrame>
        <p:nvGraphicFramePr>
          <p:cNvPr id="61597" name="Group 157">
            <a:extLst>
              <a:ext uri="{FF2B5EF4-FFF2-40B4-BE49-F238E27FC236}">
                <a16:creationId xmlns:a16="http://schemas.microsoft.com/office/drawing/2014/main" id="{6BDA530D-5252-F642-898B-FB2BBE85B3D0}"/>
              </a:ext>
            </a:extLst>
          </p:cNvPr>
          <p:cNvGraphicFramePr>
            <a:graphicFrameLocks noGrp="1"/>
          </p:cNvGraphicFramePr>
          <p:nvPr/>
        </p:nvGraphicFramePr>
        <p:xfrm>
          <a:off x="404813" y="1527175"/>
          <a:ext cx="1866900" cy="248761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59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Page#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Oldest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LSN (Recent LSN)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544" name="Group 104">
            <a:extLst>
              <a:ext uri="{FF2B5EF4-FFF2-40B4-BE49-F238E27FC236}">
                <a16:creationId xmlns:a16="http://schemas.microsoft.com/office/drawing/2014/main" id="{76A29A76-7A86-FD4D-B675-2B26420D3604}"/>
              </a:ext>
            </a:extLst>
          </p:cNvPr>
          <p:cNvGraphicFramePr>
            <a:graphicFrameLocks noGrp="1"/>
          </p:cNvGraphicFramePr>
          <p:nvPr/>
        </p:nvGraphicFramePr>
        <p:xfrm>
          <a:off x="3416300" y="2755900"/>
          <a:ext cx="5510213" cy="1385888"/>
        </p:xfrm>
        <a:graphic>
          <a:graphicData uri="http://schemas.openxmlformats.org/drawingml/2006/table">
            <a:tbl>
              <a:tblPr/>
              <a:tblGrid>
                <a:gridCol w="7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85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PrevLSN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Length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Offset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New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240" name="Rectangle 103">
            <a:extLst>
              <a:ext uri="{FF2B5EF4-FFF2-40B4-BE49-F238E27FC236}">
                <a16:creationId xmlns:a16="http://schemas.microsoft.com/office/drawing/2014/main" id="{81FD2ED8-6089-4AE8-8ABE-16F6F4C79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3714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AU" altLang="en-US" i="1">
              <a:latin typeface="Helvetica Neue" charset="0"/>
            </a:endParaRPr>
          </a:p>
        </p:txBody>
      </p:sp>
      <p:sp>
        <p:nvSpPr>
          <p:cNvPr id="51241" name="Text Box 107">
            <a:extLst>
              <a:ext uri="{FF2B5EF4-FFF2-40B4-BE49-F238E27FC236}">
                <a16:creationId xmlns:a16="http://schemas.microsoft.com/office/drawing/2014/main" id="{FBB7800F-3817-4CFC-96A4-8A55C2819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2120900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Log</a:t>
            </a:r>
          </a:p>
        </p:txBody>
      </p:sp>
      <p:sp>
        <p:nvSpPr>
          <p:cNvPr id="51242" name="Text Box 108">
            <a:extLst>
              <a:ext uri="{FF2B5EF4-FFF2-40B4-BE49-F238E27FC236}">
                <a16:creationId xmlns:a16="http://schemas.microsoft.com/office/drawing/2014/main" id="{4045862D-AC98-484B-9924-9D4B5842B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044950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X-table</a:t>
            </a:r>
          </a:p>
        </p:txBody>
      </p:sp>
      <p:graphicFrame>
        <p:nvGraphicFramePr>
          <p:cNvPr id="61594" name="Group 154">
            <a:extLst>
              <a:ext uri="{FF2B5EF4-FFF2-40B4-BE49-F238E27FC236}">
                <a16:creationId xmlns:a16="http://schemas.microsoft.com/office/drawing/2014/main" id="{A7E4FC68-AF64-C845-9054-1E9D85B2D64E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204788" y="4464050"/>
          <a:ext cx="2135187" cy="1541463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Xid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Status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Last LSN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261" name="Line 208">
            <a:extLst>
              <a:ext uri="{FF2B5EF4-FFF2-40B4-BE49-F238E27FC236}">
                <a16:creationId xmlns:a16="http://schemas.microsoft.com/office/drawing/2014/main" id="{5273E2FF-D7E1-4D7D-B10B-5CC15C9AE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8" y="3240088"/>
            <a:ext cx="0" cy="30908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1262" name="Rectangle 2">
            <a:extLst>
              <a:ext uri="{FF2B5EF4-FFF2-40B4-BE49-F238E27FC236}">
                <a16:creationId xmlns:a16="http://schemas.microsoft.com/office/drawing/2014/main" id="{5A2640C6-4743-420D-B988-18F95BA90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9100"/>
            <a:ext cx="9144000" cy="779463"/>
          </a:xfrm>
        </p:spPr>
        <p:txBody>
          <a:bodyPr/>
          <a:lstStyle/>
          <a:p>
            <a:pPr algn="ctr"/>
            <a:r>
              <a:rPr lang="en-US" altLang="en-US" sz="3200">
                <a:latin typeface="Helvetica Neue" charset="0"/>
              </a:rPr>
              <a:t> Instance of Log, Transaction and Page tables</a:t>
            </a:r>
            <a:endParaRPr lang="en-AU" altLang="en-US" sz="3200">
              <a:latin typeface="Helvetica Neue" charset="0"/>
            </a:endParaRPr>
          </a:p>
        </p:txBody>
      </p:sp>
      <p:sp>
        <p:nvSpPr>
          <p:cNvPr id="51263" name="Text Box 109">
            <a:extLst>
              <a:ext uri="{FF2B5EF4-FFF2-40B4-BE49-F238E27FC236}">
                <a16:creationId xmlns:a16="http://schemas.microsoft.com/office/drawing/2014/main" id="{CDFAD4FF-0272-4137-BD1E-B8F8D9E25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8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Dirty Page table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2">
            <a:extLst>
              <a:ext uri="{FF2B5EF4-FFF2-40B4-BE49-F238E27FC236}">
                <a16:creationId xmlns:a16="http://schemas.microsoft.com/office/drawing/2014/main" id="{8E484013-2B6E-4C1E-AF81-32C73EC06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3933825"/>
            <a:ext cx="5286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AU" altLang="en-US" sz="2400">
              <a:solidFill>
                <a:srgbClr val="000000"/>
              </a:solidFill>
              <a:latin typeface="Helvetica Neue" charset="0"/>
            </a:endParaRPr>
          </a:p>
        </p:txBody>
      </p:sp>
      <p:graphicFrame>
        <p:nvGraphicFramePr>
          <p:cNvPr id="61597" name="Group 157">
            <a:extLst>
              <a:ext uri="{FF2B5EF4-FFF2-40B4-BE49-F238E27FC236}">
                <a16:creationId xmlns:a16="http://schemas.microsoft.com/office/drawing/2014/main" id="{32B40B88-319C-1F40-9858-DD7CAA79D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049097"/>
              </p:ext>
            </p:extLst>
          </p:nvPr>
        </p:nvGraphicFramePr>
        <p:xfrm>
          <a:off x="404813" y="1527175"/>
          <a:ext cx="1866900" cy="248761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59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Page#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Oldest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LSN (Recent LSN)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544" name="Group 104">
            <a:extLst>
              <a:ext uri="{FF2B5EF4-FFF2-40B4-BE49-F238E27FC236}">
                <a16:creationId xmlns:a16="http://schemas.microsoft.com/office/drawing/2014/main" id="{CC008E81-19B3-C14A-A1DF-EBE135DD7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47276"/>
              </p:ext>
            </p:extLst>
          </p:nvPr>
        </p:nvGraphicFramePr>
        <p:xfrm>
          <a:off x="3416300" y="2755900"/>
          <a:ext cx="5510213" cy="1835150"/>
        </p:xfrm>
        <a:graphic>
          <a:graphicData uri="http://schemas.openxmlformats.org/drawingml/2006/table">
            <a:tbl>
              <a:tblPr/>
              <a:tblGrid>
                <a:gridCol w="7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858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PrevLSN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Length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Offset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New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297" name="Rectangle 103">
            <a:extLst>
              <a:ext uri="{FF2B5EF4-FFF2-40B4-BE49-F238E27FC236}">
                <a16:creationId xmlns:a16="http://schemas.microsoft.com/office/drawing/2014/main" id="{E8B0B119-D36B-4D76-9710-AD018AFF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3714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AU" altLang="en-US" i="1">
              <a:latin typeface="Helvetica Neue" charset="0"/>
            </a:endParaRPr>
          </a:p>
        </p:txBody>
      </p:sp>
      <p:sp>
        <p:nvSpPr>
          <p:cNvPr id="53298" name="Text Box 107">
            <a:extLst>
              <a:ext uri="{FF2B5EF4-FFF2-40B4-BE49-F238E27FC236}">
                <a16:creationId xmlns:a16="http://schemas.microsoft.com/office/drawing/2014/main" id="{47294151-1C41-4C52-9065-4C3A7086B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2120900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Log</a:t>
            </a:r>
          </a:p>
        </p:txBody>
      </p:sp>
      <p:sp>
        <p:nvSpPr>
          <p:cNvPr id="53299" name="Text Box 108">
            <a:extLst>
              <a:ext uri="{FF2B5EF4-FFF2-40B4-BE49-F238E27FC236}">
                <a16:creationId xmlns:a16="http://schemas.microsoft.com/office/drawing/2014/main" id="{04F4E89E-AA4B-4810-93F0-B157BCFB1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044950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X-table</a:t>
            </a:r>
          </a:p>
        </p:txBody>
      </p:sp>
      <p:graphicFrame>
        <p:nvGraphicFramePr>
          <p:cNvPr id="61594" name="Group 154">
            <a:extLst>
              <a:ext uri="{FF2B5EF4-FFF2-40B4-BE49-F238E27FC236}">
                <a16:creationId xmlns:a16="http://schemas.microsoft.com/office/drawing/2014/main" id="{5ECF8116-5A9F-8E4D-B30C-9AB6B1B6D36F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208463093"/>
              </p:ext>
            </p:extLst>
          </p:nvPr>
        </p:nvGraphicFramePr>
        <p:xfrm>
          <a:off x="204788" y="4464050"/>
          <a:ext cx="2135187" cy="1541463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Xid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Status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Last LSN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318" name="Line 208">
            <a:extLst>
              <a:ext uri="{FF2B5EF4-FFF2-40B4-BE49-F238E27FC236}">
                <a16:creationId xmlns:a16="http://schemas.microsoft.com/office/drawing/2014/main" id="{D8CABA73-1D56-4C23-B604-746871130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8" y="3240088"/>
            <a:ext cx="0" cy="30908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3319" name="Rectangle 2">
            <a:extLst>
              <a:ext uri="{FF2B5EF4-FFF2-40B4-BE49-F238E27FC236}">
                <a16:creationId xmlns:a16="http://schemas.microsoft.com/office/drawing/2014/main" id="{942BC00D-2B13-4113-A1F6-7F34A58E2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9100"/>
            <a:ext cx="9144000" cy="779463"/>
          </a:xfrm>
        </p:spPr>
        <p:txBody>
          <a:bodyPr/>
          <a:lstStyle/>
          <a:p>
            <a:pPr algn="ctr"/>
            <a:r>
              <a:rPr lang="en-US" altLang="en-US" sz="3200">
                <a:latin typeface="Helvetica Neue" charset="0"/>
              </a:rPr>
              <a:t> Instance of Log, Transaction and Page tables</a:t>
            </a:r>
            <a:endParaRPr lang="en-AU" altLang="en-US" sz="3200">
              <a:latin typeface="Helvetica Neue" charset="0"/>
            </a:endParaRPr>
          </a:p>
        </p:txBody>
      </p:sp>
      <p:sp>
        <p:nvSpPr>
          <p:cNvPr id="53320" name="Text Box 109">
            <a:extLst>
              <a:ext uri="{FF2B5EF4-FFF2-40B4-BE49-F238E27FC236}">
                <a16:creationId xmlns:a16="http://schemas.microsoft.com/office/drawing/2014/main" id="{59F2E559-43BC-4793-83A5-64A0C7868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8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Dirty Page table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B26B026-89FE-6F48-A1AE-F67070580240}"/>
              </a:ext>
            </a:extLst>
          </p:cNvPr>
          <p:cNvSpPr/>
          <p:nvPr/>
        </p:nvSpPr>
        <p:spPr bwMode="auto">
          <a:xfrm rot="16200000">
            <a:off x="3263901" y="4105275"/>
            <a:ext cx="284162" cy="503237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53322" name="Line 17">
            <a:extLst>
              <a:ext uri="{FF2B5EF4-FFF2-40B4-BE49-F238E27FC236}">
                <a16:creationId xmlns:a16="http://schemas.microsoft.com/office/drawing/2014/main" id="{9ED3CB5B-D242-4F07-9465-A9AC467B1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675" y="2728913"/>
            <a:ext cx="1863725" cy="165258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3323" name="Line 21">
            <a:extLst>
              <a:ext uri="{FF2B5EF4-FFF2-40B4-BE49-F238E27FC236}">
                <a16:creationId xmlns:a16="http://schemas.microsoft.com/office/drawing/2014/main" id="{B56FDE5F-3BE8-4974-8D93-04D8D8BB23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97075" y="4552950"/>
            <a:ext cx="1419225" cy="70485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Line 17">
            <a:extLst>
              <a:ext uri="{FF2B5EF4-FFF2-40B4-BE49-F238E27FC236}">
                <a16:creationId xmlns:a16="http://schemas.microsoft.com/office/drawing/2014/main" id="{7D52170E-9E0B-4F1B-96EC-CCB7422558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675" y="2728913"/>
            <a:ext cx="1863725" cy="165258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5298" name="Rectangle 22">
            <a:extLst>
              <a:ext uri="{FF2B5EF4-FFF2-40B4-BE49-F238E27FC236}">
                <a16:creationId xmlns:a16="http://schemas.microsoft.com/office/drawing/2014/main" id="{6EE8F731-7E5E-4EE3-A89F-9DA1F8408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3933825"/>
            <a:ext cx="5286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AU" altLang="en-US" sz="2400">
              <a:solidFill>
                <a:srgbClr val="000000"/>
              </a:solidFill>
              <a:latin typeface="Helvetica Neue" charset="0"/>
            </a:endParaRPr>
          </a:p>
        </p:txBody>
      </p:sp>
      <p:graphicFrame>
        <p:nvGraphicFramePr>
          <p:cNvPr id="61597" name="Group 157">
            <a:extLst>
              <a:ext uri="{FF2B5EF4-FFF2-40B4-BE49-F238E27FC236}">
                <a16:creationId xmlns:a16="http://schemas.microsoft.com/office/drawing/2014/main" id="{CCA00B9E-BA95-CC4C-948F-2BCC80D57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504012"/>
              </p:ext>
            </p:extLst>
          </p:nvPr>
        </p:nvGraphicFramePr>
        <p:xfrm>
          <a:off x="404813" y="1527175"/>
          <a:ext cx="1866900" cy="248761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59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Page#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Oldest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LSN (Recent LSN)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544" name="Group 104">
            <a:extLst>
              <a:ext uri="{FF2B5EF4-FFF2-40B4-BE49-F238E27FC236}">
                <a16:creationId xmlns:a16="http://schemas.microsoft.com/office/drawing/2014/main" id="{3808EADD-3A11-AF4C-B031-C9BB04560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19305"/>
              </p:ext>
            </p:extLst>
          </p:nvPr>
        </p:nvGraphicFramePr>
        <p:xfrm>
          <a:off x="3416300" y="2755900"/>
          <a:ext cx="5510213" cy="2254250"/>
        </p:xfrm>
        <a:graphic>
          <a:graphicData uri="http://schemas.openxmlformats.org/drawingml/2006/table">
            <a:tbl>
              <a:tblPr/>
              <a:tblGrid>
                <a:gridCol w="7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858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PrevLSN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Length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Offset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New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355" name="Rectangle 103">
            <a:extLst>
              <a:ext uri="{FF2B5EF4-FFF2-40B4-BE49-F238E27FC236}">
                <a16:creationId xmlns:a16="http://schemas.microsoft.com/office/drawing/2014/main" id="{90E162D6-E366-4C1B-8B72-91DD99589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3714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AU" altLang="en-US" b="1" i="1">
              <a:latin typeface="Helvetica Neue" charset="0"/>
            </a:endParaRPr>
          </a:p>
        </p:txBody>
      </p:sp>
      <p:sp>
        <p:nvSpPr>
          <p:cNvPr id="55356" name="Text Box 107">
            <a:extLst>
              <a:ext uri="{FF2B5EF4-FFF2-40B4-BE49-F238E27FC236}">
                <a16:creationId xmlns:a16="http://schemas.microsoft.com/office/drawing/2014/main" id="{7307AE6B-C928-4C07-A1DB-CA7723124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2120900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Log</a:t>
            </a:r>
          </a:p>
        </p:txBody>
      </p:sp>
      <p:sp>
        <p:nvSpPr>
          <p:cNvPr id="55357" name="Text Box 108">
            <a:extLst>
              <a:ext uri="{FF2B5EF4-FFF2-40B4-BE49-F238E27FC236}">
                <a16:creationId xmlns:a16="http://schemas.microsoft.com/office/drawing/2014/main" id="{65C6B464-8781-4FD5-AA51-EEC54A746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044950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X-table</a:t>
            </a:r>
          </a:p>
        </p:txBody>
      </p:sp>
      <p:graphicFrame>
        <p:nvGraphicFramePr>
          <p:cNvPr id="61594" name="Group 154">
            <a:extLst>
              <a:ext uri="{FF2B5EF4-FFF2-40B4-BE49-F238E27FC236}">
                <a16:creationId xmlns:a16="http://schemas.microsoft.com/office/drawing/2014/main" id="{DDF6D1A1-9C8A-E643-B1B7-C82AF2CB9E19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193219355"/>
              </p:ext>
            </p:extLst>
          </p:nvPr>
        </p:nvGraphicFramePr>
        <p:xfrm>
          <a:off x="204788" y="4464050"/>
          <a:ext cx="2135187" cy="1541463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Xid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Status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Last LSN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376" name="Line 208">
            <a:extLst>
              <a:ext uri="{FF2B5EF4-FFF2-40B4-BE49-F238E27FC236}">
                <a16:creationId xmlns:a16="http://schemas.microsoft.com/office/drawing/2014/main" id="{6797A249-9C96-4408-B250-B3F12F3E0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8" y="3240088"/>
            <a:ext cx="0" cy="30908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5377" name="Rectangle 2">
            <a:extLst>
              <a:ext uri="{FF2B5EF4-FFF2-40B4-BE49-F238E27FC236}">
                <a16:creationId xmlns:a16="http://schemas.microsoft.com/office/drawing/2014/main" id="{91B41CA8-80B8-4725-BBB2-A0765FFAB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9100"/>
            <a:ext cx="9144000" cy="779463"/>
          </a:xfrm>
        </p:spPr>
        <p:txBody>
          <a:bodyPr/>
          <a:lstStyle/>
          <a:p>
            <a:pPr algn="ctr"/>
            <a:r>
              <a:rPr lang="en-US" altLang="en-US" sz="3200">
                <a:latin typeface="Helvetica Neue" charset="0"/>
              </a:rPr>
              <a:t> Instance of Log, Transaction and Page tables</a:t>
            </a:r>
            <a:endParaRPr lang="en-AU" altLang="en-US" sz="3200">
              <a:latin typeface="Helvetica Neue" charset="0"/>
            </a:endParaRPr>
          </a:p>
        </p:txBody>
      </p:sp>
      <p:sp>
        <p:nvSpPr>
          <p:cNvPr id="55378" name="Text Box 109">
            <a:extLst>
              <a:ext uri="{FF2B5EF4-FFF2-40B4-BE49-F238E27FC236}">
                <a16:creationId xmlns:a16="http://schemas.microsoft.com/office/drawing/2014/main" id="{C502AF20-7A7A-4F5E-8380-59D41BC03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8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Dirty Page table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B9230A70-3D5D-E341-BA51-99176A4D6724}"/>
              </a:ext>
            </a:extLst>
          </p:cNvPr>
          <p:cNvSpPr/>
          <p:nvPr/>
        </p:nvSpPr>
        <p:spPr bwMode="auto">
          <a:xfrm rot="16200000">
            <a:off x="3294856" y="4583907"/>
            <a:ext cx="282575" cy="503238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CFEFFDAC-87CE-C444-836F-79E69A2C650E}"/>
              </a:ext>
            </a:extLst>
          </p:cNvPr>
          <p:cNvSpPr/>
          <p:nvPr/>
        </p:nvSpPr>
        <p:spPr bwMode="auto">
          <a:xfrm rot="16200000">
            <a:off x="3263901" y="4105275"/>
            <a:ext cx="284162" cy="503237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55381" name="Line 21">
            <a:extLst>
              <a:ext uri="{FF2B5EF4-FFF2-40B4-BE49-F238E27FC236}">
                <a16:creationId xmlns:a16="http://schemas.microsoft.com/office/drawing/2014/main" id="{D3DE09FE-B2B2-443A-8C76-A32EA9BF0F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3" y="4521198"/>
            <a:ext cx="1073152" cy="702063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5382" name="Line 18">
            <a:extLst>
              <a:ext uri="{FF2B5EF4-FFF2-40B4-BE49-F238E27FC236}">
                <a16:creationId xmlns:a16="http://schemas.microsoft.com/office/drawing/2014/main" id="{B00FA5D3-B184-4AA5-B1D0-28A066131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6738" y="3179763"/>
            <a:ext cx="1924050" cy="169068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5383" name="Line 20">
            <a:extLst>
              <a:ext uri="{FF2B5EF4-FFF2-40B4-BE49-F238E27FC236}">
                <a16:creationId xmlns:a16="http://schemas.microsoft.com/office/drawing/2014/main" id="{F77FDEE0-A7F8-4F7E-95C0-3D7735944A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5010149"/>
            <a:ext cx="1192636" cy="693338"/>
          </a:xfrm>
          <a:prstGeom prst="line">
            <a:avLst/>
          </a:prstGeom>
          <a:noFill/>
          <a:ln w="38100" cap="sq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2">
            <a:extLst>
              <a:ext uri="{FF2B5EF4-FFF2-40B4-BE49-F238E27FC236}">
                <a16:creationId xmlns:a16="http://schemas.microsoft.com/office/drawing/2014/main" id="{19668E15-2FFE-4312-83A6-F686C1510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3933825"/>
            <a:ext cx="5286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AU" altLang="en-US" sz="2400">
              <a:solidFill>
                <a:srgbClr val="000000"/>
              </a:solidFill>
              <a:latin typeface="Helvetica Neue" charset="0"/>
            </a:endParaRPr>
          </a:p>
        </p:txBody>
      </p:sp>
      <p:graphicFrame>
        <p:nvGraphicFramePr>
          <p:cNvPr id="61597" name="Group 157">
            <a:extLst>
              <a:ext uri="{FF2B5EF4-FFF2-40B4-BE49-F238E27FC236}">
                <a16:creationId xmlns:a16="http://schemas.microsoft.com/office/drawing/2014/main" id="{8E23F1E4-FCBC-D64F-B3F3-7DB4668C8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98634"/>
              </p:ext>
            </p:extLst>
          </p:nvPr>
        </p:nvGraphicFramePr>
        <p:xfrm>
          <a:off x="404813" y="1527175"/>
          <a:ext cx="1866900" cy="248761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59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Page#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Oldest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LSN (Recent LSN)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544" name="Group 104">
            <a:extLst>
              <a:ext uri="{FF2B5EF4-FFF2-40B4-BE49-F238E27FC236}">
                <a16:creationId xmlns:a16="http://schemas.microsoft.com/office/drawing/2014/main" id="{21860B6D-1CDB-0042-BFEB-58B233F92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865052"/>
              </p:ext>
            </p:extLst>
          </p:nvPr>
        </p:nvGraphicFramePr>
        <p:xfrm>
          <a:off x="3416300" y="2755900"/>
          <a:ext cx="5510213" cy="2703513"/>
        </p:xfrm>
        <a:graphic>
          <a:graphicData uri="http://schemas.openxmlformats.org/drawingml/2006/table">
            <a:tbl>
              <a:tblPr/>
              <a:tblGrid>
                <a:gridCol w="7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858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PrevLSN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Length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Offset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New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jklm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JKLM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411" name="Rectangle 103">
            <a:extLst>
              <a:ext uri="{FF2B5EF4-FFF2-40B4-BE49-F238E27FC236}">
                <a16:creationId xmlns:a16="http://schemas.microsoft.com/office/drawing/2014/main" id="{7130D011-6CBF-43EC-B5AB-C31B5AE3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3714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AU" altLang="en-US" b="1" i="1">
              <a:latin typeface="Helvetica Neue" charset="0"/>
            </a:endParaRPr>
          </a:p>
        </p:txBody>
      </p:sp>
      <p:sp>
        <p:nvSpPr>
          <p:cNvPr id="57412" name="Text Box 107">
            <a:extLst>
              <a:ext uri="{FF2B5EF4-FFF2-40B4-BE49-F238E27FC236}">
                <a16:creationId xmlns:a16="http://schemas.microsoft.com/office/drawing/2014/main" id="{0F4EE921-DDDB-4922-A6E8-8671A755C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2120900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Log</a:t>
            </a:r>
          </a:p>
        </p:txBody>
      </p:sp>
      <p:sp>
        <p:nvSpPr>
          <p:cNvPr id="57413" name="Text Box 108">
            <a:extLst>
              <a:ext uri="{FF2B5EF4-FFF2-40B4-BE49-F238E27FC236}">
                <a16:creationId xmlns:a16="http://schemas.microsoft.com/office/drawing/2014/main" id="{453A4834-4184-41D2-983B-F254D41E5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044950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X-table</a:t>
            </a:r>
          </a:p>
        </p:txBody>
      </p:sp>
      <p:graphicFrame>
        <p:nvGraphicFramePr>
          <p:cNvPr id="61594" name="Group 154">
            <a:extLst>
              <a:ext uri="{FF2B5EF4-FFF2-40B4-BE49-F238E27FC236}">
                <a16:creationId xmlns:a16="http://schemas.microsoft.com/office/drawing/2014/main" id="{9A855ED8-41F3-0D43-8D01-E91B83B29E67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478483783"/>
              </p:ext>
            </p:extLst>
          </p:nvPr>
        </p:nvGraphicFramePr>
        <p:xfrm>
          <a:off x="204788" y="4464050"/>
          <a:ext cx="2135187" cy="1541463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Xid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Status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Last LSN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432" name="Line 208">
            <a:extLst>
              <a:ext uri="{FF2B5EF4-FFF2-40B4-BE49-F238E27FC236}">
                <a16:creationId xmlns:a16="http://schemas.microsoft.com/office/drawing/2014/main" id="{9134A999-7FE2-4A4F-B910-12BDBB074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8" y="3240088"/>
            <a:ext cx="0" cy="30908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7433" name="Rectangle 2">
            <a:extLst>
              <a:ext uri="{FF2B5EF4-FFF2-40B4-BE49-F238E27FC236}">
                <a16:creationId xmlns:a16="http://schemas.microsoft.com/office/drawing/2014/main" id="{904068A9-D66D-4352-B797-05B749DC3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9100"/>
            <a:ext cx="9144000" cy="779463"/>
          </a:xfrm>
        </p:spPr>
        <p:txBody>
          <a:bodyPr/>
          <a:lstStyle/>
          <a:p>
            <a:pPr algn="ctr"/>
            <a:r>
              <a:rPr lang="en-US" altLang="en-US" sz="3200">
                <a:latin typeface="Helvetica Neue" charset="0"/>
              </a:rPr>
              <a:t> Instance of Log, Transaction and Page tables</a:t>
            </a:r>
            <a:endParaRPr lang="en-AU" altLang="en-US" sz="3200">
              <a:latin typeface="Helvetica Neue" charset="0"/>
            </a:endParaRPr>
          </a:p>
        </p:txBody>
      </p:sp>
      <p:sp>
        <p:nvSpPr>
          <p:cNvPr id="57434" name="Text Box 109">
            <a:extLst>
              <a:ext uri="{FF2B5EF4-FFF2-40B4-BE49-F238E27FC236}">
                <a16:creationId xmlns:a16="http://schemas.microsoft.com/office/drawing/2014/main" id="{3E0567BC-DFB2-4F8D-B297-92C82A5E9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8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Dirty Page table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369F3A0-5C9E-584A-A16D-B4BD51DDF33B}"/>
              </a:ext>
            </a:extLst>
          </p:cNvPr>
          <p:cNvSpPr/>
          <p:nvPr/>
        </p:nvSpPr>
        <p:spPr bwMode="auto">
          <a:xfrm rot="16200000">
            <a:off x="3294856" y="4547394"/>
            <a:ext cx="282575" cy="503238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812DE49-EA93-3945-8EA1-BAADB1F1C5A8}"/>
              </a:ext>
            </a:extLst>
          </p:cNvPr>
          <p:cNvSpPr/>
          <p:nvPr/>
        </p:nvSpPr>
        <p:spPr bwMode="auto">
          <a:xfrm rot="16200000">
            <a:off x="3263901" y="4105275"/>
            <a:ext cx="284162" cy="503237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sm" len="sm"/>
            <a:tailEnd type="arrow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5F886CE1-A125-C04A-8D75-812FAC4241C5}"/>
              </a:ext>
            </a:extLst>
          </p:cNvPr>
          <p:cNvSpPr/>
          <p:nvPr/>
        </p:nvSpPr>
        <p:spPr bwMode="auto">
          <a:xfrm rot="16200000">
            <a:off x="3286125" y="4740276"/>
            <a:ext cx="282575" cy="501650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57438" name="Line 17">
            <a:extLst>
              <a:ext uri="{FF2B5EF4-FFF2-40B4-BE49-F238E27FC236}">
                <a16:creationId xmlns:a16="http://schemas.microsoft.com/office/drawing/2014/main" id="{A5D42552-EA56-43AD-B517-31CE19CAE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675" y="2728913"/>
            <a:ext cx="1863725" cy="165258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7439" name="Line 18">
            <a:extLst>
              <a:ext uri="{FF2B5EF4-FFF2-40B4-BE49-F238E27FC236}">
                <a16:creationId xmlns:a16="http://schemas.microsoft.com/office/drawing/2014/main" id="{FEA5177F-4D9B-45EF-AFA8-D6A102999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6738" y="3179764"/>
            <a:ext cx="1841500" cy="1650994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7440" name="Line 20">
            <a:extLst>
              <a:ext uri="{FF2B5EF4-FFF2-40B4-BE49-F238E27FC236}">
                <a16:creationId xmlns:a16="http://schemas.microsoft.com/office/drawing/2014/main" id="{2544B619-4CEC-4B70-876D-6416FC8A22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4" y="5221288"/>
            <a:ext cx="1363663" cy="514350"/>
          </a:xfrm>
          <a:prstGeom prst="line">
            <a:avLst/>
          </a:prstGeom>
          <a:noFill/>
          <a:ln w="38100" cap="sq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7441" name="Line 21">
            <a:extLst>
              <a:ext uri="{FF2B5EF4-FFF2-40B4-BE49-F238E27FC236}">
                <a16:creationId xmlns:a16="http://schemas.microsoft.com/office/drawing/2014/main" id="{B68965FE-7992-45E0-AB6D-72C30100BB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3786" y="4441825"/>
            <a:ext cx="1001714" cy="779463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2">
            <a:extLst>
              <a:ext uri="{FF2B5EF4-FFF2-40B4-BE49-F238E27FC236}">
                <a16:creationId xmlns:a16="http://schemas.microsoft.com/office/drawing/2014/main" id="{0645707E-E7B7-45AE-8472-0FB2B4176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3933825"/>
            <a:ext cx="5286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AU" altLang="en-US" sz="2400">
              <a:solidFill>
                <a:srgbClr val="000000"/>
              </a:solidFill>
              <a:latin typeface="Helvetica Neue" charset="0"/>
            </a:endParaRPr>
          </a:p>
        </p:txBody>
      </p:sp>
      <p:graphicFrame>
        <p:nvGraphicFramePr>
          <p:cNvPr id="61597" name="Group 157">
            <a:extLst>
              <a:ext uri="{FF2B5EF4-FFF2-40B4-BE49-F238E27FC236}">
                <a16:creationId xmlns:a16="http://schemas.microsoft.com/office/drawing/2014/main" id="{8829A58C-31CD-D042-9FC1-4CFBF0515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983983"/>
              </p:ext>
            </p:extLst>
          </p:nvPr>
        </p:nvGraphicFramePr>
        <p:xfrm>
          <a:off x="404813" y="1527175"/>
          <a:ext cx="1866900" cy="2487618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59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Page#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Oldest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LSN (Recent LSN)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P7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544" name="Group 104">
            <a:extLst>
              <a:ext uri="{FF2B5EF4-FFF2-40B4-BE49-F238E27FC236}">
                <a16:creationId xmlns:a16="http://schemas.microsoft.com/office/drawing/2014/main" id="{D0F123AD-E4E8-D243-98A1-8ABC3E8E1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732960"/>
              </p:ext>
            </p:extLst>
          </p:nvPr>
        </p:nvGraphicFramePr>
        <p:xfrm>
          <a:off x="3413125" y="2697163"/>
          <a:ext cx="5510213" cy="3151188"/>
        </p:xfrm>
        <a:graphic>
          <a:graphicData uri="http://schemas.openxmlformats.org/drawingml/2006/table">
            <a:tbl>
              <a:tblPr/>
              <a:tblGrid>
                <a:gridCol w="79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85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3858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PrevLSN</a:t>
                      </a:r>
                    </a:p>
                  </a:txBody>
                  <a:tcPr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Tid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Type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Length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Offset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 Value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New Value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40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80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jklm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JKLM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p7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nopq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NOPQ</a:t>
                      </a:r>
                    </a:p>
                  </a:txBody>
                  <a:tcPr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468" name="Rectangle 103">
            <a:extLst>
              <a:ext uri="{FF2B5EF4-FFF2-40B4-BE49-F238E27FC236}">
                <a16:creationId xmlns:a16="http://schemas.microsoft.com/office/drawing/2014/main" id="{D20A19F1-104D-48ED-85F4-B5F743505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3714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AU" altLang="en-US" b="1" i="1">
              <a:latin typeface="Helvetica Neue" charset="0"/>
            </a:endParaRPr>
          </a:p>
        </p:txBody>
      </p:sp>
      <p:sp>
        <p:nvSpPr>
          <p:cNvPr id="59469" name="Text Box 107">
            <a:extLst>
              <a:ext uri="{FF2B5EF4-FFF2-40B4-BE49-F238E27FC236}">
                <a16:creationId xmlns:a16="http://schemas.microsoft.com/office/drawing/2014/main" id="{BDA14CD3-02D2-429A-83BF-8558B02B1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563" y="1220788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Log</a:t>
            </a:r>
          </a:p>
        </p:txBody>
      </p:sp>
      <p:sp>
        <p:nvSpPr>
          <p:cNvPr id="59470" name="Text Box 108">
            <a:extLst>
              <a:ext uri="{FF2B5EF4-FFF2-40B4-BE49-F238E27FC236}">
                <a16:creationId xmlns:a16="http://schemas.microsoft.com/office/drawing/2014/main" id="{8D504C9E-4C0B-4CE8-A824-275C76643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044950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X-table</a:t>
            </a:r>
          </a:p>
        </p:txBody>
      </p:sp>
      <p:graphicFrame>
        <p:nvGraphicFramePr>
          <p:cNvPr id="61594" name="Group 154">
            <a:extLst>
              <a:ext uri="{FF2B5EF4-FFF2-40B4-BE49-F238E27FC236}">
                <a16:creationId xmlns:a16="http://schemas.microsoft.com/office/drawing/2014/main" id="{323F8FC7-66F0-3448-9034-D0C4EE337B9D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148316574"/>
              </p:ext>
            </p:extLst>
          </p:nvPr>
        </p:nvGraphicFramePr>
        <p:xfrm>
          <a:off x="204788" y="4464050"/>
          <a:ext cx="2135187" cy="1541463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Xid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Status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Last LSN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489" name="Rectangle 2">
            <a:extLst>
              <a:ext uri="{FF2B5EF4-FFF2-40B4-BE49-F238E27FC236}">
                <a16:creationId xmlns:a16="http://schemas.microsoft.com/office/drawing/2014/main" id="{58B933A1-8E1C-4A6E-A40E-027768E46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9100"/>
            <a:ext cx="9144000" cy="779463"/>
          </a:xfrm>
        </p:spPr>
        <p:txBody>
          <a:bodyPr/>
          <a:lstStyle/>
          <a:p>
            <a:pPr algn="ctr"/>
            <a:r>
              <a:rPr lang="en-US" altLang="en-US" sz="3200">
                <a:latin typeface="Helvetica Neue" charset="0"/>
              </a:rPr>
              <a:t> Instance of Log, Transaction and Page tables</a:t>
            </a:r>
            <a:endParaRPr lang="en-AU" altLang="en-US" sz="3200">
              <a:latin typeface="Helvetica Neue" charset="0"/>
            </a:endParaRPr>
          </a:p>
        </p:txBody>
      </p:sp>
      <p:sp>
        <p:nvSpPr>
          <p:cNvPr id="59490" name="Text Box 109">
            <a:extLst>
              <a:ext uri="{FF2B5EF4-FFF2-40B4-BE49-F238E27FC236}">
                <a16:creationId xmlns:a16="http://schemas.microsoft.com/office/drawing/2014/main" id="{A5C1CA53-374F-4031-AC28-B73FEB4C9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8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Helvetica Neue" charset="0"/>
              </a:rPr>
              <a:t>Dirty Page table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AD9BE64E-AAE4-9C4B-88E5-31691B16CF0B}"/>
              </a:ext>
            </a:extLst>
          </p:cNvPr>
          <p:cNvSpPr/>
          <p:nvPr/>
        </p:nvSpPr>
        <p:spPr bwMode="auto">
          <a:xfrm rot="16200000">
            <a:off x="3248819" y="4520407"/>
            <a:ext cx="282575" cy="503237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AE530B42-B5F3-D841-B841-1DC174366910}"/>
              </a:ext>
            </a:extLst>
          </p:cNvPr>
          <p:cNvSpPr/>
          <p:nvPr/>
        </p:nvSpPr>
        <p:spPr bwMode="auto">
          <a:xfrm rot="16200000">
            <a:off x="3170238" y="4105275"/>
            <a:ext cx="284162" cy="503238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00E20112-24A0-514D-9BE9-3E4F92E98945}"/>
              </a:ext>
            </a:extLst>
          </p:cNvPr>
          <p:cNvSpPr/>
          <p:nvPr/>
        </p:nvSpPr>
        <p:spPr bwMode="auto">
          <a:xfrm rot="16200000">
            <a:off x="3301207" y="4693445"/>
            <a:ext cx="282575" cy="501650"/>
          </a:xfrm>
          <a:prstGeom prst="arc">
            <a:avLst>
              <a:gd name="adj1" fmla="val 7870745"/>
              <a:gd name="adj2" fmla="val 0"/>
            </a:avLst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59494" name="Line 17">
            <a:extLst>
              <a:ext uri="{FF2B5EF4-FFF2-40B4-BE49-F238E27FC236}">
                <a16:creationId xmlns:a16="http://schemas.microsoft.com/office/drawing/2014/main" id="{BC20158B-6640-4EE1-9160-A738561EE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675" y="2728913"/>
            <a:ext cx="1863725" cy="165258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9495" name="Line 18">
            <a:extLst>
              <a:ext uri="{FF2B5EF4-FFF2-40B4-BE49-F238E27FC236}">
                <a16:creationId xmlns:a16="http://schemas.microsoft.com/office/drawing/2014/main" id="{CDAF4E32-DA72-47F5-9CD6-600F4E238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6738" y="3179764"/>
            <a:ext cx="1804987" cy="15382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9496" name="Line 20">
            <a:extLst>
              <a:ext uri="{FF2B5EF4-FFF2-40B4-BE49-F238E27FC236}">
                <a16:creationId xmlns:a16="http://schemas.microsoft.com/office/drawing/2014/main" id="{4AD7DE69-ED8F-46D4-8523-8A79DBFCBD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5850" y="5264149"/>
            <a:ext cx="1057276" cy="444500"/>
          </a:xfrm>
          <a:prstGeom prst="line">
            <a:avLst/>
          </a:prstGeom>
          <a:noFill/>
          <a:ln w="38100" cap="sq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9497" name="Line 208">
            <a:extLst>
              <a:ext uri="{FF2B5EF4-FFF2-40B4-BE49-F238E27FC236}">
                <a16:creationId xmlns:a16="http://schemas.microsoft.com/office/drawing/2014/main" id="{2372ECDD-82EF-4C35-B6DC-E5FFD6826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3513" y="3240088"/>
            <a:ext cx="0" cy="30908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5D59C0F0-D706-1645-9734-1AFC67100F0B}"/>
              </a:ext>
            </a:extLst>
          </p:cNvPr>
          <p:cNvSpPr/>
          <p:nvPr/>
        </p:nvSpPr>
        <p:spPr bwMode="auto">
          <a:xfrm rot="16200000">
            <a:off x="2616200" y="4578350"/>
            <a:ext cx="1350963" cy="1033463"/>
          </a:xfrm>
          <a:prstGeom prst="arc">
            <a:avLst>
              <a:gd name="adj1" fmla="val 10004267"/>
              <a:gd name="adj2" fmla="val 71734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oval" w="sm" len="sm"/>
            <a:tailEnd type="triangle"/>
          </a:ln>
          <a:effectLst/>
        </p:spPr>
        <p:txBody>
          <a:bodyPr anchor="ctr"/>
          <a:lstStyle/>
          <a:p>
            <a:pPr algn="ctr">
              <a:defRPr/>
            </a:pPr>
            <a:endParaRPr lang="en-AU">
              <a:latin typeface="Helvetica Neue"/>
              <a:ea typeface="+mn-ea"/>
              <a:cs typeface="Helvetica Neue"/>
            </a:endParaRPr>
          </a:p>
        </p:txBody>
      </p:sp>
      <p:sp>
        <p:nvSpPr>
          <p:cNvPr id="59499" name="Line 21">
            <a:extLst>
              <a:ext uri="{FF2B5EF4-FFF2-40B4-BE49-F238E27FC236}">
                <a16:creationId xmlns:a16="http://schemas.microsoft.com/office/drawing/2014/main" id="{2BC04162-DDB6-47EE-A5D8-9E44DD252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4" y="5214940"/>
            <a:ext cx="1057276" cy="409574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9500" name="Line 19">
            <a:extLst>
              <a:ext uri="{FF2B5EF4-FFF2-40B4-BE49-F238E27FC236}">
                <a16:creationId xmlns:a16="http://schemas.microsoft.com/office/drawing/2014/main" id="{AB220B3F-2D8F-4FF4-BDA9-AD05206CC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0713" y="3633788"/>
            <a:ext cx="1751005" cy="187960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32764467-DB66-4711-82B3-E588E380F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61442" name="Rectangle 4">
            <a:extLst>
              <a:ext uri="{FF2B5EF4-FFF2-40B4-BE49-F238E27FC236}">
                <a16:creationId xmlns:a16="http://schemas.microsoft.com/office/drawing/2014/main" id="{4C14F8BA-3AFB-4C49-9997-6B0CCF47E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Helvetica Neue" charset="0"/>
              </a:rPr>
              <a:t>Normal Execution of an Xact</a:t>
            </a:r>
          </a:p>
        </p:txBody>
      </p:sp>
      <p:sp>
        <p:nvSpPr>
          <p:cNvPr id="61443" name="Rectangle 5">
            <a:extLst>
              <a:ext uri="{FF2B5EF4-FFF2-40B4-BE49-F238E27FC236}">
                <a16:creationId xmlns:a16="http://schemas.microsoft.com/office/drawing/2014/main" id="{8E8E732E-7040-4F67-8E00-BFF89B835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1988" y="2060575"/>
            <a:ext cx="8305800" cy="4076700"/>
          </a:xfrm>
          <a:noFill/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Series of reads &amp; writes, followed by commit or abort.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We will assume that write is atomic on disk.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In practice, additional details to deal with non-atomic writes. We discussed how we do this earlier. </a:t>
            </a:r>
          </a:p>
          <a:p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Strict 2PL. </a:t>
            </a:r>
          </a:p>
          <a:p>
            <a:r>
              <a:rPr lang="en-US" altLang="en-US" sz="2400" dirty="0">
                <a:solidFill>
                  <a:srgbClr val="000000"/>
                </a:solidFill>
                <a:latin typeface="Helvetica Neue" charset="0"/>
              </a:rPr>
              <a:t>STEAL, NO-FORCE </a:t>
            </a:r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buffer management, with Write-Ahead Logging.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A50DC485-B4EF-4E77-A955-D51E03294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0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B2E2CDCD-A660-4947-934B-76A1A88DA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000">
              <a:solidFill>
                <a:srgbClr val="CF0E30"/>
              </a:solidFill>
              <a:latin typeface="Helvetica Neue" charset="0"/>
            </a:endParaRPr>
          </a:p>
        </p:txBody>
      </p:sp>
      <p:sp>
        <p:nvSpPr>
          <p:cNvPr id="63491" name="Rectangle 4">
            <a:extLst>
              <a:ext uri="{FF2B5EF4-FFF2-40B4-BE49-F238E27FC236}">
                <a16:creationId xmlns:a16="http://schemas.microsoft.com/office/drawing/2014/main" id="{688F77FD-B992-44CE-9C79-4CB1BB8FD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sz="3600">
                <a:latin typeface="Helvetica Neue" charset="0"/>
              </a:rPr>
              <a:t>Checkpointing</a:t>
            </a:r>
          </a:p>
        </p:txBody>
      </p:sp>
      <p:sp>
        <p:nvSpPr>
          <p:cNvPr id="63492" name="Rectangle 5">
            <a:extLst>
              <a:ext uri="{FF2B5EF4-FFF2-40B4-BE49-F238E27FC236}">
                <a16:creationId xmlns:a16="http://schemas.microsoft.com/office/drawing/2014/main" id="{40BAE504-2829-47DE-A584-FCBE1BFA8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1420813"/>
            <a:ext cx="8534400" cy="5291137"/>
          </a:xfrm>
          <a:noFill/>
        </p:spPr>
        <p:txBody>
          <a:bodyPr/>
          <a:lstStyle/>
          <a:p>
            <a:r>
              <a:rPr lang="en-US" altLang="en-US" sz="2400" dirty="0">
                <a:solidFill>
                  <a:srgbClr val="000000"/>
                </a:solidFill>
                <a:latin typeface="Helvetica Neue" charset="0"/>
              </a:rPr>
              <a:t>Periodically, the DBMS creates a </a:t>
            </a:r>
            <a:r>
              <a:rPr lang="en-US" altLang="en-US" sz="2400" u="sng" dirty="0">
                <a:solidFill>
                  <a:srgbClr val="000000"/>
                </a:solidFill>
                <a:latin typeface="Helvetica Neue" charset="0"/>
              </a:rPr>
              <a:t>checkpoint</a:t>
            </a:r>
            <a:r>
              <a:rPr lang="en-US" altLang="en-US" sz="2400" dirty="0">
                <a:solidFill>
                  <a:srgbClr val="000000"/>
                </a:solidFill>
                <a:latin typeface="Helvetica Neue" charset="0"/>
              </a:rPr>
              <a:t>, in order to minimize the time taken to recover in the event of a system crash.  Write to log: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Begin checkpoint record:  Indicates when chkpt began.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End checkpoint record:  Contains current </a:t>
            </a:r>
            <a:r>
              <a:rPr lang="en-US" altLang="en-US" i="1" dirty="0">
                <a:solidFill>
                  <a:srgbClr val="000000"/>
                </a:solidFill>
                <a:latin typeface="Helvetica Neue" charset="0"/>
              </a:rPr>
              <a:t>Xact table </a:t>
            </a:r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and </a:t>
            </a:r>
            <a:r>
              <a:rPr lang="en-US" altLang="en-US" i="1" dirty="0">
                <a:solidFill>
                  <a:srgbClr val="000000"/>
                </a:solidFill>
                <a:latin typeface="Helvetica Neue" charset="0"/>
              </a:rPr>
              <a:t>dirty page table</a:t>
            </a:r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.  This is a `fuzzy checkpoint</a:t>
            </a:r>
            <a:r>
              <a:rPr lang="ja-JP" altLang="en-US">
                <a:solidFill>
                  <a:srgbClr val="000000"/>
                </a:solidFill>
                <a:latin typeface="Helvetica Neue" charset="0"/>
              </a:rPr>
              <a:t>’</a:t>
            </a:r>
            <a:r>
              <a:rPr lang="en-US" altLang="ja-JP" dirty="0">
                <a:solidFill>
                  <a:srgbClr val="000000"/>
                </a:solidFill>
                <a:latin typeface="Helvetica Neue" charset="0"/>
              </a:rPr>
              <a:t>: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Other </a:t>
            </a:r>
            <a:r>
              <a:rPr lang="en-US" altLang="en-US" dirty="0" err="1">
                <a:solidFill>
                  <a:srgbClr val="000000"/>
                </a:solidFill>
                <a:latin typeface="Helvetica Neue" charset="0"/>
              </a:rPr>
              <a:t>Xacts</a:t>
            </a:r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 continue to run; so these tables accurate only as of the time of the begin checkpoint record.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No attempt to force dirty pages to disk; effectiveness of checkpoint is limited by the oldest unwritten change to a dirty page. (So it</a:t>
            </a:r>
            <a:r>
              <a:rPr lang="ja-JP" altLang="en-US">
                <a:solidFill>
                  <a:srgbClr val="000000"/>
                </a:solidFill>
                <a:latin typeface="Helvetica Neue" charset="0"/>
              </a:rPr>
              <a:t>’</a:t>
            </a:r>
            <a:r>
              <a:rPr lang="en-US" altLang="ja-JP" dirty="0">
                <a:solidFill>
                  <a:srgbClr val="000000"/>
                </a:solidFill>
                <a:latin typeface="Helvetica Neue" charset="0"/>
              </a:rPr>
              <a:t>s a good idea to periodically flush dirty pages to disk!)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Store LSN of chkpt record in a safe place (</a:t>
            </a:r>
            <a:r>
              <a:rPr lang="en-US" altLang="en-US" i="1" dirty="0">
                <a:solidFill>
                  <a:srgbClr val="000000"/>
                </a:solidFill>
                <a:latin typeface="Helvetica Neue" charset="0"/>
              </a:rPr>
              <a:t>master </a:t>
            </a:r>
            <a:r>
              <a:rPr lang="en-US" altLang="en-US" dirty="0">
                <a:solidFill>
                  <a:srgbClr val="000000"/>
                </a:solidFill>
                <a:latin typeface="Helvetica Neue" charset="0"/>
              </a:rPr>
              <a:t>record).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62" descr="Medium Wood">
            <a:extLst>
              <a:ext uri="{FF2B5EF4-FFF2-40B4-BE49-F238E27FC236}">
                <a16:creationId xmlns:a16="http://schemas.microsoft.com/office/drawing/2014/main" id="{50755E1B-66BB-46D5-AAC0-A1C34A24B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1828800"/>
            <a:ext cx="1628775" cy="6858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5538" name="Oval 63" descr="Oak">
            <a:extLst>
              <a:ext uri="{FF2B5EF4-FFF2-40B4-BE49-F238E27FC236}">
                <a16:creationId xmlns:a16="http://schemas.microsoft.com/office/drawing/2014/main" id="{E7A55540-0AB3-4D42-932B-65CB466F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1835150"/>
            <a:ext cx="501650" cy="673100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5539" name="Line 64">
            <a:extLst>
              <a:ext uri="{FF2B5EF4-FFF2-40B4-BE49-F238E27FC236}">
                <a16:creationId xmlns:a16="http://schemas.microsoft.com/office/drawing/2014/main" id="{ABB89886-1685-4CBC-919D-4B9D8C9CC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775" y="1828800"/>
            <a:ext cx="1628775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40" name="Line 65">
            <a:extLst>
              <a:ext uri="{FF2B5EF4-FFF2-40B4-BE49-F238E27FC236}">
                <a16:creationId xmlns:a16="http://schemas.microsoft.com/office/drawing/2014/main" id="{07453826-3B6F-488F-A81D-9D8CC1735F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775" y="2514600"/>
            <a:ext cx="1628775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41" name="Arc 66" descr="Medium Wood">
            <a:extLst>
              <a:ext uri="{FF2B5EF4-FFF2-40B4-BE49-F238E27FC236}">
                <a16:creationId xmlns:a16="http://schemas.microsoft.com/office/drawing/2014/main" id="{1D7480B1-91DB-44AB-A635-18665F5193BA}"/>
              </a:ext>
            </a:extLst>
          </p:cNvPr>
          <p:cNvSpPr>
            <a:spLocks/>
          </p:cNvSpPr>
          <p:nvPr/>
        </p:nvSpPr>
        <p:spPr bwMode="auto">
          <a:xfrm>
            <a:off x="2487613" y="1830388"/>
            <a:ext cx="171450" cy="685800"/>
          </a:xfrm>
          <a:custGeom>
            <a:avLst/>
            <a:gdLst>
              <a:gd name="T0" fmla="*/ 2147483646 w 21600"/>
              <a:gd name="T1" fmla="*/ 0 h 43177"/>
              <a:gd name="T2" fmla="*/ 0 w 21600"/>
              <a:gd name="T3" fmla="*/ 2147483646 h 43177"/>
              <a:gd name="T4" fmla="*/ 0 w 21600"/>
              <a:gd name="T5" fmla="*/ 2147483646 h 43177"/>
              <a:gd name="T6" fmla="*/ 0 60000 65536"/>
              <a:gd name="T7" fmla="*/ 0 60000 65536"/>
              <a:gd name="T8" fmla="*/ 0 60000 65536"/>
              <a:gd name="T9" fmla="*/ 0 w 21600"/>
              <a:gd name="T10" fmla="*/ 0 h 43177"/>
              <a:gd name="T11" fmla="*/ 21600 w 21600"/>
              <a:gd name="T12" fmla="*/ 43177 h 431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77" fill="none" extrusionOk="0">
                <a:moveTo>
                  <a:pt x="998" y="0"/>
                </a:moveTo>
                <a:cubicBezTo>
                  <a:pt x="12527" y="533"/>
                  <a:pt x="21600" y="10036"/>
                  <a:pt x="21600" y="21577"/>
                </a:cubicBezTo>
                <a:cubicBezTo>
                  <a:pt x="21600" y="33506"/>
                  <a:pt x="11929" y="43176"/>
                  <a:pt x="0" y="43177"/>
                </a:cubicBezTo>
              </a:path>
              <a:path w="21600" h="43177" stroke="0" extrusionOk="0">
                <a:moveTo>
                  <a:pt x="998" y="0"/>
                </a:moveTo>
                <a:cubicBezTo>
                  <a:pt x="12527" y="533"/>
                  <a:pt x="21600" y="10036"/>
                  <a:pt x="21600" y="21577"/>
                </a:cubicBezTo>
                <a:cubicBezTo>
                  <a:pt x="21600" y="33506"/>
                  <a:pt x="11929" y="43176"/>
                  <a:pt x="0" y="43177"/>
                </a:cubicBezTo>
                <a:lnTo>
                  <a:pt x="0" y="21577"/>
                </a:lnTo>
                <a:lnTo>
                  <a:pt x="998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12700" cap="rnd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AU"/>
          </a:p>
        </p:txBody>
      </p:sp>
      <p:sp>
        <p:nvSpPr>
          <p:cNvPr id="65542" name="Oval 67">
            <a:extLst>
              <a:ext uri="{FF2B5EF4-FFF2-40B4-BE49-F238E27FC236}">
                <a16:creationId xmlns:a16="http://schemas.microsoft.com/office/drawing/2014/main" id="{EEBA10DB-83BA-44FD-92CF-41C04E369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1933575"/>
            <a:ext cx="330200" cy="47625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5543" name="Oval 68">
            <a:extLst>
              <a:ext uri="{FF2B5EF4-FFF2-40B4-BE49-F238E27FC236}">
                <a16:creationId xmlns:a16="http://schemas.microsoft.com/office/drawing/2014/main" id="{A59533C7-F722-4452-A8C0-2E5214A9E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2030413"/>
            <a:ext cx="158750" cy="282575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5544" name="Rectangle 2">
            <a:extLst>
              <a:ext uri="{FF2B5EF4-FFF2-40B4-BE49-F238E27FC236}">
                <a16:creationId xmlns:a16="http://schemas.microsoft.com/office/drawing/2014/main" id="{F99CF447-B719-42C9-A0D0-39D16E938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5545" name="Rectangle 3">
            <a:extLst>
              <a:ext uri="{FF2B5EF4-FFF2-40B4-BE49-F238E27FC236}">
                <a16:creationId xmlns:a16="http://schemas.microsoft.com/office/drawing/2014/main" id="{8E560A77-64FC-4158-8A97-22BDE36D8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5546" name="Rectangle 4">
            <a:extLst>
              <a:ext uri="{FF2B5EF4-FFF2-40B4-BE49-F238E27FC236}">
                <a16:creationId xmlns:a16="http://schemas.microsoft.com/office/drawing/2014/main" id="{A3DA6629-3910-4BD4-BB17-D93B46405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19100"/>
            <a:ext cx="8305800" cy="1104900"/>
          </a:xfrm>
          <a:noFill/>
        </p:spPr>
        <p:txBody>
          <a:bodyPr/>
          <a:lstStyle/>
          <a:p>
            <a:r>
              <a:rPr lang="en-US" altLang="en-US"/>
              <a:t>The Big Picture:  What</a:t>
            </a:r>
            <a:r>
              <a:rPr lang="ja-JP" altLang="en-US"/>
              <a:t>’</a:t>
            </a:r>
            <a:r>
              <a:rPr lang="en-US" altLang="ja-JP"/>
              <a:t>s Stored Where</a:t>
            </a:r>
            <a:endParaRPr lang="en-US" altLang="en-US"/>
          </a:p>
        </p:txBody>
      </p:sp>
      <p:grpSp>
        <p:nvGrpSpPr>
          <p:cNvPr id="65547" name="Group 9">
            <a:extLst>
              <a:ext uri="{FF2B5EF4-FFF2-40B4-BE49-F238E27FC236}">
                <a16:creationId xmlns:a16="http://schemas.microsoft.com/office/drawing/2014/main" id="{94AFCA01-A0AF-4B1F-88C6-C998CFF836DF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854200"/>
            <a:ext cx="1296988" cy="1270000"/>
            <a:chOff x="2400" y="1168"/>
            <a:chExt cx="817" cy="800"/>
          </a:xfrm>
        </p:grpSpPr>
        <p:sp>
          <p:nvSpPr>
            <p:cNvPr id="65591" name="Oval 5">
              <a:extLst>
                <a:ext uri="{FF2B5EF4-FFF2-40B4-BE49-F238E27FC236}">
                  <a16:creationId xmlns:a16="http://schemas.microsoft.com/office/drawing/2014/main" id="{739CF18D-D5FF-4A65-A4EA-AE2F99E0A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168"/>
              <a:ext cx="784" cy="104"/>
            </a:xfrm>
            <a:prstGeom prst="ellipse">
              <a:avLst/>
            </a:prstGeom>
            <a:noFill/>
            <a:ln w="50800">
              <a:solidFill>
                <a:srgbClr val="CF0E3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AU" altLang="en-US" sz="2400">
                <a:solidFill>
                  <a:srgbClr val="CF0E30"/>
                </a:solidFill>
              </a:endParaRPr>
            </a:p>
          </p:txBody>
        </p:sp>
        <p:sp>
          <p:nvSpPr>
            <p:cNvPr id="65592" name="Line 6">
              <a:extLst>
                <a:ext uri="{FF2B5EF4-FFF2-40B4-BE49-F238E27FC236}">
                  <a16:creationId xmlns:a16="http://schemas.microsoft.com/office/drawing/2014/main" id="{3633F704-EE5B-4EB7-AC86-81D59F0C7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220"/>
              <a:ext cx="0" cy="612"/>
            </a:xfrm>
            <a:prstGeom prst="line">
              <a:avLst/>
            </a:prstGeom>
            <a:noFill/>
            <a:ln w="50800">
              <a:solidFill>
                <a:srgbClr val="CF0E3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5593" name="Line 7">
              <a:extLst>
                <a:ext uri="{FF2B5EF4-FFF2-40B4-BE49-F238E27FC236}">
                  <a16:creationId xmlns:a16="http://schemas.microsoft.com/office/drawing/2014/main" id="{4349F3A2-9F41-4E48-8F39-FE5D80135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220"/>
              <a:ext cx="0" cy="612"/>
            </a:xfrm>
            <a:prstGeom prst="line">
              <a:avLst/>
            </a:prstGeom>
            <a:noFill/>
            <a:ln w="50800">
              <a:solidFill>
                <a:srgbClr val="CF0E3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5594" name="Arc 8">
              <a:extLst>
                <a:ext uri="{FF2B5EF4-FFF2-40B4-BE49-F238E27FC236}">
                  <a16:creationId xmlns:a16="http://schemas.microsoft.com/office/drawing/2014/main" id="{F6C2EB65-0C2C-4F4C-AA7F-FE655EA55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1832"/>
              <a:ext cx="816" cy="136"/>
            </a:xfrm>
            <a:custGeom>
              <a:avLst/>
              <a:gdLst>
                <a:gd name="T0" fmla="*/ 0 w 43198"/>
                <a:gd name="T1" fmla="*/ 0 h 21600"/>
                <a:gd name="T2" fmla="*/ 0 w 43198"/>
                <a:gd name="T3" fmla="*/ 0 h 21600"/>
                <a:gd name="T4" fmla="*/ 0 w 43198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98"/>
                <a:gd name="T10" fmla="*/ 0 h 21600"/>
                <a:gd name="T11" fmla="*/ 43198 w 431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8" h="21600" fill="none" extrusionOk="0">
                  <a:moveTo>
                    <a:pt x="43198" y="0"/>
                  </a:moveTo>
                  <a:cubicBezTo>
                    <a:pt x="43198" y="11929"/>
                    <a:pt x="33527" y="21600"/>
                    <a:pt x="21598" y="21600"/>
                  </a:cubicBezTo>
                  <a:cubicBezTo>
                    <a:pt x="9792" y="21600"/>
                    <a:pt x="174" y="12122"/>
                    <a:pt x="0" y="317"/>
                  </a:cubicBezTo>
                </a:path>
                <a:path w="43198" h="21600" stroke="0" extrusionOk="0">
                  <a:moveTo>
                    <a:pt x="43198" y="0"/>
                  </a:moveTo>
                  <a:cubicBezTo>
                    <a:pt x="43198" y="11929"/>
                    <a:pt x="33527" y="21600"/>
                    <a:pt x="21598" y="21600"/>
                  </a:cubicBezTo>
                  <a:cubicBezTo>
                    <a:pt x="9792" y="21600"/>
                    <a:pt x="174" y="12122"/>
                    <a:pt x="0" y="317"/>
                  </a:cubicBezTo>
                  <a:lnTo>
                    <a:pt x="21598" y="0"/>
                  </a:lnTo>
                  <a:lnTo>
                    <a:pt x="43198" y="0"/>
                  </a:lnTo>
                  <a:close/>
                </a:path>
              </a:pathLst>
            </a:custGeom>
            <a:noFill/>
            <a:ln w="50800" cap="rnd">
              <a:solidFill>
                <a:srgbClr val="CF0E3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65548" name="Rectangle 10">
            <a:extLst>
              <a:ext uri="{FF2B5EF4-FFF2-40B4-BE49-F238E27FC236}">
                <a16:creationId xmlns:a16="http://schemas.microsoft.com/office/drawing/2014/main" id="{0FE24A8A-E6B3-4650-8609-9D520FBD7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8" y="2273300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</a:rPr>
              <a:t>DB</a:t>
            </a:r>
          </a:p>
        </p:txBody>
      </p:sp>
      <p:sp>
        <p:nvSpPr>
          <p:cNvPr id="65549" name="Rectangle 11">
            <a:extLst>
              <a:ext uri="{FF2B5EF4-FFF2-40B4-BE49-F238E27FC236}">
                <a16:creationId xmlns:a16="http://schemas.microsoft.com/office/drawing/2014/main" id="{7BF3ABE6-35B6-48D7-B433-CE2E3F520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338" y="3308350"/>
            <a:ext cx="21574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latin typeface="Arial" panose="020B0604020202020204" pitchFamily="34" charset="0"/>
              </a:rPr>
              <a:t>Data pages</a:t>
            </a:r>
            <a:endParaRPr lang="en-US" altLang="en-US" sz="200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000">
                <a:solidFill>
                  <a:srgbClr val="CF0E30"/>
                </a:solidFill>
                <a:latin typeface="Arial" panose="020B0604020202020204" pitchFamily="34" charset="0"/>
              </a:rPr>
              <a:t>each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F0E30"/>
                </a:solidFill>
                <a:latin typeface="Arial" panose="020B0604020202020204" pitchFamily="34" charset="0"/>
              </a:rPr>
              <a:t>	with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F0E30"/>
                </a:solidFill>
                <a:latin typeface="Arial" panose="020B0604020202020204" pitchFamily="34" charset="0"/>
              </a:rPr>
              <a:t>	pageLSN</a:t>
            </a:r>
          </a:p>
        </p:txBody>
      </p:sp>
      <p:sp>
        <p:nvSpPr>
          <p:cNvPr id="65550" name="Rectangle 12">
            <a:extLst>
              <a:ext uri="{FF2B5EF4-FFF2-40B4-BE49-F238E27FC236}">
                <a16:creationId xmlns:a16="http://schemas.microsoft.com/office/drawing/2014/main" id="{D87C463C-48A7-4F8C-9C9D-41602EEBA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3001963"/>
            <a:ext cx="2573338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AD6900"/>
                </a:solidFill>
                <a:latin typeface="Arial" panose="020B0604020202020204" pitchFamily="34" charset="0"/>
              </a:rPr>
              <a:t>Xact Table</a:t>
            </a:r>
            <a:endParaRPr lang="en-US" altLang="en-US" sz="2000">
              <a:solidFill>
                <a:srgbClr val="AD69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lastLSN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status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AD6900"/>
                </a:solidFill>
                <a:latin typeface="Arial" panose="020B0604020202020204" pitchFamily="34" charset="0"/>
              </a:rPr>
              <a:t>Dirty Page Table</a:t>
            </a:r>
            <a:endParaRPr lang="en-US" altLang="en-US" sz="20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recLSN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AD6900"/>
                </a:solidFill>
                <a:latin typeface="Arial" panose="020B0604020202020204" pitchFamily="34" charset="0"/>
              </a:rPr>
              <a:t>flushedLSN</a:t>
            </a:r>
            <a:endParaRPr lang="en-US" altLang="en-US" sz="2000">
              <a:solidFill>
                <a:srgbClr val="AD69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AD6900"/>
              </a:solidFill>
              <a:latin typeface="Arial" panose="020B0604020202020204" pitchFamily="34" charset="0"/>
            </a:endParaRPr>
          </a:p>
        </p:txBody>
      </p:sp>
      <p:sp>
        <p:nvSpPr>
          <p:cNvPr id="65551" name="Rectangle 13">
            <a:extLst>
              <a:ext uri="{FF2B5EF4-FFF2-40B4-BE49-F238E27FC236}">
                <a16:creationId xmlns:a16="http://schemas.microsoft.com/office/drawing/2014/main" id="{3BF1E301-95B2-4B4A-8E3B-428FC1540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900238"/>
            <a:ext cx="1617663" cy="836612"/>
          </a:xfrm>
          <a:prstGeom prst="rect">
            <a:avLst/>
          </a:prstGeom>
          <a:solidFill>
            <a:srgbClr val="F6BF69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5552" name="Line 14">
            <a:extLst>
              <a:ext uri="{FF2B5EF4-FFF2-40B4-BE49-F238E27FC236}">
                <a16:creationId xmlns:a16="http://schemas.microsoft.com/office/drawing/2014/main" id="{4DDC2BBF-AD9A-40D8-8438-E12260B70D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828800"/>
            <a:ext cx="46038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53" name="Line 15">
            <a:extLst>
              <a:ext uri="{FF2B5EF4-FFF2-40B4-BE49-F238E27FC236}">
                <a16:creationId xmlns:a16="http://schemas.microsoft.com/office/drawing/2014/main" id="{00EF1C4C-5E5F-4712-8EED-165D4FC972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8888" y="1828800"/>
            <a:ext cx="46037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54" name="Line 16">
            <a:extLst>
              <a:ext uri="{FF2B5EF4-FFF2-40B4-BE49-F238E27FC236}">
                <a16:creationId xmlns:a16="http://schemas.microsoft.com/office/drawing/2014/main" id="{73B4307F-C3F4-468A-A279-06F4EDECCC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9375" y="1828800"/>
            <a:ext cx="46038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55" name="Rectangle 17">
            <a:extLst>
              <a:ext uri="{FF2B5EF4-FFF2-40B4-BE49-F238E27FC236}">
                <a16:creationId xmlns:a16="http://schemas.microsoft.com/office/drawing/2014/main" id="{CB0072E1-2753-4328-9CB3-3EEE408C4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2119313"/>
            <a:ext cx="91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RAM</a:t>
            </a:r>
          </a:p>
        </p:txBody>
      </p:sp>
      <p:sp>
        <p:nvSpPr>
          <p:cNvPr id="65556" name="Line 18">
            <a:extLst>
              <a:ext uri="{FF2B5EF4-FFF2-40B4-BE49-F238E27FC236}">
                <a16:creationId xmlns:a16="http://schemas.microsoft.com/office/drawing/2014/main" id="{A690941F-0656-4BE3-A574-94B1475DDF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19863" y="1828800"/>
            <a:ext cx="46037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57" name="Line 19">
            <a:extLst>
              <a:ext uri="{FF2B5EF4-FFF2-40B4-BE49-F238E27FC236}">
                <a16:creationId xmlns:a16="http://schemas.microsoft.com/office/drawing/2014/main" id="{BDF03379-452F-4A0B-8EF2-888BE0576C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0350" y="1828800"/>
            <a:ext cx="46038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58" name="Line 20">
            <a:extLst>
              <a:ext uri="{FF2B5EF4-FFF2-40B4-BE49-F238E27FC236}">
                <a16:creationId xmlns:a16="http://schemas.microsoft.com/office/drawing/2014/main" id="{ED03505B-A049-4C71-BE23-ACE315C0A4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0838" y="1828800"/>
            <a:ext cx="46037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59" name="Line 21">
            <a:extLst>
              <a:ext uri="{FF2B5EF4-FFF2-40B4-BE49-F238E27FC236}">
                <a16:creationId xmlns:a16="http://schemas.microsoft.com/office/drawing/2014/main" id="{D4326A9F-5253-47FF-817F-565266C710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1325" y="1828800"/>
            <a:ext cx="46038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0" name="Line 22">
            <a:extLst>
              <a:ext uri="{FF2B5EF4-FFF2-40B4-BE49-F238E27FC236}">
                <a16:creationId xmlns:a16="http://schemas.microsoft.com/office/drawing/2014/main" id="{FB1DAF2F-E556-486A-BAA2-BCD788F3E0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83400" y="1828800"/>
            <a:ext cx="44450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1" name="Line 23">
            <a:extLst>
              <a:ext uri="{FF2B5EF4-FFF2-40B4-BE49-F238E27FC236}">
                <a16:creationId xmlns:a16="http://schemas.microsoft.com/office/drawing/2014/main" id="{F9BB32F2-8043-4501-AA17-034B5DB859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73888" y="1828800"/>
            <a:ext cx="44450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2" name="Line 24">
            <a:extLst>
              <a:ext uri="{FF2B5EF4-FFF2-40B4-BE49-F238E27FC236}">
                <a16:creationId xmlns:a16="http://schemas.microsoft.com/office/drawing/2014/main" id="{A224FC04-B404-467D-9117-2CB041ACD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64375" y="1828800"/>
            <a:ext cx="44450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3" name="Line 25">
            <a:extLst>
              <a:ext uri="{FF2B5EF4-FFF2-40B4-BE49-F238E27FC236}">
                <a16:creationId xmlns:a16="http://schemas.microsoft.com/office/drawing/2014/main" id="{18C5431B-25BF-4D88-AC19-C6858670FD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4863" y="1828800"/>
            <a:ext cx="44450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4" name="Line 26">
            <a:extLst>
              <a:ext uri="{FF2B5EF4-FFF2-40B4-BE49-F238E27FC236}">
                <a16:creationId xmlns:a16="http://schemas.microsoft.com/office/drawing/2014/main" id="{69E29065-44C5-4D1F-A56F-2D43111159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5350" y="1828800"/>
            <a:ext cx="44450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5" name="Line 27">
            <a:extLst>
              <a:ext uri="{FF2B5EF4-FFF2-40B4-BE49-F238E27FC236}">
                <a16:creationId xmlns:a16="http://schemas.microsoft.com/office/drawing/2014/main" id="{DF80BD41-CB2E-443B-A9F8-0089558C1E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5838" y="1828800"/>
            <a:ext cx="46037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6" name="Line 28">
            <a:extLst>
              <a:ext uri="{FF2B5EF4-FFF2-40B4-BE49-F238E27FC236}">
                <a16:creationId xmlns:a16="http://schemas.microsoft.com/office/drawing/2014/main" id="{838DF8C0-37BE-481B-BBB4-4FCEAD65A8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6325" y="1828800"/>
            <a:ext cx="46038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7" name="Line 29">
            <a:extLst>
              <a:ext uri="{FF2B5EF4-FFF2-40B4-BE49-F238E27FC236}">
                <a16:creationId xmlns:a16="http://schemas.microsoft.com/office/drawing/2014/main" id="{230E1EC9-9183-49AB-A9D2-82663C0CD4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16813" y="1828800"/>
            <a:ext cx="46037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8" name="Line 30">
            <a:extLst>
              <a:ext uri="{FF2B5EF4-FFF2-40B4-BE49-F238E27FC236}">
                <a16:creationId xmlns:a16="http://schemas.microsoft.com/office/drawing/2014/main" id="{2A5DC798-3BB4-4647-A530-5CEB4DFF13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07300" y="1828800"/>
            <a:ext cx="46038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69" name="Line 31">
            <a:extLst>
              <a:ext uri="{FF2B5EF4-FFF2-40B4-BE49-F238E27FC236}">
                <a16:creationId xmlns:a16="http://schemas.microsoft.com/office/drawing/2014/main" id="{6ADCF706-CBF9-4D72-85AA-B21F335C9B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7788" y="1828800"/>
            <a:ext cx="46037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70" name="Line 32">
            <a:extLst>
              <a:ext uri="{FF2B5EF4-FFF2-40B4-BE49-F238E27FC236}">
                <a16:creationId xmlns:a16="http://schemas.microsoft.com/office/drawing/2014/main" id="{A0C9F495-86FD-48DE-A970-20219F530A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88275" y="1828800"/>
            <a:ext cx="46038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71" name="Line 33">
            <a:extLst>
              <a:ext uri="{FF2B5EF4-FFF2-40B4-BE49-F238E27FC236}">
                <a16:creationId xmlns:a16="http://schemas.microsoft.com/office/drawing/2014/main" id="{3FB8A13F-6A89-457D-9EC0-24AC67BC5E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78763" y="1828800"/>
            <a:ext cx="46037" cy="650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72" name="Line 34">
            <a:extLst>
              <a:ext uri="{FF2B5EF4-FFF2-40B4-BE49-F238E27FC236}">
                <a16:creationId xmlns:a16="http://schemas.microsoft.com/office/drawing/2014/main" id="{A916F9EF-99A2-48CE-9505-4C6900B491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78763" y="2678113"/>
            <a:ext cx="46037" cy="65087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grpSp>
        <p:nvGrpSpPr>
          <p:cNvPr id="65573" name="Group 43">
            <a:extLst>
              <a:ext uri="{FF2B5EF4-FFF2-40B4-BE49-F238E27FC236}">
                <a16:creationId xmlns:a16="http://schemas.microsoft.com/office/drawing/2014/main" id="{BB0479A5-71E8-4059-9192-8BA942B898E6}"/>
              </a:ext>
            </a:extLst>
          </p:cNvPr>
          <p:cNvGrpSpPr>
            <a:grpSpLocks/>
          </p:cNvGrpSpPr>
          <p:nvPr/>
        </p:nvGrpSpPr>
        <p:grpSpPr bwMode="auto">
          <a:xfrm>
            <a:off x="1465263" y="3170238"/>
            <a:ext cx="1682750" cy="2568575"/>
            <a:chOff x="923" y="1997"/>
            <a:chExt cx="1060" cy="1618"/>
          </a:xfrm>
        </p:grpSpPr>
        <p:sp>
          <p:nvSpPr>
            <p:cNvPr id="65583" name="Rectangle 35">
              <a:extLst>
                <a:ext uri="{FF2B5EF4-FFF2-40B4-BE49-F238E27FC236}">
                  <a16:creationId xmlns:a16="http://schemas.microsoft.com/office/drawing/2014/main" id="{76649133-8906-425C-B183-271FCBBF2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1997"/>
              <a:ext cx="7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prevLSN</a:t>
              </a:r>
            </a:p>
          </p:txBody>
        </p:sp>
        <p:sp>
          <p:nvSpPr>
            <p:cNvPr id="65584" name="Rectangle 36">
              <a:extLst>
                <a:ext uri="{FF2B5EF4-FFF2-40B4-BE49-F238E27FC236}">
                  <a16:creationId xmlns:a16="http://schemas.microsoft.com/office/drawing/2014/main" id="{F4610240-5104-4D0C-B37A-2CC95F74F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2193"/>
              <a:ext cx="3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XID</a:t>
              </a:r>
            </a:p>
          </p:txBody>
        </p:sp>
        <p:sp>
          <p:nvSpPr>
            <p:cNvPr id="65585" name="Rectangle 37">
              <a:extLst>
                <a:ext uri="{FF2B5EF4-FFF2-40B4-BE49-F238E27FC236}">
                  <a16:creationId xmlns:a16="http://schemas.microsoft.com/office/drawing/2014/main" id="{4813B9A2-6362-4930-BCF4-F6556689D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2389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type</a:t>
              </a:r>
            </a:p>
          </p:txBody>
        </p:sp>
        <p:sp>
          <p:nvSpPr>
            <p:cNvPr id="65586" name="Rectangle 38">
              <a:extLst>
                <a:ext uri="{FF2B5EF4-FFF2-40B4-BE49-F238E27FC236}">
                  <a16:creationId xmlns:a16="http://schemas.microsoft.com/office/drawing/2014/main" id="{DDEA259F-77F0-40BE-BC92-2B4105B1B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2778"/>
              <a:ext cx="5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length</a:t>
              </a:r>
            </a:p>
          </p:txBody>
        </p:sp>
        <p:sp>
          <p:nvSpPr>
            <p:cNvPr id="65587" name="Rectangle 39">
              <a:extLst>
                <a:ext uri="{FF2B5EF4-FFF2-40B4-BE49-F238E27FC236}">
                  <a16:creationId xmlns:a16="http://schemas.microsoft.com/office/drawing/2014/main" id="{3361A4B7-F58E-4EA4-B4FC-D8C159538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2582"/>
              <a:ext cx="6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pageID</a:t>
              </a:r>
            </a:p>
          </p:txBody>
        </p:sp>
        <p:sp>
          <p:nvSpPr>
            <p:cNvPr id="65588" name="Rectangle 40">
              <a:extLst>
                <a:ext uri="{FF2B5EF4-FFF2-40B4-BE49-F238E27FC236}">
                  <a16:creationId xmlns:a16="http://schemas.microsoft.com/office/drawing/2014/main" id="{5CEE7BEB-AE36-4502-A95F-3E1507F3B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2973"/>
              <a:ext cx="50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offset</a:t>
              </a:r>
            </a:p>
          </p:txBody>
        </p:sp>
        <p:sp>
          <p:nvSpPr>
            <p:cNvPr id="65589" name="Rectangle 41">
              <a:extLst>
                <a:ext uri="{FF2B5EF4-FFF2-40B4-BE49-F238E27FC236}">
                  <a16:creationId xmlns:a16="http://schemas.microsoft.com/office/drawing/2014/main" id="{1FA51C78-FB11-4C8F-ABC6-F6E930E0E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3167"/>
              <a:ext cx="10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before-image</a:t>
              </a:r>
            </a:p>
          </p:txBody>
        </p:sp>
        <p:sp>
          <p:nvSpPr>
            <p:cNvPr id="65590" name="Rectangle 42">
              <a:extLst>
                <a:ext uri="{FF2B5EF4-FFF2-40B4-BE49-F238E27FC236}">
                  <a16:creationId xmlns:a16="http://schemas.microsoft.com/office/drawing/2014/main" id="{C4124E54-DE83-4DAD-AD58-BBF071F23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" y="3365"/>
              <a:ext cx="9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Arial" panose="020B0604020202020204" pitchFamily="34" charset="0"/>
                </a:rPr>
                <a:t>after-image</a:t>
              </a:r>
            </a:p>
          </p:txBody>
        </p:sp>
      </p:grpSp>
      <p:sp>
        <p:nvSpPr>
          <p:cNvPr id="65574" name="Rectangle 44">
            <a:extLst>
              <a:ext uri="{FF2B5EF4-FFF2-40B4-BE49-F238E27FC236}">
                <a16:creationId xmlns:a16="http://schemas.microsoft.com/office/drawing/2014/main" id="{AB33B2D5-80E3-4C25-9C03-413E5CEAA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2798763"/>
            <a:ext cx="196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Arial" panose="020B0604020202020204" pitchFamily="34" charset="0"/>
              </a:rPr>
              <a:t>LogRecords</a:t>
            </a:r>
          </a:p>
        </p:txBody>
      </p:sp>
      <p:sp>
        <p:nvSpPr>
          <p:cNvPr id="65575" name="Line 45">
            <a:extLst>
              <a:ext uri="{FF2B5EF4-FFF2-40B4-BE49-F238E27FC236}">
                <a16:creationId xmlns:a16="http://schemas.microsoft.com/office/drawing/2014/main" id="{E69C570A-4CBD-43BB-8F1A-49786A0AE6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8575" y="4352925"/>
            <a:ext cx="0" cy="43656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76" name="Line 46">
            <a:extLst>
              <a:ext uri="{FF2B5EF4-FFF2-40B4-BE49-F238E27FC236}">
                <a16:creationId xmlns:a16="http://schemas.microsoft.com/office/drawing/2014/main" id="{9A8EA93E-BA27-47D7-9F8D-A336C7C395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8575" y="4168775"/>
            <a:ext cx="185738" cy="1841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77" name="Line 47">
            <a:extLst>
              <a:ext uri="{FF2B5EF4-FFF2-40B4-BE49-F238E27FC236}">
                <a16:creationId xmlns:a16="http://schemas.microsoft.com/office/drawing/2014/main" id="{62F9FA01-20A4-4A02-8B00-58CE7498B1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98575" y="5343525"/>
            <a:ext cx="185738" cy="1873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78" name="Rectangle 56">
            <a:extLst>
              <a:ext uri="{FF2B5EF4-FFF2-40B4-BE49-F238E27FC236}">
                <a16:creationId xmlns:a16="http://schemas.microsoft.com/office/drawing/2014/main" id="{B449D2F9-BD4F-4478-A136-39FF76E36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1965325"/>
            <a:ext cx="1527175" cy="706438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5579" name="Rectangle 57">
            <a:extLst>
              <a:ext uri="{FF2B5EF4-FFF2-40B4-BE49-F238E27FC236}">
                <a16:creationId xmlns:a16="http://schemas.microsoft.com/office/drawing/2014/main" id="{E2E326D6-5B24-454D-BDC1-FF34518ED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38" y="2043113"/>
            <a:ext cx="842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AFD00"/>
                </a:solidFill>
              </a:rPr>
              <a:t>LOG</a:t>
            </a:r>
          </a:p>
        </p:txBody>
      </p:sp>
      <p:sp>
        <p:nvSpPr>
          <p:cNvPr id="65580" name="Rectangle 58">
            <a:extLst>
              <a:ext uri="{FF2B5EF4-FFF2-40B4-BE49-F238E27FC236}">
                <a16:creationId xmlns:a16="http://schemas.microsoft.com/office/drawing/2014/main" id="{60943930-CB51-4746-AEE7-6FAF68827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5741988"/>
            <a:ext cx="221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Arial" panose="020B0604020202020204" pitchFamily="34" charset="0"/>
              </a:rPr>
              <a:t>master record</a:t>
            </a:r>
          </a:p>
        </p:txBody>
      </p:sp>
      <p:sp>
        <p:nvSpPr>
          <p:cNvPr id="65581" name="Line 59">
            <a:extLst>
              <a:ext uri="{FF2B5EF4-FFF2-40B4-BE49-F238E27FC236}">
                <a16:creationId xmlns:a16="http://schemas.microsoft.com/office/drawing/2014/main" id="{4B0078F0-8A9C-43E2-9866-7DD604C71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371600"/>
            <a:ext cx="0" cy="495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5582" name="Line 60">
            <a:extLst>
              <a:ext uri="{FF2B5EF4-FFF2-40B4-BE49-F238E27FC236}">
                <a16:creationId xmlns:a16="http://schemas.microsoft.com/office/drawing/2014/main" id="{64572714-CAA7-4EEB-98B7-3DFC320FC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371600"/>
            <a:ext cx="0" cy="495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CF487426-8272-4CED-80D6-87660BE6C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7586" name="Rectangle 4">
            <a:extLst>
              <a:ext uri="{FF2B5EF4-FFF2-40B4-BE49-F238E27FC236}">
                <a16:creationId xmlns:a16="http://schemas.microsoft.com/office/drawing/2014/main" id="{6DB9DCAB-76A6-4BB1-88FF-F2486E661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Simple Transaction Abort</a:t>
            </a:r>
          </a:p>
        </p:txBody>
      </p:sp>
      <p:sp>
        <p:nvSpPr>
          <p:cNvPr id="67587" name="Rectangle 5">
            <a:extLst>
              <a:ext uri="{FF2B5EF4-FFF2-40B4-BE49-F238E27FC236}">
                <a16:creationId xmlns:a16="http://schemas.microsoft.com/office/drawing/2014/main" id="{C78C2BE4-A0BF-4C1F-B815-FD25B5AA7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4076700"/>
          </a:xfrm>
          <a:noFill/>
        </p:spPr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For now, consider an explicit abort of a Xact.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No crash involved.</a:t>
            </a:r>
          </a:p>
          <a:p>
            <a:r>
              <a:rPr lang="en-US" altLang="en-US">
                <a:solidFill>
                  <a:srgbClr val="000000"/>
                </a:solidFill>
              </a:rPr>
              <a:t>We want to </a:t>
            </a:r>
            <a:r>
              <a:rPr lang="ja-JP" altLang="en-US">
                <a:solidFill>
                  <a:srgbClr val="000000"/>
                </a:solidFill>
              </a:rPr>
              <a:t>“</a:t>
            </a:r>
            <a:r>
              <a:rPr lang="en-US" altLang="ja-JP">
                <a:solidFill>
                  <a:srgbClr val="000000"/>
                </a:solidFill>
              </a:rPr>
              <a:t>play back</a:t>
            </a:r>
            <a:r>
              <a:rPr lang="ja-JP" altLang="en-US">
                <a:solidFill>
                  <a:srgbClr val="000000"/>
                </a:solidFill>
              </a:rPr>
              <a:t>”</a:t>
            </a:r>
            <a:r>
              <a:rPr lang="en-US" altLang="ja-JP">
                <a:solidFill>
                  <a:srgbClr val="000000"/>
                </a:solidFill>
              </a:rPr>
              <a:t> the log in reverse order, </a:t>
            </a:r>
            <a:r>
              <a:rPr lang="en-US" altLang="ja-JP" sz="2400">
                <a:solidFill>
                  <a:srgbClr val="000000"/>
                </a:solidFill>
              </a:rPr>
              <a:t>UNDO</a:t>
            </a:r>
            <a:r>
              <a:rPr lang="en-US" altLang="ja-JP">
                <a:solidFill>
                  <a:srgbClr val="000000"/>
                </a:solidFill>
              </a:rPr>
              <a:t>ing updates.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Get lastLSN of Xact from Xact table.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Can follow chain of log records backward via the prevLSN field.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Before starting UNDO, write an </a:t>
            </a:r>
            <a:r>
              <a:rPr lang="en-US" altLang="en-US" i="1">
                <a:solidFill>
                  <a:srgbClr val="000000"/>
                </a:solidFill>
              </a:rPr>
              <a:t>Abort </a:t>
            </a:r>
            <a:r>
              <a:rPr lang="en-US" altLang="en-US">
                <a:solidFill>
                  <a:srgbClr val="000000"/>
                </a:solidFill>
              </a:rPr>
              <a:t>log record.</a:t>
            </a:r>
          </a:p>
          <a:p>
            <a:pPr lvl="2"/>
            <a:r>
              <a:rPr lang="en-US" altLang="en-US">
                <a:solidFill>
                  <a:srgbClr val="000000"/>
                </a:solidFill>
              </a:rPr>
              <a:t>For recovering from crash during UNDO!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7ABE0792-C691-4751-904E-B8C9FD972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C5EAE640-C4B3-4264-A72B-0E99B3D1E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9635" name="Rectangle 4">
            <a:extLst>
              <a:ext uri="{FF2B5EF4-FFF2-40B4-BE49-F238E27FC236}">
                <a16:creationId xmlns:a16="http://schemas.microsoft.com/office/drawing/2014/main" id="{9B15C814-3314-4D61-8246-8F770CBAE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Abort, cont.</a:t>
            </a:r>
          </a:p>
        </p:txBody>
      </p:sp>
      <p:sp>
        <p:nvSpPr>
          <p:cNvPr id="69636" name="Rectangle 5">
            <a:extLst>
              <a:ext uri="{FF2B5EF4-FFF2-40B4-BE49-F238E27FC236}">
                <a16:creationId xmlns:a16="http://schemas.microsoft.com/office/drawing/2014/main" id="{21877027-7F36-4EEF-894E-202B3ADF4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0"/>
            <a:ext cx="8382000" cy="4076700"/>
          </a:xfrm>
          <a:noFill/>
        </p:spPr>
        <p:txBody>
          <a:bodyPr/>
          <a:lstStyle/>
          <a:p>
            <a:r>
              <a:rPr lang="en-US" altLang="en-US" sz="2400" dirty="0"/>
              <a:t>To perform </a:t>
            </a:r>
            <a:r>
              <a:rPr lang="en-US" altLang="en-US" sz="2000" dirty="0"/>
              <a:t>UNDO</a:t>
            </a:r>
            <a:r>
              <a:rPr lang="en-US" altLang="en-US" sz="2400" dirty="0"/>
              <a:t>, must have a lock on data!</a:t>
            </a:r>
          </a:p>
          <a:p>
            <a:pPr lvl="1"/>
            <a:r>
              <a:rPr lang="en-US" altLang="en-US" sz="2000" dirty="0"/>
              <a:t>No problem!</a:t>
            </a:r>
          </a:p>
          <a:p>
            <a:r>
              <a:rPr lang="en-US" altLang="en-US" sz="2400" dirty="0"/>
              <a:t>Before restoring old value of a page, write a CLR (Compensation Log Record):</a:t>
            </a:r>
          </a:p>
          <a:p>
            <a:pPr lvl="1"/>
            <a:r>
              <a:rPr lang="en-US" altLang="en-US" sz="2000" dirty="0"/>
              <a:t>You continue logging while you UNDO!!</a:t>
            </a:r>
          </a:p>
          <a:p>
            <a:pPr lvl="1"/>
            <a:r>
              <a:rPr lang="en-US" altLang="en-US" sz="2000" dirty="0"/>
              <a:t>CLR has one extra field: </a:t>
            </a:r>
            <a:r>
              <a:rPr lang="en-US" altLang="en-US" sz="2000" dirty="0" err="1">
                <a:solidFill>
                  <a:schemeClr val="accent2"/>
                </a:solidFill>
              </a:rPr>
              <a:t>undonextLSN</a:t>
            </a:r>
            <a:endParaRPr lang="en-US" altLang="en-US" sz="2000" dirty="0">
              <a:solidFill>
                <a:schemeClr val="accent2"/>
              </a:solidFill>
            </a:endParaRPr>
          </a:p>
          <a:p>
            <a:pPr lvl="2"/>
            <a:r>
              <a:rPr lang="en-US" altLang="en-US" sz="1800" dirty="0"/>
              <a:t>Points to the next LSN to undo (i.e. the </a:t>
            </a:r>
            <a:r>
              <a:rPr lang="en-US" altLang="en-US" sz="1800" dirty="0" err="1"/>
              <a:t>prevLSN</a:t>
            </a:r>
            <a:r>
              <a:rPr lang="en-US" altLang="en-US" sz="1800" dirty="0"/>
              <a:t> of the record we</a:t>
            </a:r>
            <a:r>
              <a:rPr lang="ja-JP" altLang="en-US" sz="1800"/>
              <a:t>’</a:t>
            </a:r>
            <a:r>
              <a:rPr lang="en-US" altLang="ja-JP" sz="1800" dirty="0"/>
              <a:t>re currently undoing).</a:t>
            </a:r>
          </a:p>
          <a:p>
            <a:pPr lvl="1"/>
            <a:r>
              <a:rPr lang="en-US" altLang="en-US" sz="2000" dirty="0"/>
              <a:t>CLRs </a:t>
            </a:r>
            <a:r>
              <a:rPr lang="en-US" altLang="en-US" sz="2000" i="1" dirty="0">
                <a:solidFill>
                  <a:schemeClr val="accent2"/>
                </a:solidFill>
              </a:rPr>
              <a:t>never</a:t>
            </a:r>
            <a:r>
              <a:rPr lang="en-US" altLang="en-US" sz="2000" dirty="0"/>
              <a:t> Undone (but they might be Redone when repeating history: guarantees Atomicity!)</a:t>
            </a:r>
          </a:p>
          <a:p>
            <a:r>
              <a:rPr lang="en-US" altLang="en-US" sz="2400" dirty="0"/>
              <a:t>At end of </a:t>
            </a:r>
            <a:r>
              <a:rPr lang="en-US" altLang="en-US" sz="2000" dirty="0"/>
              <a:t>UNDO</a:t>
            </a:r>
            <a:r>
              <a:rPr lang="en-US" altLang="en-US" sz="2400" dirty="0"/>
              <a:t>, write an </a:t>
            </a:r>
            <a:r>
              <a:rPr lang="ja-JP" altLang="en-US" sz="2400"/>
              <a:t>“</a:t>
            </a:r>
            <a:r>
              <a:rPr lang="en-US" altLang="ja-JP" sz="2400" dirty="0"/>
              <a:t>end</a:t>
            </a:r>
            <a:r>
              <a:rPr lang="ja-JP" altLang="en-US" sz="2400"/>
              <a:t>”</a:t>
            </a:r>
            <a:r>
              <a:rPr lang="en-US" altLang="ja-JP" sz="2400" dirty="0"/>
              <a:t> log record.</a:t>
            </a:r>
            <a:endParaRPr lang="en-US" altLang="en-US" sz="2400" dirty="0"/>
          </a:p>
        </p:txBody>
      </p:sp>
      <p:graphicFrame>
        <p:nvGraphicFramePr>
          <p:cNvPr id="69637" name="Object 6">
            <a:extLst>
              <a:ext uri="{FF2B5EF4-FFF2-40B4-BE49-F238E27FC236}">
                <a16:creationId xmlns:a16="http://schemas.microsoft.com/office/drawing/2014/main" id="{F3464F8F-3DFE-4E31-9183-4E266A18BD2C}"/>
              </a:ext>
            </a:extLst>
          </p:cNvPr>
          <p:cNvGraphicFramePr>
            <a:graphicFrameLocks/>
          </p:cNvGraphicFramePr>
          <p:nvPr/>
        </p:nvGraphicFramePr>
        <p:xfrm>
          <a:off x="5402263" y="152400"/>
          <a:ext cx="13462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dArt 2.0" r:id="rId3" imgW="0" imgH="0" progId="MSWordArt.2">
                  <p:embed/>
                </p:oleObj>
              </mc:Choice>
              <mc:Fallback>
                <p:oleObj name="WordArt 2.0" r:id="rId3" imgW="0" imgH="0" progId="MSWordArt.2">
                  <p:embed/>
                  <p:pic>
                    <p:nvPicPr>
                      <p:cNvPr id="69637" name="Object 6">
                        <a:extLst>
                          <a:ext uri="{FF2B5EF4-FFF2-40B4-BE49-F238E27FC236}">
                            <a16:creationId xmlns:a16="http://schemas.microsoft.com/office/drawing/2014/main" id="{F3464F8F-3DFE-4E31-9183-4E266A18BD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2263" y="152400"/>
                        <a:ext cx="13462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7">
            <a:extLst>
              <a:ext uri="{FF2B5EF4-FFF2-40B4-BE49-F238E27FC236}">
                <a16:creationId xmlns:a16="http://schemas.microsoft.com/office/drawing/2014/main" id="{E8286B6A-3BAD-40C2-A599-867D01D6E090}"/>
              </a:ext>
            </a:extLst>
          </p:cNvPr>
          <p:cNvGraphicFramePr>
            <a:graphicFrameLocks/>
          </p:cNvGraphicFramePr>
          <p:nvPr/>
        </p:nvGraphicFramePr>
        <p:xfrm>
          <a:off x="7491413" y="228600"/>
          <a:ext cx="13462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dArt 2.0" r:id="rId5" imgW="0" imgH="0" progId="MSWordArt.2">
                  <p:embed/>
                </p:oleObj>
              </mc:Choice>
              <mc:Fallback>
                <p:oleObj name="WordArt 2.0" r:id="rId5" imgW="0" imgH="0" progId="MSWordArt.2">
                  <p:embed/>
                  <p:pic>
                    <p:nvPicPr>
                      <p:cNvPr id="69638" name="Object 7">
                        <a:extLst>
                          <a:ext uri="{FF2B5EF4-FFF2-40B4-BE49-F238E27FC236}">
                            <a16:creationId xmlns:a16="http://schemas.microsoft.com/office/drawing/2014/main" id="{E8286B6A-3BAD-40C2-A599-867D01D6E0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1413" y="228600"/>
                        <a:ext cx="13462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12">
            <a:extLst>
              <a:ext uri="{FF2B5EF4-FFF2-40B4-BE49-F238E27FC236}">
                <a16:creationId xmlns:a16="http://schemas.microsoft.com/office/drawing/2014/main" id="{76F663C3-BC61-4A69-AF76-FDA98EE6A3CC}"/>
              </a:ext>
            </a:extLst>
          </p:cNvPr>
          <p:cNvGraphicFramePr>
            <a:graphicFrameLocks/>
          </p:cNvGraphicFramePr>
          <p:nvPr/>
        </p:nvGraphicFramePr>
        <p:xfrm>
          <a:off x="5630863" y="585788"/>
          <a:ext cx="1074737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dArt 2.0" r:id="rId7" imgW="0" imgH="0" progId="MSWordArt.2">
                  <p:embed/>
                </p:oleObj>
              </mc:Choice>
              <mc:Fallback>
                <p:oleObj name="WordArt 2.0" r:id="rId7" imgW="0" imgH="0" progId="MSWordArt.2">
                  <p:embed/>
                  <p:pic>
                    <p:nvPicPr>
                      <p:cNvPr id="69639" name="Object 12">
                        <a:extLst>
                          <a:ext uri="{FF2B5EF4-FFF2-40B4-BE49-F238E27FC236}">
                            <a16:creationId xmlns:a16="http://schemas.microsoft.com/office/drawing/2014/main" id="{76F663C3-BC61-4A69-AF76-FDA98EE6A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863" y="585788"/>
                        <a:ext cx="1074737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0" name="Line 13">
            <a:extLst>
              <a:ext uri="{FF2B5EF4-FFF2-40B4-BE49-F238E27FC236}">
                <a16:creationId xmlns:a16="http://schemas.microsoft.com/office/drawing/2014/main" id="{6E880C87-8BE0-4462-BE48-B84E3AE967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1905000"/>
            <a:ext cx="0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9641" name="Line 20">
            <a:extLst>
              <a:ext uri="{FF2B5EF4-FFF2-40B4-BE49-F238E27FC236}">
                <a16:creationId xmlns:a16="http://schemas.microsoft.com/office/drawing/2014/main" id="{0A3A955D-A761-46B7-94BF-25068699DB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1905000"/>
            <a:ext cx="0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9642" name="Freeform 24" descr="Sand">
            <a:extLst>
              <a:ext uri="{FF2B5EF4-FFF2-40B4-BE49-F238E27FC236}">
                <a16:creationId xmlns:a16="http://schemas.microsoft.com/office/drawing/2014/main" id="{86DD7506-5FE8-4066-8140-8DB93918758D}"/>
              </a:ext>
            </a:extLst>
          </p:cNvPr>
          <p:cNvSpPr>
            <a:spLocks/>
          </p:cNvSpPr>
          <p:nvPr/>
        </p:nvSpPr>
        <p:spPr bwMode="auto">
          <a:xfrm>
            <a:off x="7675563" y="1816100"/>
            <a:ext cx="230187" cy="153988"/>
          </a:xfrm>
          <a:custGeom>
            <a:avLst/>
            <a:gdLst>
              <a:gd name="T0" fmla="*/ 0 w 145"/>
              <a:gd name="T1" fmla="*/ 0 h 97"/>
              <a:gd name="T2" fmla="*/ 0 w 145"/>
              <a:gd name="T3" fmla="*/ 2147483646 h 97"/>
              <a:gd name="T4" fmla="*/ 2147483646 w 145"/>
              <a:gd name="T5" fmla="*/ 0 h 97"/>
              <a:gd name="T6" fmla="*/ 0 w 145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  <a:gd name="T12" fmla="*/ 0 w 145"/>
              <a:gd name="T13" fmla="*/ 0 h 97"/>
              <a:gd name="T14" fmla="*/ 145 w 145"/>
              <a:gd name="T15" fmla="*/ 97 h 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" h="97">
                <a:moveTo>
                  <a:pt x="0" y="0"/>
                </a:moveTo>
                <a:lnTo>
                  <a:pt x="0" y="96"/>
                </a:lnTo>
                <a:lnTo>
                  <a:pt x="144" y="0"/>
                </a:lnTo>
                <a:lnTo>
                  <a:pt x="0" y="0"/>
                </a:lnTo>
              </a:path>
            </a:pathLst>
          </a:custGeom>
          <a:blipFill dpi="0" rotWithShape="0">
            <a:blip r:embed="rId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9643" name="Rectangle 25" descr="Sand">
            <a:extLst>
              <a:ext uri="{FF2B5EF4-FFF2-40B4-BE49-F238E27FC236}">
                <a16:creationId xmlns:a16="http://schemas.microsoft.com/office/drawing/2014/main" id="{2D29B63D-0268-4851-A2A3-04E44472B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0" y="1816100"/>
            <a:ext cx="3429000" cy="152400"/>
          </a:xfrm>
          <a:prstGeom prst="rect">
            <a:avLst/>
          </a:prstGeom>
          <a:blipFill dpi="0" rotWithShape="0">
            <a:blip r:embed="rId1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9644" name="Line 26">
            <a:extLst>
              <a:ext uri="{FF2B5EF4-FFF2-40B4-BE49-F238E27FC236}">
                <a16:creationId xmlns:a16="http://schemas.microsoft.com/office/drawing/2014/main" id="{4D89D3CF-E06E-4C20-BF29-BB0F88B85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1968500"/>
            <a:ext cx="35052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9645" name="Oval 27" descr="Oak">
            <a:extLst>
              <a:ext uri="{FF2B5EF4-FFF2-40B4-BE49-F238E27FC236}">
                <a16:creationId xmlns:a16="http://schemas.microsoft.com/office/drawing/2014/main" id="{CA867477-6A00-4504-93F5-C3E77CCD6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066800"/>
            <a:ext cx="889000" cy="889000"/>
          </a:xfrm>
          <a:prstGeom prst="ellipse">
            <a:avLst/>
          </a:prstGeom>
          <a:blipFill dpi="0" rotWithShape="0">
            <a:blip r:embed="rId11"/>
            <a:srcRect/>
            <a:tile tx="0" ty="0" sx="100000" sy="100000" flip="none" algn="tl"/>
          </a:blipFill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9646" name="Line 28">
            <a:extLst>
              <a:ext uri="{FF2B5EF4-FFF2-40B4-BE49-F238E27FC236}">
                <a16:creationId xmlns:a16="http://schemas.microsoft.com/office/drawing/2014/main" id="{A104D3AC-D636-4E9B-BAC2-96164BFDA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3100" y="1816100"/>
            <a:ext cx="3429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9647" name="Line 29">
            <a:extLst>
              <a:ext uri="{FF2B5EF4-FFF2-40B4-BE49-F238E27FC236}">
                <a16:creationId xmlns:a16="http://schemas.microsoft.com/office/drawing/2014/main" id="{A5FB0138-7F6C-4F93-8924-A818834787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3500" y="1816100"/>
            <a:ext cx="228600" cy="152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9648" name="Line 30">
            <a:extLst>
              <a:ext uri="{FF2B5EF4-FFF2-40B4-BE49-F238E27FC236}">
                <a16:creationId xmlns:a16="http://schemas.microsoft.com/office/drawing/2014/main" id="{216897C8-A6BC-4F89-AB06-91ACC18C3E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21300" y="1816100"/>
            <a:ext cx="152400" cy="152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9649" name="Line 31">
            <a:extLst>
              <a:ext uri="{FF2B5EF4-FFF2-40B4-BE49-F238E27FC236}">
                <a16:creationId xmlns:a16="http://schemas.microsoft.com/office/drawing/2014/main" id="{94FCBEC9-84E0-4626-B9F5-1AABE7D64A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07300" y="1816100"/>
            <a:ext cx="228600" cy="1524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9650" name="Oval 32">
            <a:extLst>
              <a:ext uri="{FF2B5EF4-FFF2-40B4-BE49-F238E27FC236}">
                <a16:creationId xmlns:a16="http://schemas.microsoft.com/office/drawing/2014/main" id="{CF379249-3808-4097-9230-DFF77BBA7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1212850"/>
            <a:ext cx="596900" cy="5969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69651" name="Oval 33">
            <a:extLst>
              <a:ext uri="{FF2B5EF4-FFF2-40B4-BE49-F238E27FC236}">
                <a16:creationId xmlns:a16="http://schemas.microsoft.com/office/drawing/2014/main" id="{6A4A7077-A62B-4975-A9BF-2B53AEDBA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1365250"/>
            <a:ext cx="292100" cy="292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7DE380CC-4EE7-450E-B843-BF6AD8EF4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08D806AE-26AE-4544-AEBB-7BE7B372B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71683" name="Rectangle 4">
            <a:extLst>
              <a:ext uri="{FF2B5EF4-FFF2-40B4-BE49-F238E27FC236}">
                <a16:creationId xmlns:a16="http://schemas.microsoft.com/office/drawing/2014/main" id="{EC8843E7-9DF7-4ED5-AA0D-C53F98981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Example of Transaction Abort</a:t>
            </a:r>
          </a:p>
        </p:txBody>
      </p:sp>
      <p:sp>
        <p:nvSpPr>
          <p:cNvPr id="71684" name="Rectangle 5">
            <a:extLst>
              <a:ext uri="{FF2B5EF4-FFF2-40B4-BE49-F238E27FC236}">
                <a16:creationId xmlns:a16="http://schemas.microsoft.com/office/drawing/2014/main" id="{C6CD29D1-D40C-4768-8C4D-D4A44C186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095500"/>
            <a:ext cx="2808287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/>
              <a:t>begin_checkpoint</a:t>
            </a:r>
            <a:endParaRPr lang="en-US" altLang="en-US" sz="2000" dirty="0"/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 </a:t>
            </a:r>
            <a:r>
              <a:rPr lang="en-US" altLang="en-US" sz="2000" dirty="0" err="1"/>
              <a:t>end_checkpoint</a:t>
            </a:r>
            <a:endParaRPr lang="en-US" altLang="en-US" sz="2000" dirty="0"/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update: T1 writes P5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update T2 writes P3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T1 abort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CLR: Undo T1 LSN 410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T1 End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update: T3 writes P1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update: T2 writes P5</a:t>
            </a:r>
          </a:p>
        </p:txBody>
      </p:sp>
      <p:sp>
        <p:nvSpPr>
          <p:cNvPr id="71685" name="Line 6">
            <a:extLst>
              <a:ext uri="{FF2B5EF4-FFF2-40B4-BE49-F238E27FC236}">
                <a16:creationId xmlns:a16="http://schemas.microsoft.com/office/drawing/2014/main" id="{C147120E-2898-49FE-AC51-52972BA18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828800"/>
            <a:ext cx="0" cy="411480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86" name="Line 7">
            <a:extLst>
              <a:ext uri="{FF2B5EF4-FFF2-40B4-BE49-F238E27FC236}">
                <a16:creationId xmlns:a16="http://schemas.microsoft.com/office/drawing/2014/main" id="{7CEAD716-1A79-4958-8CD3-F6E6DF9A7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486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87" name="Line 8">
            <a:extLst>
              <a:ext uri="{FF2B5EF4-FFF2-40B4-BE49-F238E27FC236}">
                <a16:creationId xmlns:a16="http://schemas.microsoft.com/office/drawing/2014/main" id="{45EFBF77-FF9E-4FCE-A725-769F3EC40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105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88" name="Line 9">
            <a:extLst>
              <a:ext uri="{FF2B5EF4-FFF2-40B4-BE49-F238E27FC236}">
                <a16:creationId xmlns:a16="http://schemas.microsoft.com/office/drawing/2014/main" id="{DB7F5305-F906-4615-948F-7DB5DA4F6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724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89" name="Line 10">
            <a:extLst>
              <a:ext uri="{FF2B5EF4-FFF2-40B4-BE49-F238E27FC236}">
                <a16:creationId xmlns:a16="http://schemas.microsoft.com/office/drawing/2014/main" id="{08394FC8-51E8-4902-9973-D50F00697B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343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90" name="Line 11">
            <a:extLst>
              <a:ext uri="{FF2B5EF4-FFF2-40B4-BE49-F238E27FC236}">
                <a16:creationId xmlns:a16="http://schemas.microsoft.com/office/drawing/2014/main" id="{98D61D7A-EF10-4D64-B2AF-9F6BFE88E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962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91" name="Line 12">
            <a:extLst>
              <a:ext uri="{FF2B5EF4-FFF2-40B4-BE49-F238E27FC236}">
                <a16:creationId xmlns:a16="http://schemas.microsoft.com/office/drawing/2014/main" id="{913AFFF0-E01D-4624-93FE-35FA941D4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5052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92" name="Line 13">
            <a:extLst>
              <a:ext uri="{FF2B5EF4-FFF2-40B4-BE49-F238E27FC236}">
                <a16:creationId xmlns:a16="http://schemas.microsoft.com/office/drawing/2014/main" id="{6C63785A-A8BF-499A-8DC6-10C532742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93" name="Rectangle 14">
            <a:extLst>
              <a:ext uri="{FF2B5EF4-FFF2-40B4-BE49-F238E27FC236}">
                <a16:creationId xmlns:a16="http://schemas.microsoft.com/office/drawing/2014/main" id="{43D9A6C8-CF60-43D1-A78C-69A8AD6B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1509713"/>
            <a:ext cx="212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LSN         LOG</a:t>
            </a:r>
          </a:p>
        </p:txBody>
      </p:sp>
      <p:sp>
        <p:nvSpPr>
          <p:cNvPr id="71694" name="Rectangle 15">
            <a:extLst>
              <a:ext uri="{FF2B5EF4-FFF2-40B4-BE49-F238E27FC236}">
                <a16:creationId xmlns:a16="http://schemas.microsoft.com/office/drawing/2014/main" id="{E8512DEF-7279-4DCC-BFC4-C9A5C074A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063" y="2095500"/>
            <a:ext cx="882650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400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405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410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420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430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440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445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450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460</a:t>
            </a:r>
          </a:p>
        </p:txBody>
      </p:sp>
      <p:sp>
        <p:nvSpPr>
          <p:cNvPr id="71695" name="Rectangle 19">
            <a:extLst>
              <a:ext uri="{FF2B5EF4-FFF2-40B4-BE49-F238E27FC236}">
                <a16:creationId xmlns:a16="http://schemas.microsoft.com/office/drawing/2014/main" id="{C45A683F-3D07-44A9-9F08-36CFA6C76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2984500"/>
            <a:ext cx="207645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Xact Table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lastLSN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status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Dirty Page Table</a:t>
            </a:r>
            <a:endParaRPr lang="en-US" altLang="en-US" sz="20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recLSN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flushedLSN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71696" name="Line 20">
            <a:extLst>
              <a:ext uri="{FF2B5EF4-FFF2-40B4-BE49-F238E27FC236}">
                <a16:creationId xmlns:a16="http://schemas.microsoft.com/office/drawing/2014/main" id="{52E3B53A-9BEC-4433-A02F-DF0B2266EF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371600"/>
            <a:ext cx="0" cy="5257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697" name="Rectangle 21">
            <a:extLst>
              <a:ext uri="{FF2B5EF4-FFF2-40B4-BE49-F238E27FC236}">
                <a16:creationId xmlns:a16="http://schemas.microsoft.com/office/drawing/2014/main" id="{CBB9A136-6999-4759-856A-F5EE1BC91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8" y="5243513"/>
            <a:ext cx="130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ToUndo</a:t>
            </a:r>
          </a:p>
        </p:txBody>
      </p:sp>
      <p:sp>
        <p:nvSpPr>
          <p:cNvPr id="71698" name="Rectangle 22">
            <a:extLst>
              <a:ext uri="{FF2B5EF4-FFF2-40B4-BE49-F238E27FC236}">
                <a16:creationId xmlns:a16="http://schemas.microsoft.com/office/drawing/2014/main" id="{C07BC2F8-3F3E-44DF-B8EA-59B18D5FE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50" y="2947988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 err="1">
                <a:solidFill>
                  <a:schemeClr val="tx2"/>
                </a:solidFill>
                <a:latin typeface="Arial" panose="020B0604020202020204" pitchFamily="34" charset="0"/>
              </a:rPr>
              <a:t>prevLSNs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1699" name="Line 23">
            <a:extLst>
              <a:ext uri="{FF2B5EF4-FFF2-40B4-BE49-F238E27FC236}">
                <a16:creationId xmlns:a16="http://schemas.microsoft.com/office/drawing/2014/main" id="{8738BA41-9E3A-45E7-BB28-1288673195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3124200"/>
            <a:ext cx="914400" cy="3048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00" name="Line 24">
            <a:extLst>
              <a:ext uri="{FF2B5EF4-FFF2-40B4-BE49-F238E27FC236}">
                <a16:creationId xmlns:a16="http://schemas.microsoft.com/office/drawing/2014/main" id="{B96D01B2-BE20-470D-B141-4BA9653F38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3276600"/>
            <a:ext cx="2590800" cy="1371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grpSp>
        <p:nvGrpSpPr>
          <p:cNvPr id="71701" name="Group 49">
            <a:extLst>
              <a:ext uri="{FF2B5EF4-FFF2-40B4-BE49-F238E27FC236}">
                <a16:creationId xmlns:a16="http://schemas.microsoft.com/office/drawing/2014/main" id="{ED76BAE7-153C-4515-9D93-F51158566EF7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905000"/>
            <a:ext cx="1676400" cy="914400"/>
            <a:chOff x="432" y="1200"/>
            <a:chExt cx="1056" cy="576"/>
          </a:xfrm>
        </p:grpSpPr>
        <p:sp>
          <p:nvSpPr>
            <p:cNvPr id="71708" name="Rectangle 25">
              <a:extLst>
                <a:ext uri="{FF2B5EF4-FFF2-40B4-BE49-F238E27FC236}">
                  <a16:creationId xmlns:a16="http://schemas.microsoft.com/office/drawing/2014/main" id="{4FD4154D-EF3F-40F3-8507-4013BECC9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" y="1384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RAM</a:t>
              </a:r>
            </a:p>
          </p:txBody>
        </p:sp>
        <p:grpSp>
          <p:nvGrpSpPr>
            <p:cNvPr id="71709" name="Group 48">
              <a:extLst>
                <a:ext uri="{FF2B5EF4-FFF2-40B4-BE49-F238E27FC236}">
                  <a16:creationId xmlns:a16="http://schemas.microsoft.com/office/drawing/2014/main" id="{64D448A3-8F54-42A5-A2DF-0588412CB1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200"/>
              <a:ext cx="1056" cy="576"/>
              <a:chOff x="432" y="1200"/>
              <a:chExt cx="1056" cy="576"/>
            </a:xfrm>
          </p:grpSpPr>
          <p:sp>
            <p:nvSpPr>
              <p:cNvPr id="71710" name="Rectangle 26">
                <a:extLst>
                  <a:ext uri="{FF2B5EF4-FFF2-40B4-BE49-F238E27FC236}">
                    <a16:creationId xmlns:a16="http://schemas.microsoft.com/office/drawing/2014/main" id="{CF54EC9A-778B-40CF-8A7D-801E1D8D0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1245"/>
                <a:ext cx="1019" cy="527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</a:endParaRPr>
              </a:p>
            </p:txBody>
          </p:sp>
          <p:sp>
            <p:nvSpPr>
              <p:cNvPr id="71711" name="Line 27">
                <a:extLst>
                  <a:ext uri="{FF2B5EF4-FFF2-40B4-BE49-F238E27FC236}">
                    <a16:creationId xmlns:a16="http://schemas.microsoft.com/office/drawing/2014/main" id="{850BD592-170D-4D29-864E-488313FB7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12" name="Line 28">
                <a:extLst>
                  <a:ext uri="{FF2B5EF4-FFF2-40B4-BE49-F238E27FC236}">
                    <a16:creationId xmlns:a16="http://schemas.microsoft.com/office/drawing/2014/main" id="{27970A2C-7903-4DE7-ADB0-33C0D7E0B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9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13" name="Line 29">
                <a:extLst>
                  <a:ext uri="{FF2B5EF4-FFF2-40B4-BE49-F238E27FC236}">
                    <a16:creationId xmlns:a16="http://schemas.microsoft.com/office/drawing/2014/main" id="{22787B3E-43D3-4BD9-B426-A3ED639EA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14" name="Line 30">
                <a:extLst>
                  <a:ext uri="{FF2B5EF4-FFF2-40B4-BE49-F238E27FC236}">
                    <a16:creationId xmlns:a16="http://schemas.microsoft.com/office/drawing/2014/main" id="{3486089C-6EDC-487B-9ACA-379523EE3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3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15" name="Line 31">
                <a:extLst>
                  <a:ext uri="{FF2B5EF4-FFF2-40B4-BE49-F238E27FC236}">
                    <a16:creationId xmlns:a16="http://schemas.microsoft.com/office/drawing/2014/main" id="{79780C7E-2D4E-473D-8629-569F2855B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0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16" name="Line 32">
                <a:extLst>
                  <a:ext uri="{FF2B5EF4-FFF2-40B4-BE49-F238E27FC236}">
                    <a16:creationId xmlns:a16="http://schemas.microsoft.com/office/drawing/2014/main" id="{AC914676-61FD-4C96-8862-C180B7518C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7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17" name="Line 33">
                <a:extLst>
                  <a:ext uri="{FF2B5EF4-FFF2-40B4-BE49-F238E27FC236}">
                    <a16:creationId xmlns:a16="http://schemas.microsoft.com/office/drawing/2014/main" id="{35DF0B18-7732-4C5B-B9D3-291CCD2217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4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18" name="Line 34">
                <a:extLst>
                  <a:ext uri="{FF2B5EF4-FFF2-40B4-BE49-F238E27FC236}">
                    <a16:creationId xmlns:a16="http://schemas.microsoft.com/office/drawing/2014/main" id="{4B58996D-18B0-48AE-8E68-29A4BE18F5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2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19" name="Line 35">
                <a:extLst>
                  <a:ext uri="{FF2B5EF4-FFF2-40B4-BE49-F238E27FC236}">
                    <a16:creationId xmlns:a16="http://schemas.microsoft.com/office/drawing/2014/main" id="{FBC041E7-A3B9-4B8E-88EB-6F8C5AF69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9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0" name="Line 36">
                <a:extLst>
                  <a:ext uri="{FF2B5EF4-FFF2-40B4-BE49-F238E27FC236}">
                    <a16:creationId xmlns:a16="http://schemas.microsoft.com/office/drawing/2014/main" id="{4BD50E7A-8B6F-4BF0-90FF-073CA3905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6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1" name="Line 37">
                <a:extLst>
                  <a:ext uri="{FF2B5EF4-FFF2-40B4-BE49-F238E27FC236}">
                    <a16:creationId xmlns:a16="http://schemas.microsoft.com/office/drawing/2014/main" id="{87DC80A5-318E-45BC-A88F-555A143675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3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2" name="Line 38">
                <a:extLst>
                  <a:ext uri="{FF2B5EF4-FFF2-40B4-BE49-F238E27FC236}">
                    <a16:creationId xmlns:a16="http://schemas.microsoft.com/office/drawing/2014/main" id="{D55543B0-61E5-466F-813E-8A8FE7613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0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3" name="Line 39">
                <a:extLst>
                  <a:ext uri="{FF2B5EF4-FFF2-40B4-BE49-F238E27FC236}">
                    <a16:creationId xmlns:a16="http://schemas.microsoft.com/office/drawing/2014/main" id="{9B43BD68-9EB6-456B-85FC-83870FDD9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7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4" name="Line 40">
                <a:extLst>
                  <a:ext uri="{FF2B5EF4-FFF2-40B4-BE49-F238E27FC236}">
                    <a16:creationId xmlns:a16="http://schemas.microsoft.com/office/drawing/2014/main" id="{3F78B018-0934-4071-A143-F213C6075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4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5" name="Line 41">
                <a:extLst>
                  <a:ext uri="{FF2B5EF4-FFF2-40B4-BE49-F238E27FC236}">
                    <a16:creationId xmlns:a16="http://schemas.microsoft.com/office/drawing/2014/main" id="{103A95A3-E31B-4F01-A308-3DF729C08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31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6" name="Line 42">
                <a:extLst>
                  <a:ext uri="{FF2B5EF4-FFF2-40B4-BE49-F238E27FC236}">
                    <a16:creationId xmlns:a16="http://schemas.microsoft.com/office/drawing/2014/main" id="{308F17CD-3ADE-4DCD-BC5E-3957A236B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7" name="Line 43">
                <a:extLst>
                  <a:ext uri="{FF2B5EF4-FFF2-40B4-BE49-F238E27FC236}">
                    <a16:creationId xmlns:a16="http://schemas.microsoft.com/office/drawing/2014/main" id="{C87BB7A4-E5F6-486E-B182-68B20D871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5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8" name="Line 44">
                <a:extLst>
                  <a:ext uri="{FF2B5EF4-FFF2-40B4-BE49-F238E27FC236}">
                    <a16:creationId xmlns:a16="http://schemas.microsoft.com/office/drawing/2014/main" id="{C1D4CAA1-6CE5-459C-8643-53A50616B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2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29" name="Line 45">
                <a:extLst>
                  <a:ext uri="{FF2B5EF4-FFF2-40B4-BE49-F238E27FC236}">
                    <a16:creationId xmlns:a16="http://schemas.microsoft.com/office/drawing/2014/main" id="{91916ADA-5D63-4805-9D31-CB76D5BDD2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9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30" name="Line 46">
                <a:extLst>
                  <a:ext uri="{FF2B5EF4-FFF2-40B4-BE49-F238E27FC236}">
                    <a16:creationId xmlns:a16="http://schemas.microsoft.com/office/drawing/2014/main" id="{0D783F9E-4D43-4B0F-BFB6-6C927EFBB3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9" y="1735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71731" name="Rectangle 47">
                <a:extLst>
                  <a:ext uri="{FF2B5EF4-FFF2-40B4-BE49-F238E27FC236}">
                    <a16:creationId xmlns:a16="http://schemas.microsoft.com/office/drawing/2014/main" id="{AC17F6F6-9DA8-4407-A46D-A3402663C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" y="1286"/>
                <a:ext cx="962" cy="445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</a:endParaRPr>
              </a:p>
            </p:txBody>
          </p:sp>
        </p:grpSp>
      </p:grpSp>
      <p:sp>
        <p:nvSpPr>
          <p:cNvPr id="71702" name="Line 50">
            <a:extLst>
              <a:ext uri="{FF2B5EF4-FFF2-40B4-BE49-F238E27FC236}">
                <a16:creationId xmlns:a16="http://schemas.microsoft.com/office/drawing/2014/main" id="{F29D71D8-A702-4BFE-AF75-2293BECFE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7432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03" name="Line 51">
            <a:extLst>
              <a:ext uri="{FF2B5EF4-FFF2-40B4-BE49-F238E27FC236}">
                <a16:creationId xmlns:a16="http://schemas.microsoft.com/office/drawing/2014/main" id="{AA1ED5A7-14C9-427F-ADF1-5B8F99C1D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242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04" name="Arc 52">
            <a:extLst>
              <a:ext uri="{FF2B5EF4-FFF2-40B4-BE49-F238E27FC236}">
                <a16:creationId xmlns:a16="http://schemas.microsoft.com/office/drawing/2014/main" id="{A6D15358-7414-4F5E-857C-B1568B644E12}"/>
              </a:ext>
            </a:extLst>
          </p:cNvPr>
          <p:cNvSpPr>
            <a:spLocks/>
          </p:cNvSpPr>
          <p:nvPr/>
        </p:nvSpPr>
        <p:spPr bwMode="auto">
          <a:xfrm>
            <a:off x="5257800" y="3963988"/>
            <a:ext cx="304800" cy="762000"/>
          </a:xfrm>
          <a:custGeom>
            <a:avLst/>
            <a:gdLst>
              <a:gd name="T0" fmla="*/ 2147483646 w 21600"/>
              <a:gd name="T1" fmla="*/ 0 h 43189"/>
              <a:gd name="T2" fmla="*/ 0 w 21600"/>
              <a:gd name="T3" fmla="*/ 2147483646 h 43189"/>
              <a:gd name="T4" fmla="*/ 0 w 21600"/>
              <a:gd name="T5" fmla="*/ 2147483646 h 43189"/>
              <a:gd name="T6" fmla="*/ 0 60000 65536"/>
              <a:gd name="T7" fmla="*/ 0 60000 65536"/>
              <a:gd name="T8" fmla="*/ 0 60000 65536"/>
              <a:gd name="T9" fmla="*/ 0 w 21600"/>
              <a:gd name="T10" fmla="*/ 0 h 43189"/>
              <a:gd name="T11" fmla="*/ 21600 w 21600"/>
              <a:gd name="T12" fmla="*/ 43189 h 43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9" fill="none" extrusionOk="0">
                <a:moveTo>
                  <a:pt x="675" y="-1"/>
                </a:moveTo>
                <a:cubicBezTo>
                  <a:pt x="12335" y="364"/>
                  <a:pt x="21600" y="9922"/>
                  <a:pt x="21600" y="21589"/>
                </a:cubicBezTo>
                <a:cubicBezTo>
                  <a:pt x="21600" y="33518"/>
                  <a:pt x="11929" y="43188"/>
                  <a:pt x="0" y="43189"/>
                </a:cubicBezTo>
              </a:path>
              <a:path w="21600" h="43189" stroke="0" extrusionOk="0">
                <a:moveTo>
                  <a:pt x="675" y="-1"/>
                </a:moveTo>
                <a:cubicBezTo>
                  <a:pt x="12335" y="364"/>
                  <a:pt x="21600" y="9922"/>
                  <a:pt x="21600" y="21589"/>
                </a:cubicBezTo>
                <a:cubicBezTo>
                  <a:pt x="21600" y="33518"/>
                  <a:pt x="11929" y="43188"/>
                  <a:pt x="0" y="43189"/>
                </a:cubicBezTo>
                <a:lnTo>
                  <a:pt x="0" y="21589"/>
                </a:lnTo>
                <a:lnTo>
                  <a:pt x="675" y="-1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05" name="Arc 53">
            <a:extLst>
              <a:ext uri="{FF2B5EF4-FFF2-40B4-BE49-F238E27FC236}">
                <a16:creationId xmlns:a16="http://schemas.microsoft.com/office/drawing/2014/main" id="{846AF707-D9E1-48F1-81B3-B00ADE11494E}"/>
              </a:ext>
            </a:extLst>
          </p:cNvPr>
          <p:cNvSpPr>
            <a:spLocks/>
          </p:cNvSpPr>
          <p:nvPr/>
        </p:nvSpPr>
        <p:spPr bwMode="auto">
          <a:xfrm>
            <a:off x="5715000" y="3162300"/>
            <a:ext cx="1066800" cy="800100"/>
          </a:xfrm>
          <a:custGeom>
            <a:avLst/>
            <a:gdLst>
              <a:gd name="T0" fmla="*/ 2147483646 w 21600"/>
              <a:gd name="T1" fmla="*/ 0 h 32414"/>
              <a:gd name="T2" fmla="*/ 0 w 21600"/>
              <a:gd name="T3" fmla="*/ 2147483646 h 32414"/>
              <a:gd name="T4" fmla="*/ 0 w 21600"/>
              <a:gd name="T5" fmla="*/ 2147483646 h 32414"/>
              <a:gd name="T6" fmla="*/ 0 60000 65536"/>
              <a:gd name="T7" fmla="*/ 0 60000 65536"/>
              <a:gd name="T8" fmla="*/ 0 60000 65536"/>
              <a:gd name="T9" fmla="*/ 0 w 21600"/>
              <a:gd name="T10" fmla="*/ 0 h 32414"/>
              <a:gd name="T11" fmla="*/ 21600 w 21600"/>
              <a:gd name="T12" fmla="*/ 32414 h 324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414" fill="none" extrusionOk="0">
                <a:moveTo>
                  <a:pt x="18698" y="-1"/>
                </a:moveTo>
                <a:cubicBezTo>
                  <a:pt x="20599" y="3286"/>
                  <a:pt x="21600" y="7016"/>
                  <a:pt x="21600" y="10814"/>
                </a:cubicBezTo>
                <a:cubicBezTo>
                  <a:pt x="21600" y="22743"/>
                  <a:pt x="11929" y="32413"/>
                  <a:pt x="0" y="32414"/>
                </a:cubicBezTo>
              </a:path>
              <a:path w="21600" h="32414" stroke="0" extrusionOk="0">
                <a:moveTo>
                  <a:pt x="18698" y="-1"/>
                </a:moveTo>
                <a:cubicBezTo>
                  <a:pt x="20599" y="3286"/>
                  <a:pt x="21600" y="7016"/>
                  <a:pt x="21600" y="10814"/>
                </a:cubicBezTo>
                <a:cubicBezTo>
                  <a:pt x="21600" y="22743"/>
                  <a:pt x="11929" y="32413"/>
                  <a:pt x="0" y="32414"/>
                </a:cubicBezTo>
                <a:lnTo>
                  <a:pt x="0" y="10814"/>
                </a:lnTo>
                <a:lnTo>
                  <a:pt x="18698" y="-1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06" name="Arc 54">
            <a:extLst>
              <a:ext uri="{FF2B5EF4-FFF2-40B4-BE49-F238E27FC236}">
                <a16:creationId xmlns:a16="http://schemas.microsoft.com/office/drawing/2014/main" id="{0CFE1583-12AF-46C7-9C9F-9CC77AE11134}"/>
              </a:ext>
            </a:extLst>
          </p:cNvPr>
          <p:cNvSpPr>
            <a:spLocks/>
          </p:cNvSpPr>
          <p:nvPr/>
        </p:nvSpPr>
        <p:spPr bwMode="auto">
          <a:xfrm>
            <a:off x="6634163" y="3543300"/>
            <a:ext cx="454025" cy="2020888"/>
          </a:xfrm>
          <a:custGeom>
            <a:avLst/>
            <a:gdLst>
              <a:gd name="T0" fmla="*/ 0 w 25732"/>
              <a:gd name="T1" fmla="*/ 2147483646 h 43200"/>
              <a:gd name="T2" fmla="*/ 2147483646 w 25732"/>
              <a:gd name="T3" fmla="*/ 2147483646 h 43200"/>
              <a:gd name="T4" fmla="*/ 2147483646 w 25732"/>
              <a:gd name="T5" fmla="*/ 2147483646 h 43200"/>
              <a:gd name="T6" fmla="*/ 0 60000 65536"/>
              <a:gd name="T7" fmla="*/ 0 60000 65536"/>
              <a:gd name="T8" fmla="*/ 0 60000 65536"/>
              <a:gd name="T9" fmla="*/ 0 w 25732"/>
              <a:gd name="T10" fmla="*/ 0 h 43200"/>
              <a:gd name="T11" fmla="*/ 25732 w 25732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732" h="43200" fill="none" extrusionOk="0">
                <a:moveTo>
                  <a:pt x="-1" y="398"/>
                </a:moveTo>
                <a:cubicBezTo>
                  <a:pt x="1361" y="133"/>
                  <a:pt x="2745" y="-1"/>
                  <a:pt x="4132" y="0"/>
                </a:cubicBezTo>
                <a:cubicBezTo>
                  <a:pt x="16061" y="0"/>
                  <a:pt x="25732" y="9670"/>
                  <a:pt x="25732" y="21600"/>
                </a:cubicBezTo>
                <a:cubicBezTo>
                  <a:pt x="25732" y="33529"/>
                  <a:pt x="16061" y="43199"/>
                  <a:pt x="4132" y="43200"/>
                </a:cubicBezTo>
              </a:path>
              <a:path w="25732" h="43200" stroke="0" extrusionOk="0">
                <a:moveTo>
                  <a:pt x="-1" y="398"/>
                </a:moveTo>
                <a:cubicBezTo>
                  <a:pt x="1361" y="133"/>
                  <a:pt x="2745" y="-1"/>
                  <a:pt x="4132" y="0"/>
                </a:cubicBezTo>
                <a:cubicBezTo>
                  <a:pt x="16061" y="0"/>
                  <a:pt x="25732" y="9670"/>
                  <a:pt x="25732" y="21600"/>
                </a:cubicBezTo>
                <a:cubicBezTo>
                  <a:pt x="25732" y="33529"/>
                  <a:pt x="16061" y="43199"/>
                  <a:pt x="4132" y="43200"/>
                </a:cubicBezTo>
                <a:lnTo>
                  <a:pt x="4132" y="21600"/>
                </a:lnTo>
                <a:lnTo>
                  <a:pt x="-1" y="398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1707" name="Line 55">
            <a:extLst>
              <a:ext uri="{FF2B5EF4-FFF2-40B4-BE49-F238E27FC236}">
                <a16:creationId xmlns:a16="http://schemas.microsoft.com/office/drawing/2014/main" id="{C21EA1A3-FFDF-4B25-8BD6-0F38C2544D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3352800"/>
            <a:ext cx="1447800" cy="11430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F9A2210E-498E-4059-BCA7-0E184565B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10668540-A95F-4522-A58A-3E123A840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73731" name="Rectangle 4">
            <a:extLst>
              <a:ext uri="{FF2B5EF4-FFF2-40B4-BE49-F238E27FC236}">
                <a16:creationId xmlns:a16="http://schemas.microsoft.com/office/drawing/2014/main" id="{3674444D-69EE-4294-AB77-2311BE69A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Transaction Commit</a:t>
            </a:r>
          </a:p>
        </p:txBody>
      </p:sp>
      <p:sp>
        <p:nvSpPr>
          <p:cNvPr id="73732" name="Rectangle 5">
            <a:extLst>
              <a:ext uri="{FF2B5EF4-FFF2-40B4-BE49-F238E27FC236}">
                <a16:creationId xmlns:a16="http://schemas.microsoft.com/office/drawing/2014/main" id="{327B4E1C-7B10-47D8-A92F-A5A111AEF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44663"/>
            <a:ext cx="7608888" cy="4313237"/>
          </a:xfrm>
          <a:noFill/>
        </p:spPr>
        <p:txBody>
          <a:bodyPr/>
          <a:lstStyle/>
          <a:p>
            <a:r>
              <a:rPr lang="en-US" altLang="en-US"/>
              <a:t>Write </a:t>
            </a:r>
            <a:r>
              <a:rPr lang="en-US" altLang="en-US">
                <a:solidFill>
                  <a:schemeClr val="accent2"/>
                </a:solidFill>
              </a:rPr>
              <a:t>commit</a:t>
            </a:r>
            <a:r>
              <a:rPr lang="en-US" altLang="en-US"/>
              <a:t> record to log.</a:t>
            </a:r>
          </a:p>
          <a:p>
            <a:r>
              <a:rPr lang="en-US" altLang="en-US"/>
              <a:t>All log records up to Xact</a:t>
            </a:r>
            <a:r>
              <a:rPr lang="ja-JP" altLang="en-US"/>
              <a:t>’</a:t>
            </a:r>
            <a:r>
              <a:rPr lang="en-US" altLang="ja-JP"/>
              <a:t>s </a:t>
            </a:r>
            <a:r>
              <a:rPr lang="en-US" altLang="ja-JP">
                <a:solidFill>
                  <a:schemeClr val="accent2"/>
                </a:solidFill>
              </a:rPr>
              <a:t>lastLSN</a:t>
            </a:r>
            <a:r>
              <a:rPr lang="en-US" altLang="ja-JP"/>
              <a:t> are flushed.</a:t>
            </a:r>
          </a:p>
          <a:p>
            <a:pPr lvl="1"/>
            <a:r>
              <a:rPr lang="en-US" altLang="en-US"/>
              <a:t>Guarantees that </a:t>
            </a:r>
            <a:r>
              <a:rPr lang="en-US" altLang="en-US">
                <a:solidFill>
                  <a:schemeClr val="accent2"/>
                </a:solidFill>
              </a:rPr>
              <a:t>flushedLSN </a:t>
            </a:r>
            <a:r>
              <a:rPr lang="en-US" altLang="en-US">
                <a:solidFill>
                  <a:schemeClr val="accent2"/>
                </a:solidFill>
                <a:latin typeface="Symbol" panose="05050102010706020507" pitchFamily="18" charset="2"/>
              </a:rPr>
              <a:t>³</a:t>
            </a:r>
            <a:r>
              <a:rPr lang="en-US" altLang="en-US">
                <a:solidFill>
                  <a:schemeClr val="accent2"/>
                </a:solidFill>
              </a:rPr>
              <a:t> lastLSN.</a:t>
            </a:r>
            <a:endParaRPr lang="en-US" altLang="en-US"/>
          </a:p>
          <a:p>
            <a:pPr lvl="1"/>
            <a:r>
              <a:rPr lang="en-US" altLang="en-US"/>
              <a:t>Note that log flushes are sequential, synchronous writes to disk – (very fast writes to disk).</a:t>
            </a:r>
          </a:p>
          <a:p>
            <a:pPr lvl="1"/>
            <a:r>
              <a:rPr lang="en-US" altLang="en-US"/>
              <a:t>Many log records per log page – (very efficient due to multiple writes). </a:t>
            </a:r>
          </a:p>
          <a:p>
            <a:r>
              <a:rPr lang="en-US" altLang="en-US"/>
              <a:t>Commit() returns.</a:t>
            </a:r>
          </a:p>
          <a:p>
            <a:r>
              <a:rPr lang="en-US" altLang="en-US"/>
              <a:t>Write </a:t>
            </a:r>
            <a:r>
              <a:rPr lang="en-US" altLang="en-US">
                <a:solidFill>
                  <a:schemeClr val="accent2"/>
                </a:solidFill>
              </a:rPr>
              <a:t>end </a:t>
            </a:r>
            <a:r>
              <a:rPr lang="en-US" altLang="en-US"/>
              <a:t>record to log.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2">
            <a:extLst>
              <a:ext uri="{FF2B5EF4-FFF2-40B4-BE49-F238E27FC236}">
                <a16:creationId xmlns:a16="http://schemas.microsoft.com/office/drawing/2014/main" id="{99C3C572-4187-4423-B6D6-D02A08C8E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3933825"/>
            <a:ext cx="5286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AU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61597" name="Group 157">
            <a:extLst>
              <a:ext uri="{FF2B5EF4-FFF2-40B4-BE49-F238E27FC236}">
                <a16:creationId xmlns:a16="http://schemas.microsoft.com/office/drawing/2014/main" id="{579B6C4B-25C4-1441-A929-922AB1D6A8C7}"/>
              </a:ext>
            </a:extLst>
          </p:cNvPr>
          <p:cNvGraphicFramePr>
            <a:graphicFrameLocks noGrp="1"/>
          </p:cNvGraphicFramePr>
          <p:nvPr/>
        </p:nvGraphicFramePr>
        <p:xfrm>
          <a:off x="404813" y="1527175"/>
          <a:ext cx="1511300" cy="1957415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02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Page#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Oldest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LSN (Recent LSN)</a:t>
                      </a: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P7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544" name="Group 104">
            <a:extLst>
              <a:ext uri="{FF2B5EF4-FFF2-40B4-BE49-F238E27FC236}">
                <a16:creationId xmlns:a16="http://schemas.microsoft.com/office/drawing/2014/main" id="{E177BD9C-B836-3C4A-B903-45EE3AD7ADEB}"/>
              </a:ext>
            </a:extLst>
          </p:cNvPr>
          <p:cNvGraphicFramePr>
            <a:graphicFrameLocks noGrp="1"/>
          </p:cNvGraphicFramePr>
          <p:nvPr/>
        </p:nvGraphicFramePr>
        <p:xfrm>
          <a:off x="2974975" y="2351088"/>
          <a:ext cx="4703763" cy="3011488"/>
        </p:xfrm>
        <a:graphic>
          <a:graphicData uri="http://schemas.openxmlformats.org/drawingml/2006/table">
            <a:tbl>
              <a:tblPr/>
              <a:tblGrid>
                <a:gridCol w="681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24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588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PrevLSN</a:t>
                      </a: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Tid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Type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Length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Offset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 Value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New Value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40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80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jklm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JKLM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p7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nopq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NOPQ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Commit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861" name="Rectangle 103">
            <a:extLst>
              <a:ext uri="{FF2B5EF4-FFF2-40B4-BE49-F238E27FC236}">
                <a16:creationId xmlns:a16="http://schemas.microsoft.com/office/drawing/2014/main" id="{4EB7C3BE-9760-4506-ADE5-A7EA5E2E8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3714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AU" altLang="en-US" b="1" i="1">
              <a:latin typeface="Times New Roman" panose="02020603050405020304" pitchFamily="18" charset="0"/>
            </a:endParaRPr>
          </a:p>
        </p:txBody>
      </p:sp>
      <p:sp>
        <p:nvSpPr>
          <p:cNvPr id="75862" name="Text Box 107">
            <a:extLst>
              <a:ext uri="{FF2B5EF4-FFF2-40B4-BE49-F238E27FC236}">
                <a16:creationId xmlns:a16="http://schemas.microsoft.com/office/drawing/2014/main" id="{216B4E1C-FD8A-4200-946C-67CF0D127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363" y="1249363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Log</a:t>
            </a:r>
          </a:p>
        </p:txBody>
      </p:sp>
      <p:sp>
        <p:nvSpPr>
          <p:cNvPr id="75863" name="Text Box 108">
            <a:extLst>
              <a:ext uri="{FF2B5EF4-FFF2-40B4-BE49-F238E27FC236}">
                <a16:creationId xmlns:a16="http://schemas.microsoft.com/office/drawing/2014/main" id="{14D01D60-77C3-4BB8-801E-F83657103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3602038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X-table</a:t>
            </a:r>
          </a:p>
        </p:txBody>
      </p:sp>
      <p:graphicFrame>
        <p:nvGraphicFramePr>
          <p:cNvPr id="61594" name="Group 154">
            <a:extLst>
              <a:ext uri="{FF2B5EF4-FFF2-40B4-BE49-F238E27FC236}">
                <a16:creationId xmlns:a16="http://schemas.microsoft.com/office/drawing/2014/main" id="{3A0C93F8-D8EF-5B4C-9D83-9C9D38BE8952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298450" y="4006850"/>
          <a:ext cx="1603375" cy="11890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3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Xid</a:t>
                      </a:r>
                    </a:p>
                  </a:txBody>
                  <a:tcPr marL="91505" marR="91505" marT="45748" marB="4574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Status</a:t>
                      </a: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Last LSN</a:t>
                      </a: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L="91505" marR="91505" marT="45748" marB="4574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L="91505" marR="91505" marT="45748" marB="4574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882" name="Rectangle 2">
            <a:extLst>
              <a:ext uri="{FF2B5EF4-FFF2-40B4-BE49-F238E27FC236}">
                <a16:creationId xmlns:a16="http://schemas.microsoft.com/office/drawing/2014/main" id="{20DD0A5D-CD3E-4569-BA1D-0C4B293BE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9100"/>
            <a:ext cx="9144000" cy="779463"/>
          </a:xfrm>
        </p:spPr>
        <p:txBody>
          <a:bodyPr/>
          <a:lstStyle/>
          <a:p>
            <a:pPr algn="ctr"/>
            <a:r>
              <a:rPr lang="en-US" altLang="en-US" sz="3200"/>
              <a:t> Instance of Log, Transaction and Page tables</a:t>
            </a:r>
            <a:endParaRPr lang="en-AU" altLang="en-US" sz="3200"/>
          </a:p>
        </p:txBody>
      </p:sp>
      <p:sp>
        <p:nvSpPr>
          <p:cNvPr id="75883" name="Text Box 109">
            <a:extLst>
              <a:ext uri="{FF2B5EF4-FFF2-40B4-BE49-F238E27FC236}">
                <a16:creationId xmlns:a16="http://schemas.microsoft.com/office/drawing/2014/main" id="{B3293DFA-7180-40EA-A4FB-99702F606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8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Dirty Page table</a:t>
            </a:r>
          </a:p>
        </p:txBody>
      </p:sp>
      <p:grpSp>
        <p:nvGrpSpPr>
          <p:cNvPr id="75884" name="Group 22">
            <a:extLst>
              <a:ext uri="{FF2B5EF4-FFF2-40B4-BE49-F238E27FC236}">
                <a16:creationId xmlns:a16="http://schemas.microsoft.com/office/drawing/2014/main" id="{BBEB3E03-AC30-44C0-9315-93D94EE79880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2584450"/>
            <a:ext cx="1812925" cy="2822575"/>
            <a:chOff x="1757363" y="2728913"/>
            <a:chExt cx="2051505" cy="3602037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82BDC03D-0CE6-014F-80E1-B987999D7897}"/>
                </a:ext>
              </a:extLst>
            </p:cNvPr>
            <p:cNvSpPr/>
            <p:nvPr/>
          </p:nvSpPr>
          <p:spPr bwMode="auto">
            <a:xfrm rot="16200000">
              <a:off x="3165072" y="4583331"/>
              <a:ext cx="281600" cy="502996"/>
            </a:xfrm>
            <a:prstGeom prst="arc">
              <a:avLst>
                <a:gd name="adj1" fmla="val 7870745"/>
                <a:gd name="adj2" fmla="val 0"/>
              </a:avLst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C319D6AF-D68F-1B4B-B522-67630E633E3E}"/>
                </a:ext>
              </a:extLst>
            </p:cNvPr>
            <p:cNvSpPr/>
            <p:nvPr/>
          </p:nvSpPr>
          <p:spPr bwMode="auto">
            <a:xfrm rot="16200000">
              <a:off x="3168435" y="4105221"/>
              <a:ext cx="285650" cy="502996"/>
            </a:xfrm>
            <a:prstGeom prst="arc">
              <a:avLst>
                <a:gd name="adj1" fmla="val 7870745"/>
                <a:gd name="adj2" fmla="val 0"/>
              </a:avLst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0198BF55-9809-A94C-A53E-F31228810879}"/>
                </a:ext>
              </a:extLst>
            </p:cNvPr>
            <p:cNvSpPr/>
            <p:nvPr/>
          </p:nvSpPr>
          <p:spPr bwMode="auto">
            <a:xfrm rot="16200000">
              <a:off x="3156090" y="4739324"/>
              <a:ext cx="281598" cy="502996"/>
            </a:xfrm>
            <a:prstGeom prst="arc">
              <a:avLst>
                <a:gd name="adj1" fmla="val 7870745"/>
                <a:gd name="adj2" fmla="val 0"/>
              </a:avLst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  <p:sp>
          <p:nvSpPr>
            <p:cNvPr id="75890" name="Line 17">
              <a:extLst>
                <a:ext uri="{FF2B5EF4-FFF2-40B4-BE49-F238E27FC236}">
                  <a16:creationId xmlns:a16="http://schemas.microsoft.com/office/drawing/2014/main" id="{67B5C3DD-3229-4BD8-B6F0-F4749D863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4675" y="2728913"/>
              <a:ext cx="1863725" cy="1652587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5891" name="Line 18">
              <a:extLst>
                <a:ext uri="{FF2B5EF4-FFF2-40B4-BE49-F238E27FC236}">
                  <a16:creationId xmlns:a16="http://schemas.microsoft.com/office/drawing/2014/main" id="{C62A6E07-AE79-4DFF-8104-5EC9E3F6B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738" y="3179763"/>
              <a:ext cx="1924050" cy="1690687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5892" name="Line 20">
              <a:extLst>
                <a:ext uri="{FF2B5EF4-FFF2-40B4-BE49-F238E27FC236}">
                  <a16:creationId xmlns:a16="http://schemas.microsoft.com/office/drawing/2014/main" id="{2A801C8E-E0E2-4523-AEB2-51788EBCB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588" y="5768974"/>
              <a:ext cx="1915913" cy="292533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5893" name="Line 208">
              <a:extLst>
                <a:ext uri="{FF2B5EF4-FFF2-40B4-BE49-F238E27FC236}">
                  <a16:creationId xmlns:a16="http://schemas.microsoft.com/office/drawing/2014/main" id="{A46D1509-8E4C-42D5-AD8B-5E653FC93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3062" y="3240088"/>
              <a:ext cx="0" cy="309086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5AB47821-6A33-194F-958C-218B54E59EE2}"/>
                </a:ext>
              </a:extLst>
            </p:cNvPr>
            <p:cNvSpPr/>
            <p:nvPr/>
          </p:nvSpPr>
          <p:spPr bwMode="auto">
            <a:xfrm rot="16200000">
              <a:off x="2617776" y="4578687"/>
              <a:ext cx="1349244" cy="1032939"/>
            </a:xfrm>
            <a:prstGeom prst="arc">
              <a:avLst>
                <a:gd name="adj1" fmla="val 10004267"/>
                <a:gd name="adj2" fmla="val 71734"/>
              </a:avLst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  <p:sp>
          <p:nvSpPr>
            <p:cNvPr id="75895" name="Line 21">
              <a:extLst>
                <a:ext uri="{FF2B5EF4-FFF2-40B4-BE49-F238E27FC236}">
                  <a16:creationId xmlns:a16="http://schemas.microsoft.com/office/drawing/2014/main" id="{73B5C4AD-FA16-439E-AB3E-C4627119A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363" y="5295899"/>
              <a:ext cx="1584438" cy="292533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5896" name="Line 19">
              <a:extLst>
                <a:ext uri="{FF2B5EF4-FFF2-40B4-BE49-F238E27FC236}">
                  <a16:creationId xmlns:a16="http://schemas.microsoft.com/office/drawing/2014/main" id="{C559C658-3BAD-4C65-B756-01422F19E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713" y="3633788"/>
              <a:ext cx="1854200" cy="1943100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42437431-6BD5-4B41-93EA-D36CD0162B2D}"/>
                </a:ext>
              </a:extLst>
            </p:cNvPr>
            <p:cNvSpPr/>
            <p:nvPr/>
          </p:nvSpPr>
          <p:spPr bwMode="auto">
            <a:xfrm rot="16200000">
              <a:off x="2821781" y="5393083"/>
              <a:ext cx="887341" cy="652098"/>
            </a:xfrm>
            <a:prstGeom prst="arc">
              <a:avLst>
                <a:gd name="adj1" fmla="val 9724002"/>
                <a:gd name="adj2" fmla="val 0"/>
              </a:avLst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</p:grpSp>
      <p:sp>
        <p:nvSpPr>
          <p:cNvPr id="75885" name="Text Box 169">
            <a:extLst>
              <a:ext uri="{FF2B5EF4-FFF2-40B4-BE49-F238E27FC236}">
                <a16:creationId xmlns:a16="http://schemas.microsoft.com/office/drawing/2014/main" id="{8C0A8796-835D-42B2-8EAD-FE647748A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6221413"/>
            <a:ext cx="3529012" cy="4318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</a:rPr>
              <a:t>We have to flush the log to this point because of commit of T2 and making T2 durable.</a:t>
            </a:r>
          </a:p>
        </p:txBody>
      </p:sp>
      <p:cxnSp>
        <p:nvCxnSpPr>
          <p:cNvPr id="75886" name="Straight Arrow Connector 24">
            <a:extLst>
              <a:ext uri="{FF2B5EF4-FFF2-40B4-BE49-F238E27FC236}">
                <a16:creationId xmlns:a16="http://schemas.microsoft.com/office/drawing/2014/main" id="{3DD38C86-DE3D-4211-8274-5D19D365F48B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888457" y="5406231"/>
            <a:ext cx="922338" cy="83502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45E4FD-3123-974F-8CAB-8CD986E1A2D6}"/>
                  </a:ext>
                </a:extLst>
              </p14:cNvPr>
              <p14:cNvContentPartPr/>
              <p14:nvPr/>
            </p14:nvContentPartPr>
            <p14:xfrm>
              <a:off x="199080" y="5050080"/>
              <a:ext cx="1130400" cy="38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45E4FD-3123-974F-8CAB-8CD986E1A2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720" y="5040720"/>
                <a:ext cx="1149120" cy="5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2">
            <a:extLst>
              <a:ext uri="{FF2B5EF4-FFF2-40B4-BE49-F238E27FC236}">
                <a16:creationId xmlns:a16="http://schemas.microsoft.com/office/drawing/2014/main" id="{3D557F89-F7DC-4B8B-A8E6-D3B97E393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3933825"/>
            <a:ext cx="5286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AU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61597" name="Group 157">
            <a:extLst>
              <a:ext uri="{FF2B5EF4-FFF2-40B4-BE49-F238E27FC236}">
                <a16:creationId xmlns:a16="http://schemas.microsoft.com/office/drawing/2014/main" id="{579B6C4B-25C4-1441-A929-922AB1D6A8C7}"/>
              </a:ext>
            </a:extLst>
          </p:cNvPr>
          <p:cNvGraphicFramePr>
            <a:graphicFrameLocks noGrp="1"/>
          </p:cNvGraphicFramePr>
          <p:nvPr/>
        </p:nvGraphicFramePr>
        <p:xfrm>
          <a:off x="404813" y="1527175"/>
          <a:ext cx="1511300" cy="1957415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02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Page#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Oldest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LSN (Recent LSN)</a:t>
                      </a: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P7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544" name="Group 104">
            <a:extLst>
              <a:ext uri="{FF2B5EF4-FFF2-40B4-BE49-F238E27FC236}">
                <a16:creationId xmlns:a16="http://schemas.microsoft.com/office/drawing/2014/main" id="{E177BD9C-B836-3C4A-B903-45EE3AD7ADEB}"/>
              </a:ext>
            </a:extLst>
          </p:cNvPr>
          <p:cNvGraphicFramePr>
            <a:graphicFrameLocks noGrp="1"/>
          </p:cNvGraphicFramePr>
          <p:nvPr/>
        </p:nvGraphicFramePr>
        <p:xfrm>
          <a:off x="2974975" y="2351088"/>
          <a:ext cx="4703763" cy="3011488"/>
        </p:xfrm>
        <a:graphic>
          <a:graphicData uri="http://schemas.openxmlformats.org/drawingml/2006/table">
            <a:tbl>
              <a:tblPr/>
              <a:tblGrid>
                <a:gridCol w="681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24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588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PrevLSN</a:t>
                      </a: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Tid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Type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Length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Offset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 Value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New Value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ABCD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40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EFGH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80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jklm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JKLM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U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p7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4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20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nopq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NOPQ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Commit</a:t>
                      </a: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18" marR="91418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909" name="Rectangle 103">
            <a:extLst>
              <a:ext uri="{FF2B5EF4-FFF2-40B4-BE49-F238E27FC236}">
                <a16:creationId xmlns:a16="http://schemas.microsoft.com/office/drawing/2014/main" id="{E07ED34E-E3DB-4C3D-B081-6D52E3008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3714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AU" altLang="en-US" b="1" i="1">
              <a:latin typeface="Times New Roman" panose="02020603050405020304" pitchFamily="18" charset="0"/>
            </a:endParaRPr>
          </a:p>
        </p:txBody>
      </p:sp>
      <p:sp>
        <p:nvSpPr>
          <p:cNvPr id="77910" name="Text Box 107">
            <a:extLst>
              <a:ext uri="{FF2B5EF4-FFF2-40B4-BE49-F238E27FC236}">
                <a16:creationId xmlns:a16="http://schemas.microsoft.com/office/drawing/2014/main" id="{2114434D-4ED5-447C-B748-EF494E8E7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363" y="1249363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Log</a:t>
            </a:r>
          </a:p>
        </p:txBody>
      </p:sp>
      <p:sp>
        <p:nvSpPr>
          <p:cNvPr id="77911" name="Text Box 108">
            <a:extLst>
              <a:ext uri="{FF2B5EF4-FFF2-40B4-BE49-F238E27FC236}">
                <a16:creationId xmlns:a16="http://schemas.microsoft.com/office/drawing/2014/main" id="{929B720D-5ECA-451B-8D3A-59B6C58F2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3602038"/>
            <a:ext cx="128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X-table</a:t>
            </a:r>
          </a:p>
        </p:txBody>
      </p:sp>
      <p:graphicFrame>
        <p:nvGraphicFramePr>
          <p:cNvPr id="61594" name="Group 154">
            <a:extLst>
              <a:ext uri="{FF2B5EF4-FFF2-40B4-BE49-F238E27FC236}">
                <a16:creationId xmlns:a16="http://schemas.microsoft.com/office/drawing/2014/main" id="{3A0C93F8-D8EF-5B4C-9D83-9C9D38BE8952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298450" y="4006850"/>
          <a:ext cx="1603375" cy="11890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3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Xid</a:t>
                      </a:r>
                    </a:p>
                  </a:txBody>
                  <a:tcPr marL="91505" marR="91505" marT="45748" marB="4574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Status</a:t>
                      </a: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Last LSN</a:t>
                      </a: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L="91505" marR="91505" marT="45748" marB="4574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505" marR="91505" marT="45748" marB="4574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505" marR="91505" marT="45748" marB="457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930" name="Rectangle 2">
            <a:extLst>
              <a:ext uri="{FF2B5EF4-FFF2-40B4-BE49-F238E27FC236}">
                <a16:creationId xmlns:a16="http://schemas.microsoft.com/office/drawing/2014/main" id="{ABEB9589-71E7-4B98-A798-CF8C6ACC6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9100"/>
            <a:ext cx="9144000" cy="779463"/>
          </a:xfrm>
        </p:spPr>
        <p:txBody>
          <a:bodyPr/>
          <a:lstStyle/>
          <a:p>
            <a:pPr algn="ctr"/>
            <a:r>
              <a:rPr lang="en-US" altLang="en-US" sz="3200"/>
              <a:t> Instance of Log, Transaction and Page tables</a:t>
            </a:r>
            <a:endParaRPr lang="en-AU" altLang="en-US" sz="3200"/>
          </a:p>
        </p:txBody>
      </p:sp>
      <p:sp>
        <p:nvSpPr>
          <p:cNvPr id="77931" name="Text Box 109">
            <a:extLst>
              <a:ext uri="{FF2B5EF4-FFF2-40B4-BE49-F238E27FC236}">
                <a16:creationId xmlns:a16="http://schemas.microsoft.com/office/drawing/2014/main" id="{BDA140DA-ACF3-4BC4-859A-1FAB5F465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8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Dirty Page table</a:t>
            </a:r>
          </a:p>
        </p:txBody>
      </p:sp>
      <p:grpSp>
        <p:nvGrpSpPr>
          <p:cNvPr id="77932" name="Group 22">
            <a:extLst>
              <a:ext uri="{FF2B5EF4-FFF2-40B4-BE49-F238E27FC236}">
                <a16:creationId xmlns:a16="http://schemas.microsoft.com/office/drawing/2014/main" id="{31CDD4DA-5A94-4EC7-A52F-A995CCF79FD1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2584450"/>
            <a:ext cx="1812925" cy="2822575"/>
            <a:chOff x="1757363" y="2728913"/>
            <a:chExt cx="2051505" cy="3602037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82BDC03D-0CE6-014F-80E1-B987999D7897}"/>
                </a:ext>
              </a:extLst>
            </p:cNvPr>
            <p:cNvSpPr/>
            <p:nvPr/>
          </p:nvSpPr>
          <p:spPr bwMode="auto">
            <a:xfrm rot="16200000">
              <a:off x="3165072" y="4583331"/>
              <a:ext cx="281600" cy="502996"/>
            </a:xfrm>
            <a:prstGeom prst="arc">
              <a:avLst>
                <a:gd name="adj1" fmla="val 7870745"/>
                <a:gd name="adj2" fmla="val 0"/>
              </a:avLst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C319D6AF-D68F-1B4B-B522-67630E633E3E}"/>
                </a:ext>
              </a:extLst>
            </p:cNvPr>
            <p:cNvSpPr/>
            <p:nvPr/>
          </p:nvSpPr>
          <p:spPr bwMode="auto">
            <a:xfrm rot="16200000">
              <a:off x="3168435" y="4105221"/>
              <a:ext cx="285650" cy="502996"/>
            </a:xfrm>
            <a:prstGeom prst="arc">
              <a:avLst>
                <a:gd name="adj1" fmla="val 7870745"/>
                <a:gd name="adj2" fmla="val 0"/>
              </a:avLst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0198BF55-9809-A94C-A53E-F31228810879}"/>
                </a:ext>
              </a:extLst>
            </p:cNvPr>
            <p:cNvSpPr/>
            <p:nvPr/>
          </p:nvSpPr>
          <p:spPr bwMode="auto">
            <a:xfrm rot="16200000">
              <a:off x="3156090" y="4739324"/>
              <a:ext cx="281598" cy="502996"/>
            </a:xfrm>
            <a:prstGeom prst="arc">
              <a:avLst>
                <a:gd name="adj1" fmla="val 7870745"/>
                <a:gd name="adj2" fmla="val 0"/>
              </a:avLst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  <p:sp>
          <p:nvSpPr>
            <p:cNvPr id="77938" name="Line 17">
              <a:extLst>
                <a:ext uri="{FF2B5EF4-FFF2-40B4-BE49-F238E27FC236}">
                  <a16:creationId xmlns:a16="http://schemas.microsoft.com/office/drawing/2014/main" id="{7CAE9336-40D5-4ED1-9DF7-70BB613D9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4675" y="2728913"/>
              <a:ext cx="1863725" cy="1652587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7939" name="Line 18">
              <a:extLst>
                <a:ext uri="{FF2B5EF4-FFF2-40B4-BE49-F238E27FC236}">
                  <a16:creationId xmlns:a16="http://schemas.microsoft.com/office/drawing/2014/main" id="{D28AC4E3-6B33-400F-9586-3C2071B66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738" y="3179763"/>
              <a:ext cx="1924050" cy="1690687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7940" name="Line 208">
              <a:extLst>
                <a:ext uri="{FF2B5EF4-FFF2-40B4-BE49-F238E27FC236}">
                  <a16:creationId xmlns:a16="http://schemas.microsoft.com/office/drawing/2014/main" id="{DD6911CC-3CCD-45CC-B2C0-D7CA6619D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3062" y="3240088"/>
              <a:ext cx="0" cy="309086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5AB47821-6A33-194F-958C-218B54E59EE2}"/>
                </a:ext>
              </a:extLst>
            </p:cNvPr>
            <p:cNvSpPr/>
            <p:nvPr/>
          </p:nvSpPr>
          <p:spPr bwMode="auto">
            <a:xfrm rot="16200000">
              <a:off x="2617776" y="4578687"/>
              <a:ext cx="1349244" cy="1032939"/>
            </a:xfrm>
            <a:prstGeom prst="arc">
              <a:avLst>
                <a:gd name="adj1" fmla="val 10004267"/>
                <a:gd name="adj2" fmla="val 71734"/>
              </a:avLst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  <p:sp>
          <p:nvSpPr>
            <p:cNvPr id="77942" name="Line 21">
              <a:extLst>
                <a:ext uri="{FF2B5EF4-FFF2-40B4-BE49-F238E27FC236}">
                  <a16:creationId xmlns:a16="http://schemas.microsoft.com/office/drawing/2014/main" id="{38B3FA8B-85FE-4F2B-A80F-9A11E5259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363" y="5295899"/>
              <a:ext cx="1584438" cy="292533"/>
            </a:xfrm>
            <a:prstGeom prst="line">
              <a:avLst/>
            </a:prstGeom>
            <a:noFill/>
            <a:ln w="28575" cap="sq">
              <a:solidFill>
                <a:schemeClr val="accent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7943" name="Line 19">
              <a:extLst>
                <a:ext uri="{FF2B5EF4-FFF2-40B4-BE49-F238E27FC236}">
                  <a16:creationId xmlns:a16="http://schemas.microsoft.com/office/drawing/2014/main" id="{7F895C12-75D3-46C7-BC2C-C820B285C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0713" y="3633788"/>
              <a:ext cx="1854200" cy="1943100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42437431-6BD5-4B41-93EA-D36CD0162B2D}"/>
                </a:ext>
              </a:extLst>
            </p:cNvPr>
            <p:cNvSpPr/>
            <p:nvPr/>
          </p:nvSpPr>
          <p:spPr bwMode="auto">
            <a:xfrm rot="16200000">
              <a:off x="2821781" y="5393083"/>
              <a:ext cx="887341" cy="652098"/>
            </a:xfrm>
            <a:prstGeom prst="arc">
              <a:avLst>
                <a:gd name="adj1" fmla="val 9724002"/>
                <a:gd name="adj2" fmla="val 0"/>
              </a:avLst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AU">
                <a:ea typeface="+mn-ea"/>
              </a:endParaRPr>
            </a:p>
          </p:txBody>
        </p:sp>
      </p:grpSp>
      <p:sp>
        <p:nvSpPr>
          <p:cNvPr id="77933" name="Text Box 169">
            <a:extLst>
              <a:ext uri="{FF2B5EF4-FFF2-40B4-BE49-F238E27FC236}">
                <a16:creationId xmlns:a16="http://schemas.microsoft.com/office/drawing/2014/main" id="{810B9AF8-A642-40CB-AA5A-6DE00E113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6221413"/>
            <a:ext cx="3529012" cy="4318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</a:rPr>
              <a:t>We have to flush the log to this point because of commit of T2 and making T2 durable.</a:t>
            </a:r>
          </a:p>
        </p:txBody>
      </p:sp>
      <p:cxnSp>
        <p:nvCxnSpPr>
          <p:cNvPr id="77934" name="Straight Arrow Connector 24">
            <a:extLst>
              <a:ext uri="{FF2B5EF4-FFF2-40B4-BE49-F238E27FC236}">
                <a16:creationId xmlns:a16="http://schemas.microsoft.com/office/drawing/2014/main" id="{0FB656F8-BF0D-4284-A124-C67439FA49B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2888457" y="5406231"/>
            <a:ext cx="922338" cy="835025"/>
          </a:xfrm>
          <a:prstGeom prst="straightConnector1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8C2116A4-F189-4C1F-94E8-B6F9F6CF5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C6DB5CDB-563D-4768-B1E1-F98E37D92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79875" name="Rectangle 4">
            <a:extLst>
              <a:ext uri="{FF2B5EF4-FFF2-40B4-BE49-F238E27FC236}">
                <a16:creationId xmlns:a16="http://schemas.microsoft.com/office/drawing/2014/main" id="{204A4DCE-B2E8-45CD-AFA4-F057A1459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Crash Recovery: Big Picture</a:t>
            </a:r>
          </a:p>
        </p:txBody>
      </p:sp>
      <p:sp>
        <p:nvSpPr>
          <p:cNvPr id="79876" name="Rectangle 5">
            <a:extLst>
              <a:ext uri="{FF2B5EF4-FFF2-40B4-BE49-F238E27FC236}">
                <a16:creationId xmlns:a16="http://schemas.microsoft.com/office/drawing/2014/main" id="{64AAC532-028C-46FD-A3C8-D68DD5035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3" y="1981200"/>
            <a:ext cx="54102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Start from a </a:t>
            </a:r>
            <a:r>
              <a:rPr lang="en-US" altLang="en-US">
                <a:solidFill>
                  <a:schemeClr val="accent2"/>
                </a:solidFill>
              </a:rPr>
              <a:t>checkpoint</a:t>
            </a:r>
            <a:r>
              <a:rPr lang="en-US" altLang="en-US"/>
              <a:t> (found via </a:t>
            </a:r>
            <a:r>
              <a:rPr lang="en-US" altLang="en-US">
                <a:solidFill>
                  <a:schemeClr val="accent2"/>
                </a:solidFill>
              </a:rPr>
              <a:t>master</a:t>
            </a:r>
            <a:r>
              <a:rPr lang="en-US" altLang="en-US"/>
              <a:t> record).</a:t>
            </a:r>
          </a:p>
          <a:p>
            <a:r>
              <a:rPr lang="en-US" altLang="en-US"/>
              <a:t>Three phases.  Need to:</a:t>
            </a:r>
          </a:p>
          <a:p>
            <a:pPr lvl="1">
              <a:buSzTx/>
            </a:pPr>
            <a:r>
              <a:rPr lang="en-US" altLang="en-US"/>
              <a:t>Figure out which Xacts committed since checkpoint, which failed (</a:t>
            </a:r>
            <a:r>
              <a:rPr lang="en-US" altLang="en-US">
                <a:solidFill>
                  <a:srgbClr val="0000FF"/>
                </a:solidFill>
              </a:rPr>
              <a:t>Analysis</a:t>
            </a:r>
            <a:r>
              <a:rPr lang="en-US" altLang="en-US"/>
              <a:t>).</a:t>
            </a:r>
          </a:p>
          <a:p>
            <a:pPr lvl="1">
              <a:buSzTx/>
            </a:pPr>
            <a:r>
              <a:rPr lang="en-US" altLang="en-US">
                <a:solidFill>
                  <a:schemeClr val="accent2"/>
                </a:solidFill>
              </a:rPr>
              <a:t>REDO</a:t>
            </a:r>
            <a:r>
              <a:rPr lang="en-US" altLang="en-US"/>
              <a:t> </a:t>
            </a:r>
            <a:r>
              <a:rPr lang="en-US" altLang="en-US" b="1" i="1"/>
              <a:t>all</a:t>
            </a:r>
            <a:r>
              <a:rPr lang="en-US" altLang="en-US"/>
              <a:t> actions.</a:t>
            </a:r>
          </a:p>
          <a:p>
            <a:pPr lvl="2"/>
            <a:r>
              <a:rPr lang="en-US" altLang="en-US" sz="2400"/>
              <a:t>(repeat history)</a:t>
            </a:r>
          </a:p>
          <a:p>
            <a:pPr lvl="1">
              <a:buSzTx/>
            </a:pPr>
            <a:r>
              <a:rPr lang="en-US" altLang="en-US">
                <a:solidFill>
                  <a:srgbClr val="009900"/>
                </a:solidFill>
              </a:rPr>
              <a:t>UNDO</a:t>
            </a:r>
            <a:r>
              <a:rPr lang="en-US" altLang="en-US"/>
              <a:t> effects of failed Xacts.</a:t>
            </a:r>
          </a:p>
        </p:txBody>
      </p:sp>
      <p:sp>
        <p:nvSpPr>
          <p:cNvPr id="79877" name="Line 6">
            <a:extLst>
              <a:ext uri="{FF2B5EF4-FFF2-40B4-BE49-F238E27FC236}">
                <a16:creationId xmlns:a16="http://schemas.microsoft.com/office/drawing/2014/main" id="{806C210B-C13B-4055-9CC3-59448D5ED3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752600"/>
            <a:ext cx="0" cy="419100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9878" name="Rectangle 7">
            <a:extLst>
              <a:ext uri="{FF2B5EF4-FFF2-40B4-BE49-F238E27FC236}">
                <a16:creationId xmlns:a16="http://schemas.microsoft.com/office/drawing/2014/main" id="{4790B8A3-88C1-43C8-8A2B-FB3CCACC8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1736725"/>
            <a:ext cx="1674812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Oldest log rec. of Xact active at crash</a:t>
            </a:r>
          </a:p>
        </p:txBody>
      </p:sp>
      <p:sp>
        <p:nvSpPr>
          <p:cNvPr id="79879" name="Rectangle 8">
            <a:extLst>
              <a:ext uri="{FF2B5EF4-FFF2-40B4-BE49-F238E27FC236}">
                <a16:creationId xmlns:a16="http://schemas.microsoft.com/office/drawing/2014/main" id="{9351488C-B4D8-492C-A273-D8AE8FCAE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2955925"/>
            <a:ext cx="1674813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Smallest recLSN in dirty page table after Analysis</a:t>
            </a:r>
          </a:p>
        </p:txBody>
      </p:sp>
      <p:sp>
        <p:nvSpPr>
          <p:cNvPr id="79880" name="Rectangle 9">
            <a:extLst>
              <a:ext uri="{FF2B5EF4-FFF2-40B4-BE49-F238E27FC236}">
                <a16:creationId xmlns:a16="http://schemas.microsoft.com/office/drawing/2014/main" id="{F766E149-3DB5-4808-BA32-F6C889A01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5089525"/>
            <a:ext cx="16748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Last chkpt</a:t>
            </a:r>
          </a:p>
        </p:txBody>
      </p:sp>
      <p:sp>
        <p:nvSpPr>
          <p:cNvPr id="79881" name="Rectangle 10">
            <a:extLst>
              <a:ext uri="{FF2B5EF4-FFF2-40B4-BE49-F238E27FC236}">
                <a16:creationId xmlns:a16="http://schemas.microsoft.com/office/drawing/2014/main" id="{64E99E68-B220-4581-94C0-ED0F7B91B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5775325"/>
            <a:ext cx="16748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CRASH</a:t>
            </a:r>
          </a:p>
        </p:txBody>
      </p:sp>
      <p:sp>
        <p:nvSpPr>
          <p:cNvPr id="79882" name="Line 11">
            <a:extLst>
              <a:ext uri="{FF2B5EF4-FFF2-40B4-BE49-F238E27FC236}">
                <a16:creationId xmlns:a16="http://schemas.microsoft.com/office/drawing/2014/main" id="{298BD907-118F-4A80-8548-E1D8205FE4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2860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9883" name="Line 12">
            <a:extLst>
              <a:ext uri="{FF2B5EF4-FFF2-40B4-BE49-F238E27FC236}">
                <a16:creationId xmlns:a16="http://schemas.microsoft.com/office/drawing/2014/main" id="{154979A2-2559-4C38-B113-35289EC54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6576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9884" name="Line 13">
            <a:extLst>
              <a:ext uri="{FF2B5EF4-FFF2-40B4-BE49-F238E27FC236}">
                <a16:creationId xmlns:a16="http://schemas.microsoft.com/office/drawing/2014/main" id="{A2880649-FAC1-471B-82F6-91F9D0611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2578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9885" name="Line 15">
            <a:extLst>
              <a:ext uri="{FF2B5EF4-FFF2-40B4-BE49-F238E27FC236}">
                <a16:creationId xmlns:a16="http://schemas.microsoft.com/office/drawing/2014/main" id="{09E439EA-87FB-46D8-8D27-84ECB077E7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5257800"/>
            <a:ext cx="0" cy="7620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9886" name="Line 16">
            <a:extLst>
              <a:ext uri="{FF2B5EF4-FFF2-40B4-BE49-F238E27FC236}">
                <a16:creationId xmlns:a16="http://schemas.microsoft.com/office/drawing/2014/main" id="{390CE82E-1856-4BEA-A4D1-860D7B9A8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657600"/>
            <a:ext cx="0" cy="236220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9887" name="Line 17">
            <a:extLst>
              <a:ext uri="{FF2B5EF4-FFF2-40B4-BE49-F238E27FC236}">
                <a16:creationId xmlns:a16="http://schemas.microsoft.com/office/drawing/2014/main" id="{B12E51C8-49AB-4D47-A775-CCEA4EB65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286000"/>
            <a:ext cx="0" cy="3733800"/>
          </a:xfrm>
          <a:prstGeom prst="line">
            <a:avLst/>
          </a:prstGeom>
          <a:noFill/>
          <a:ln w="50800">
            <a:solidFill>
              <a:srgbClr val="009900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9888" name="Rectangle 18">
            <a:extLst>
              <a:ext uri="{FF2B5EF4-FFF2-40B4-BE49-F238E27FC236}">
                <a16:creationId xmlns:a16="http://schemas.microsoft.com/office/drawing/2014/main" id="{815D1719-7203-49D5-BDA5-8BC730E04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6157913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79889" name="Rectangle 19">
            <a:extLst>
              <a:ext uri="{FF2B5EF4-FFF2-40B4-BE49-F238E27FC236}">
                <a16:creationId xmlns:a16="http://schemas.microsoft.com/office/drawing/2014/main" id="{5BD0D4A2-31D8-4419-A2FA-77D6134E8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61595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R</a:t>
            </a:r>
          </a:p>
        </p:txBody>
      </p:sp>
      <p:sp>
        <p:nvSpPr>
          <p:cNvPr id="79890" name="Rectangle 20">
            <a:extLst>
              <a:ext uri="{FF2B5EF4-FFF2-40B4-BE49-F238E27FC236}">
                <a16:creationId xmlns:a16="http://schemas.microsoft.com/office/drawing/2014/main" id="{6647177E-DEB0-4C8B-878D-1FBE52308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938" y="6159500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9900"/>
                </a:solidFill>
              </a:rPr>
              <a:t>U</a:t>
            </a:r>
          </a:p>
        </p:txBody>
      </p:sp>
      <p:grpSp>
        <p:nvGrpSpPr>
          <p:cNvPr id="79891" name="Group 21">
            <a:extLst>
              <a:ext uri="{FF2B5EF4-FFF2-40B4-BE49-F238E27FC236}">
                <a16:creationId xmlns:a16="http://schemas.microsoft.com/office/drawing/2014/main" id="{7A5A9825-DB24-481D-A28B-0AABC89D24E3}"/>
              </a:ext>
            </a:extLst>
          </p:cNvPr>
          <p:cNvGrpSpPr>
            <a:grpSpLocks/>
          </p:cNvGrpSpPr>
          <p:nvPr/>
        </p:nvGrpSpPr>
        <p:grpSpPr bwMode="auto">
          <a:xfrm>
            <a:off x="1912938" y="5851525"/>
            <a:ext cx="304800" cy="228600"/>
            <a:chOff x="2448" y="3648"/>
            <a:chExt cx="192" cy="144"/>
          </a:xfrm>
        </p:grpSpPr>
        <p:sp>
          <p:nvSpPr>
            <p:cNvPr id="79892" name="Line 22">
              <a:extLst>
                <a:ext uri="{FF2B5EF4-FFF2-40B4-BE49-F238E27FC236}">
                  <a16:creationId xmlns:a16="http://schemas.microsoft.com/office/drawing/2014/main" id="{86FB54D3-2638-4E4E-9087-D4825809D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648"/>
              <a:ext cx="192" cy="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79893" name="Line 23">
              <a:extLst>
                <a:ext uri="{FF2B5EF4-FFF2-40B4-BE49-F238E27FC236}">
                  <a16:creationId xmlns:a16="http://schemas.microsoft.com/office/drawing/2014/main" id="{3E4F5304-5EA5-4AE8-B469-E8F3FDC12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648"/>
              <a:ext cx="192" cy="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2F217D94-DEDC-4565-A67B-78DD2A138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F0CB29F2-E8E8-4636-A3EC-E73835908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81923" name="Rectangle 4">
            <a:extLst>
              <a:ext uri="{FF2B5EF4-FFF2-40B4-BE49-F238E27FC236}">
                <a16:creationId xmlns:a16="http://schemas.microsoft.com/office/drawing/2014/main" id="{631FD76E-F27C-4D56-B120-5870188CB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Recovery: The Analysis Phase</a:t>
            </a:r>
          </a:p>
        </p:txBody>
      </p:sp>
      <p:sp>
        <p:nvSpPr>
          <p:cNvPr id="81924" name="Rectangle 5">
            <a:extLst>
              <a:ext uri="{FF2B5EF4-FFF2-40B4-BE49-F238E27FC236}">
                <a16:creationId xmlns:a16="http://schemas.microsoft.com/office/drawing/2014/main" id="{3E9E88B6-226D-487B-85FA-9D654C23D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" y="1965325"/>
            <a:ext cx="6692900" cy="4427538"/>
          </a:xfrm>
          <a:noFill/>
        </p:spPr>
        <p:txBody>
          <a:bodyPr/>
          <a:lstStyle/>
          <a:p>
            <a:r>
              <a:rPr lang="en-US" altLang="en-US"/>
              <a:t>Reconstruct state at checkpoint.</a:t>
            </a:r>
          </a:p>
          <a:p>
            <a:pPr lvl="1"/>
            <a:r>
              <a:rPr lang="en-US" altLang="en-US"/>
              <a:t>via </a:t>
            </a:r>
            <a:r>
              <a:rPr lang="en-US" altLang="en-US">
                <a:solidFill>
                  <a:schemeClr val="accent2"/>
                </a:solidFill>
              </a:rPr>
              <a:t>end_checkpoint </a:t>
            </a:r>
            <a:r>
              <a:rPr lang="en-US" altLang="en-US"/>
              <a:t>record.</a:t>
            </a:r>
          </a:p>
          <a:p>
            <a:r>
              <a:rPr lang="en-US" altLang="en-US"/>
              <a:t>Scan log forward from checkpoint.</a:t>
            </a:r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End</a:t>
            </a:r>
            <a:r>
              <a:rPr lang="en-US" altLang="en-US"/>
              <a:t> record: Remove Xact from Xact table.</a:t>
            </a:r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Other records: </a:t>
            </a:r>
            <a:r>
              <a:rPr lang="en-US" altLang="en-US"/>
              <a:t>Add Xact to Xact table, set </a:t>
            </a:r>
            <a:r>
              <a:rPr lang="en-US" altLang="en-US">
                <a:solidFill>
                  <a:schemeClr val="accent2"/>
                </a:solidFill>
              </a:rPr>
              <a:t>lastLSN=LSN</a:t>
            </a:r>
            <a:r>
              <a:rPr lang="en-US" altLang="en-US"/>
              <a:t>, change Xact status on </a:t>
            </a:r>
            <a:r>
              <a:rPr lang="en-US" altLang="en-US">
                <a:solidFill>
                  <a:schemeClr val="accent2"/>
                </a:solidFill>
              </a:rPr>
              <a:t>commit.</a:t>
            </a:r>
            <a:endParaRPr lang="en-US" altLang="en-US"/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Update</a:t>
            </a:r>
            <a:r>
              <a:rPr lang="en-US" altLang="en-US"/>
              <a:t> record: If P not in Dirty Page Table,</a:t>
            </a:r>
          </a:p>
          <a:p>
            <a:pPr lvl="2"/>
            <a:r>
              <a:rPr lang="en-US" altLang="en-US" sz="2400"/>
              <a:t>Add P to D.P.T., set its </a:t>
            </a:r>
            <a:r>
              <a:rPr lang="en-US" altLang="en-US" sz="2400">
                <a:solidFill>
                  <a:schemeClr val="accent2"/>
                </a:solidFill>
              </a:rPr>
              <a:t>recLSN=LSN.</a:t>
            </a:r>
          </a:p>
        </p:txBody>
      </p:sp>
      <p:graphicFrame>
        <p:nvGraphicFramePr>
          <p:cNvPr id="7" name="Group 154">
            <a:extLst>
              <a:ext uri="{FF2B5EF4-FFF2-40B4-BE49-F238E27FC236}">
                <a16:creationId xmlns:a16="http://schemas.microsoft.com/office/drawing/2014/main" id="{A0381093-4F10-3249-9EB4-860080C0348D}"/>
              </a:ext>
            </a:extLst>
          </p:cNvPr>
          <p:cNvGraphicFramePr>
            <a:graphicFrameLocks/>
          </p:cNvGraphicFramePr>
          <p:nvPr/>
        </p:nvGraphicFramePr>
        <p:xfrm>
          <a:off x="7089775" y="1438275"/>
          <a:ext cx="1603375" cy="1189037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Xid</a:t>
                      </a:r>
                    </a:p>
                  </a:txBody>
                  <a:tcPr marL="91505" marR="91505" marT="45750" marB="457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Status</a:t>
                      </a:r>
                    </a:p>
                  </a:txBody>
                  <a:tcPr marL="91505" marR="91505" marT="45750" marB="457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Last LSN</a:t>
                      </a:r>
                    </a:p>
                  </a:txBody>
                  <a:tcPr marL="91505" marR="91505" marT="45750" marB="457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T1</a:t>
                      </a:r>
                    </a:p>
                  </a:txBody>
                  <a:tcPr marL="91505" marR="91505" marT="45750" marB="457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marL="91505" marR="91505" marT="45750" marB="457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505" marR="91505" marT="45750" marB="457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T2</a:t>
                      </a:r>
                    </a:p>
                  </a:txBody>
                  <a:tcPr marL="91505" marR="91505" marT="45750" marB="457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R</a:t>
                      </a:r>
                    </a:p>
                  </a:txBody>
                  <a:tcPr marL="91505" marR="91505" marT="45750" marB="457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505" marR="91505" marT="45750" marB="457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1943" name="TextBox 2">
            <a:extLst>
              <a:ext uri="{FF2B5EF4-FFF2-40B4-BE49-F238E27FC236}">
                <a16:creationId xmlns:a16="http://schemas.microsoft.com/office/drawing/2014/main" id="{DBDC7695-8621-4409-BFC5-C6F3F162B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275" y="1009650"/>
            <a:ext cx="1793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X-table</a:t>
            </a:r>
          </a:p>
        </p:txBody>
      </p:sp>
      <p:graphicFrame>
        <p:nvGraphicFramePr>
          <p:cNvPr id="10" name="Group 157">
            <a:extLst>
              <a:ext uri="{FF2B5EF4-FFF2-40B4-BE49-F238E27FC236}">
                <a16:creationId xmlns:a16="http://schemas.microsoft.com/office/drawing/2014/main" id="{920B4403-164F-1744-93D0-3EE3E91B89D0}"/>
              </a:ext>
            </a:extLst>
          </p:cNvPr>
          <p:cNvGraphicFramePr>
            <a:graphicFrameLocks noGrp="1"/>
          </p:cNvGraphicFramePr>
          <p:nvPr/>
        </p:nvGraphicFramePr>
        <p:xfrm>
          <a:off x="7181850" y="4079875"/>
          <a:ext cx="1511300" cy="1957415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02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Page#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Oldest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LSN (Recent LSN)</a:t>
                      </a: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P5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P6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MS PGothic" pitchFamily="34" charset="-128"/>
                        </a:rPr>
                        <a:t>P7</a:t>
                      </a:r>
                    </a:p>
                  </a:txBody>
                  <a:tcPr marL="91454" marR="91454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20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Monotype Sorts" charset="2"/>
                        <a:defRPr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Book Antiqua" pitchFamily="18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AU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MS PGothic" pitchFamily="34" charset="-128"/>
                      </a:endParaRPr>
                    </a:p>
                  </a:txBody>
                  <a:tcPr marL="91454" marR="91454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962" name="Text Box 109">
            <a:extLst>
              <a:ext uri="{FF2B5EF4-FFF2-40B4-BE49-F238E27FC236}">
                <a16:creationId xmlns:a16="http://schemas.microsoft.com/office/drawing/2014/main" id="{7703E085-BF61-4BDD-A9FB-02BAD6E55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5" y="3459163"/>
            <a:ext cx="2503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Dirty Page table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FC0E7106-2118-42AF-B734-2DB7B7CDF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27087627-E212-4F84-9E2B-9E6AE1BC8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83971" name="Rectangle 4">
            <a:extLst>
              <a:ext uri="{FF2B5EF4-FFF2-40B4-BE49-F238E27FC236}">
                <a16:creationId xmlns:a16="http://schemas.microsoft.com/office/drawing/2014/main" id="{3B564CCA-5F17-40A7-9F4F-D0C3204BE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Recovery: The REDO Phase</a:t>
            </a:r>
          </a:p>
        </p:txBody>
      </p:sp>
      <p:sp>
        <p:nvSpPr>
          <p:cNvPr id="83972" name="Rectangle 5">
            <a:extLst>
              <a:ext uri="{FF2B5EF4-FFF2-40B4-BE49-F238E27FC236}">
                <a16:creationId xmlns:a16="http://schemas.microsoft.com/office/drawing/2014/main" id="{28E9D91F-F883-4530-AC86-61EA5F54E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121275"/>
          </a:xfrm>
          <a:noFill/>
        </p:spPr>
        <p:txBody>
          <a:bodyPr/>
          <a:lstStyle/>
          <a:p>
            <a:r>
              <a:rPr lang="en-US" altLang="en-US" dirty="0"/>
              <a:t>We</a:t>
            </a:r>
            <a:r>
              <a:rPr lang="en-US" altLang="en-US" i="1" dirty="0">
                <a:solidFill>
                  <a:schemeClr val="accent2"/>
                </a:solidFill>
              </a:rPr>
              <a:t> repeat History</a:t>
            </a:r>
            <a:r>
              <a:rPr lang="en-US" altLang="en-US" dirty="0"/>
              <a:t> to reconstruct state at crash:</a:t>
            </a:r>
          </a:p>
          <a:p>
            <a:pPr lvl="1"/>
            <a:r>
              <a:rPr lang="en-US" altLang="en-US" dirty="0"/>
              <a:t>Reapply </a:t>
            </a:r>
            <a:r>
              <a:rPr lang="en-US" altLang="en-US" i="1" dirty="0">
                <a:solidFill>
                  <a:schemeClr val="accent2"/>
                </a:solidFill>
              </a:rPr>
              <a:t>all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/>
              <a:t>updates (even of aborted </a:t>
            </a:r>
            <a:r>
              <a:rPr lang="en-US" altLang="en-US" dirty="0" err="1"/>
              <a:t>Xacts</a:t>
            </a:r>
            <a:r>
              <a:rPr lang="en-US" altLang="en-US" dirty="0"/>
              <a:t>!), redo CLRs.</a:t>
            </a:r>
          </a:p>
          <a:p>
            <a:r>
              <a:rPr lang="en-US" altLang="en-US" dirty="0"/>
              <a:t>Scan forward from log rec containing smallest </a:t>
            </a:r>
            <a:r>
              <a:rPr lang="en-US" altLang="en-US" dirty="0" err="1">
                <a:solidFill>
                  <a:schemeClr val="accent2"/>
                </a:solidFill>
              </a:rPr>
              <a:t>recLSN</a:t>
            </a:r>
            <a:r>
              <a:rPr lang="en-US" altLang="en-US" dirty="0"/>
              <a:t> in D.P.T. For each </a:t>
            </a:r>
            <a:r>
              <a:rPr lang="en-US" altLang="en-US" sz="2400" dirty="0"/>
              <a:t>CLR</a:t>
            </a:r>
            <a:r>
              <a:rPr lang="en-US" altLang="en-US" dirty="0"/>
              <a:t> or update  log rec </a:t>
            </a:r>
            <a:r>
              <a:rPr lang="en-US" altLang="en-US" dirty="0">
                <a:solidFill>
                  <a:schemeClr val="accent2"/>
                </a:solidFill>
              </a:rPr>
              <a:t>LSN</a:t>
            </a:r>
            <a:r>
              <a:rPr lang="en-US" altLang="en-US" dirty="0"/>
              <a:t>, </a:t>
            </a:r>
            <a:r>
              <a:rPr lang="en-US" altLang="en-US" sz="2400" dirty="0"/>
              <a:t>REDO</a:t>
            </a:r>
            <a:r>
              <a:rPr lang="en-US" altLang="en-US" dirty="0"/>
              <a:t> the action unless:  </a:t>
            </a:r>
          </a:p>
          <a:p>
            <a:pPr lvl="1"/>
            <a:r>
              <a:rPr lang="en-US" altLang="en-US" dirty="0"/>
              <a:t>Affected page is not in the Dirty Page Table, or</a:t>
            </a:r>
          </a:p>
          <a:p>
            <a:pPr lvl="1"/>
            <a:r>
              <a:rPr lang="en-US" altLang="en-US" dirty="0"/>
              <a:t>Affected page is in D.P.T., but has </a:t>
            </a:r>
            <a:r>
              <a:rPr lang="en-US" altLang="en-US" dirty="0" err="1">
                <a:solidFill>
                  <a:schemeClr val="accent2"/>
                </a:solidFill>
              </a:rPr>
              <a:t>recLSN</a:t>
            </a:r>
            <a:r>
              <a:rPr lang="en-US" altLang="en-US" dirty="0">
                <a:solidFill>
                  <a:schemeClr val="accent2"/>
                </a:solidFill>
              </a:rPr>
              <a:t> &gt; LSN, </a:t>
            </a:r>
            <a:r>
              <a:rPr lang="en-US" altLang="en-US" dirty="0"/>
              <a:t>or</a:t>
            </a:r>
          </a:p>
          <a:p>
            <a:pPr lvl="1"/>
            <a:r>
              <a:rPr lang="en-US" altLang="en-US" dirty="0" err="1">
                <a:solidFill>
                  <a:schemeClr val="accent2"/>
                </a:solidFill>
              </a:rPr>
              <a:t>pageLSN</a:t>
            </a:r>
            <a:r>
              <a:rPr lang="en-US" altLang="en-US" dirty="0"/>
              <a:t> (in DB) </a:t>
            </a:r>
            <a:r>
              <a:rPr lang="en-US" altLang="en-US" dirty="0">
                <a:latin typeface="Symbol" panose="05050102010706020507" pitchFamily="18" charset="2"/>
              </a:rPr>
              <a:t>³ </a:t>
            </a:r>
            <a:r>
              <a:rPr lang="en-US" altLang="en-US" dirty="0">
                <a:solidFill>
                  <a:schemeClr val="accent2"/>
                </a:solidFill>
              </a:rPr>
              <a:t>LSN. </a:t>
            </a:r>
            <a:endParaRPr lang="en-US" altLang="en-US" dirty="0">
              <a:solidFill>
                <a:srgbClr val="002060"/>
              </a:solidFill>
            </a:endParaRPr>
          </a:p>
          <a:p>
            <a:r>
              <a:rPr lang="en-US" altLang="en-US" dirty="0"/>
              <a:t>To </a:t>
            </a:r>
            <a:r>
              <a:rPr lang="en-US" altLang="en-US" sz="2400" dirty="0">
                <a:solidFill>
                  <a:schemeClr val="accent2"/>
                </a:solidFill>
              </a:rPr>
              <a:t>REDO</a:t>
            </a:r>
            <a:r>
              <a:rPr lang="en-US" altLang="en-US" dirty="0"/>
              <a:t> an action:</a:t>
            </a:r>
          </a:p>
          <a:p>
            <a:pPr lvl="1"/>
            <a:r>
              <a:rPr lang="en-US" altLang="en-US" dirty="0"/>
              <a:t>Reapply logged action.</a:t>
            </a:r>
            <a:endParaRPr lang="en-US" altLang="en-US" sz="1900" dirty="0">
              <a:solidFill>
                <a:srgbClr val="130C48"/>
              </a:solidFill>
            </a:endParaRPr>
          </a:p>
          <a:p>
            <a:pPr lvl="1"/>
            <a:r>
              <a:rPr lang="en-US" altLang="en-US" dirty="0"/>
              <a:t>Set </a:t>
            </a:r>
            <a:r>
              <a:rPr lang="en-US" altLang="en-US" dirty="0" err="1">
                <a:solidFill>
                  <a:schemeClr val="accent2"/>
                </a:solidFill>
              </a:rPr>
              <a:t>pageLSN</a:t>
            </a:r>
            <a:r>
              <a:rPr lang="en-US" altLang="en-US" dirty="0"/>
              <a:t> to </a:t>
            </a:r>
            <a:r>
              <a:rPr lang="en-US" altLang="en-US" dirty="0">
                <a:solidFill>
                  <a:schemeClr val="accent2"/>
                </a:solidFill>
              </a:rPr>
              <a:t>LSN</a:t>
            </a:r>
            <a:r>
              <a:rPr lang="en-US" altLang="en-US" dirty="0"/>
              <a:t>.  No additional logging! </a:t>
            </a:r>
            <a:endParaRPr lang="en-US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E9629670-A04A-43BA-A38B-A193596C9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E5D5EBFD-216F-4BE3-91B3-A72EEFFC3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88067" name="Rectangle 4">
            <a:extLst>
              <a:ext uri="{FF2B5EF4-FFF2-40B4-BE49-F238E27FC236}">
                <a16:creationId xmlns:a16="http://schemas.microsoft.com/office/drawing/2014/main" id="{A7F5BD2A-299C-424D-99D8-43573C5C1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Recovery: The UNDO Phase</a:t>
            </a:r>
          </a:p>
        </p:txBody>
      </p:sp>
      <p:sp>
        <p:nvSpPr>
          <p:cNvPr id="88068" name="Rectangle 5">
            <a:extLst>
              <a:ext uri="{FF2B5EF4-FFF2-40B4-BE49-F238E27FC236}">
                <a16:creationId xmlns:a16="http://schemas.microsoft.com/office/drawing/2014/main" id="{30BB3798-639D-44F4-AE8C-FB7D1A84D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5338" y="1504950"/>
            <a:ext cx="7772400" cy="4714875"/>
          </a:xfrm>
          <a:noFill/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400">
                <a:solidFill>
                  <a:schemeClr val="accent2"/>
                </a:solidFill>
              </a:rPr>
              <a:t>ToUndo</a:t>
            </a:r>
            <a:r>
              <a:rPr lang="en-US" altLang="en-US" sz="2400"/>
              <a:t>=</a:t>
            </a:r>
            <a:r>
              <a:rPr lang="en-US" altLang="en-US" sz="2400">
                <a:solidFill>
                  <a:schemeClr val="accent2"/>
                </a:solidFill>
              </a:rPr>
              <a:t>{ </a:t>
            </a:r>
            <a:r>
              <a:rPr lang="en-US" altLang="en-US" sz="2400" i="1">
                <a:solidFill>
                  <a:schemeClr val="accent2"/>
                </a:solidFill>
              </a:rPr>
              <a:t>l</a:t>
            </a:r>
            <a:r>
              <a:rPr lang="en-US" altLang="en-US" sz="2400">
                <a:solidFill>
                  <a:schemeClr val="accent2"/>
                </a:solidFill>
              </a:rPr>
              <a:t> | </a:t>
            </a:r>
            <a:r>
              <a:rPr lang="en-US" altLang="en-US" sz="2400" i="1">
                <a:solidFill>
                  <a:schemeClr val="accent2"/>
                </a:solidFill>
              </a:rPr>
              <a:t>l</a:t>
            </a:r>
            <a:r>
              <a:rPr lang="en-US" altLang="en-US" sz="2400">
                <a:solidFill>
                  <a:schemeClr val="accent2"/>
                </a:solidFill>
              </a:rPr>
              <a:t> is a lastLSN of a </a:t>
            </a:r>
            <a:r>
              <a:rPr lang="ja-JP" altLang="en-US" sz="2400">
                <a:solidFill>
                  <a:schemeClr val="accent2"/>
                </a:solidFill>
              </a:rPr>
              <a:t>“</a:t>
            </a:r>
            <a:r>
              <a:rPr lang="en-US" altLang="ja-JP" sz="2400">
                <a:solidFill>
                  <a:schemeClr val="accent2"/>
                </a:solidFill>
              </a:rPr>
              <a:t>loser</a:t>
            </a:r>
            <a:r>
              <a:rPr lang="ja-JP" altLang="en-US" sz="2400">
                <a:solidFill>
                  <a:schemeClr val="accent2"/>
                </a:solidFill>
              </a:rPr>
              <a:t>”</a:t>
            </a:r>
            <a:r>
              <a:rPr lang="en-US" altLang="ja-JP" sz="2400">
                <a:solidFill>
                  <a:schemeClr val="accent2"/>
                </a:solidFill>
              </a:rPr>
              <a:t> Xact}</a:t>
            </a:r>
          </a:p>
          <a:p>
            <a:pPr>
              <a:buFont typeface="Monotype Sorts" charset="2"/>
              <a:buNone/>
            </a:pPr>
            <a:r>
              <a:rPr lang="en-US" altLang="en-US" sz="2400">
                <a:solidFill>
                  <a:schemeClr val="accent2"/>
                </a:solidFill>
              </a:rPr>
              <a:t>We can form this list from Xtable.</a:t>
            </a:r>
          </a:p>
          <a:p>
            <a:pPr>
              <a:buFont typeface="Monotype Sorts" charset="2"/>
              <a:buNone/>
            </a:pPr>
            <a:r>
              <a:rPr lang="en-US" altLang="en-US" sz="2400" b="1">
                <a:solidFill>
                  <a:schemeClr val="accent1"/>
                </a:solidFill>
              </a:rPr>
              <a:t>Repeat:</a:t>
            </a:r>
            <a:endParaRPr lang="en-US" altLang="en-US" sz="2400"/>
          </a:p>
          <a:p>
            <a:pPr lvl="1"/>
            <a:r>
              <a:rPr lang="en-US" altLang="en-US" sz="2000"/>
              <a:t>Choose the largest LSN among ToUndo.</a:t>
            </a:r>
          </a:p>
          <a:p>
            <a:pPr lvl="1"/>
            <a:r>
              <a:rPr lang="en-US" altLang="en-US" sz="2000"/>
              <a:t>If this LSN is a </a:t>
            </a:r>
            <a:r>
              <a:rPr lang="en-US" altLang="en-US" sz="2000">
                <a:solidFill>
                  <a:schemeClr val="accent2"/>
                </a:solidFill>
              </a:rPr>
              <a:t>CLR</a:t>
            </a:r>
            <a:r>
              <a:rPr lang="en-US" altLang="en-US" sz="2000"/>
              <a:t> and </a:t>
            </a:r>
            <a:r>
              <a:rPr lang="en-US" altLang="en-US" sz="2000">
                <a:solidFill>
                  <a:schemeClr val="accent2"/>
                </a:solidFill>
              </a:rPr>
              <a:t>undonextLSN==NULL</a:t>
            </a:r>
            <a:endParaRPr lang="en-US" altLang="en-US" sz="2000"/>
          </a:p>
          <a:p>
            <a:pPr lvl="2"/>
            <a:r>
              <a:rPr lang="en-US" altLang="en-US"/>
              <a:t>Write an </a:t>
            </a:r>
            <a:r>
              <a:rPr lang="en-US" altLang="en-US">
                <a:solidFill>
                  <a:schemeClr val="accent2"/>
                </a:solidFill>
              </a:rPr>
              <a:t>End</a:t>
            </a:r>
            <a:r>
              <a:rPr lang="en-US" altLang="en-US"/>
              <a:t> record for this Xact.</a:t>
            </a:r>
          </a:p>
          <a:p>
            <a:pPr lvl="1"/>
            <a:r>
              <a:rPr lang="en-US" altLang="en-US" sz="2000"/>
              <a:t>If this LSN is a </a:t>
            </a:r>
            <a:r>
              <a:rPr lang="en-US" altLang="en-US" sz="2000">
                <a:solidFill>
                  <a:schemeClr val="accent2"/>
                </a:solidFill>
              </a:rPr>
              <a:t>CLR</a:t>
            </a:r>
            <a:r>
              <a:rPr lang="en-US" altLang="en-US" sz="2000"/>
              <a:t>, and </a:t>
            </a:r>
            <a:r>
              <a:rPr lang="en-US" altLang="en-US" sz="2000">
                <a:solidFill>
                  <a:schemeClr val="accent2"/>
                </a:solidFill>
              </a:rPr>
              <a:t>undonextLSN != NULL</a:t>
            </a:r>
            <a:endParaRPr lang="en-US" altLang="en-US" sz="2000"/>
          </a:p>
          <a:p>
            <a:pPr lvl="2"/>
            <a:r>
              <a:rPr lang="en-US" altLang="en-US"/>
              <a:t>Add </a:t>
            </a:r>
            <a:r>
              <a:rPr lang="en-US" altLang="en-US">
                <a:solidFill>
                  <a:schemeClr val="accent2"/>
                </a:solidFill>
              </a:rPr>
              <a:t>undonextLSN</a:t>
            </a:r>
            <a:r>
              <a:rPr lang="en-US" altLang="en-US"/>
              <a:t> to </a:t>
            </a:r>
            <a:r>
              <a:rPr lang="en-US" altLang="en-US">
                <a:solidFill>
                  <a:schemeClr val="accent2"/>
                </a:solidFill>
              </a:rPr>
              <a:t>ToUndo </a:t>
            </a:r>
          </a:p>
          <a:p>
            <a:pPr lvl="2"/>
            <a:r>
              <a:rPr lang="en-US" altLang="en-US"/>
              <a:t>(Q: what happens to other CLRs?)</a:t>
            </a:r>
          </a:p>
          <a:p>
            <a:pPr lvl="1"/>
            <a:r>
              <a:rPr lang="en-US" altLang="en-US" sz="2000"/>
              <a:t>Else this LSN is an </a:t>
            </a:r>
            <a:r>
              <a:rPr lang="en-US" altLang="en-US" sz="2000">
                <a:solidFill>
                  <a:schemeClr val="accent2"/>
                </a:solidFill>
              </a:rPr>
              <a:t>update</a:t>
            </a:r>
            <a:r>
              <a:rPr lang="en-US" altLang="en-US" sz="2000"/>
              <a:t>.  Undo the update, write a CLR, add </a:t>
            </a:r>
            <a:r>
              <a:rPr lang="en-US" altLang="en-US" sz="2000">
                <a:solidFill>
                  <a:schemeClr val="accent2"/>
                </a:solidFill>
              </a:rPr>
              <a:t>prevLSN</a:t>
            </a:r>
            <a:r>
              <a:rPr lang="en-US" altLang="en-US" sz="2000"/>
              <a:t> to </a:t>
            </a:r>
            <a:r>
              <a:rPr lang="en-US" altLang="en-US" sz="2000">
                <a:solidFill>
                  <a:schemeClr val="accent2"/>
                </a:solidFill>
              </a:rPr>
              <a:t>ToUndo</a:t>
            </a:r>
            <a:r>
              <a:rPr lang="en-US" altLang="en-US" sz="200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2400" b="1">
                <a:solidFill>
                  <a:schemeClr val="accent1"/>
                </a:solidFill>
              </a:rPr>
              <a:t>Until </a:t>
            </a:r>
            <a:r>
              <a:rPr lang="en-US" altLang="en-US" sz="2400" b="1">
                <a:solidFill>
                  <a:schemeClr val="accent2"/>
                </a:solidFill>
              </a:rPr>
              <a:t>ToUndo</a:t>
            </a:r>
            <a:r>
              <a:rPr lang="en-US" altLang="en-US" sz="2400" b="1">
                <a:solidFill>
                  <a:schemeClr val="accent1"/>
                </a:solidFill>
              </a:rPr>
              <a:t> is empty.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1AC6BEE0-AAE4-4DA2-8D95-87A2AA8CD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3E5E46ED-A902-4202-BD1D-E26115ED9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0115" name="Rectangle 4">
            <a:extLst>
              <a:ext uri="{FF2B5EF4-FFF2-40B4-BE49-F238E27FC236}">
                <a16:creationId xmlns:a16="http://schemas.microsoft.com/office/drawing/2014/main" id="{B58E6466-5202-4B2F-A7D1-1FBE262F1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Example of Recovery</a:t>
            </a:r>
          </a:p>
        </p:txBody>
      </p:sp>
      <p:sp>
        <p:nvSpPr>
          <p:cNvPr id="90116" name="Rectangle 5">
            <a:extLst>
              <a:ext uri="{FF2B5EF4-FFF2-40B4-BE49-F238E27FC236}">
                <a16:creationId xmlns:a16="http://schemas.microsoft.com/office/drawing/2014/main" id="{BF5E79DC-5BEE-49D2-BF27-3A7B997D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2095500"/>
            <a:ext cx="2681287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begin_checkpoint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end_checkpoint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update: T1 writes P5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update T2 writes P3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T1 abort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CLR: Undo T1 LSN 10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T1 End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update: T3 writes P1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update: T2 writes P5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CRASH, RESTART</a:t>
            </a:r>
          </a:p>
        </p:txBody>
      </p:sp>
      <p:sp>
        <p:nvSpPr>
          <p:cNvPr id="90117" name="Line 6">
            <a:extLst>
              <a:ext uri="{FF2B5EF4-FFF2-40B4-BE49-F238E27FC236}">
                <a16:creationId xmlns:a16="http://schemas.microsoft.com/office/drawing/2014/main" id="{35E17040-F7DD-4F55-8F35-286CDCBE2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828800"/>
            <a:ext cx="0" cy="411480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18" name="Line 7">
            <a:extLst>
              <a:ext uri="{FF2B5EF4-FFF2-40B4-BE49-F238E27FC236}">
                <a16:creationId xmlns:a16="http://schemas.microsoft.com/office/drawing/2014/main" id="{F8C3A407-6F00-4F52-9FD0-24EEFB5A6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486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19" name="Line 8">
            <a:extLst>
              <a:ext uri="{FF2B5EF4-FFF2-40B4-BE49-F238E27FC236}">
                <a16:creationId xmlns:a16="http://schemas.microsoft.com/office/drawing/2014/main" id="{4581E655-F7E8-4E2D-AFBD-2C40AF4664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105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20" name="Line 9">
            <a:extLst>
              <a:ext uri="{FF2B5EF4-FFF2-40B4-BE49-F238E27FC236}">
                <a16:creationId xmlns:a16="http://schemas.microsoft.com/office/drawing/2014/main" id="{68E2F217-3F53-4DCA-A112-2A8D4CC34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724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21" name="Line 10">
            <a:extLst>
              <a:ext uri="{FF2B5EF4-FFF2-40B4-BE49-F238E27FC236}">
                <a16:creationId xmlns:a16="http://schemas.microsoft.com/office/drawing/2014/main" id="{1365AFE3-4E65-4E87-B0C5-6D7D5BC5F7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343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22" name="Line 11">
            <a:extLst>
              <a:ext uri="{FF2B5EF4-FFF2-40B4-BE49-F238E27FC236}">
                <a16:creationId xmlns:a16="http://schemas.microsoft.com/office/drawing/2014/main" id="{2D988F9F-B5B4-4E49-AE84-386B92D9F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962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23" name="Line 12">
            <a:extLst>
              <a:ext uri="{FF2B5EF4-FFF2-40B4-BE49-F238E27FC236}">
                <a16:creationId xmlns:a16="http://schemas.microsoft.com/office/drawing/2014/main" id="{EEE59896-BAE3-444C-B861-6FD1FB3DE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5052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24" name="Line 13">
            <a:extLst>
              <a:ext uri="{FF2B5EF4-FFF2-40B4-BE49-F238E27FC236}">
                <a16:creationId xmlns:a16="http://schemas.microsoft.com/office/drawing/2014/main" id="{E61FABE7-8185-4686-8540-DA2DB5703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3622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25" name="Rectangle 14">
            <a:extLst>
              <a:ext uri="{FF2B5EF4-FFF2-40B4-BE49-F238E27FC236}">
                <a16:creationId xmlns:a16="http://schemas.microsoft.com/office/drawing/2014/main" id="{420ED187-D788-49B7-B567-AE529D799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1509713"/>
            <a:ext cx="212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LSN         LOG</a:t>
            </a:r>
          </a:p>
        </p:txBody>
      </p:sp>
      <p:sp>
        <p:nvSpPr>
          <p:cNvPr id="90126" name="Rectangle 15">
            <a:extLst>
              <a:ext uri="{FF2B5EF4-FFF2-40B4-BE49-F238E27FC236}">
                <a16:creationId xmlns:a16="http://schemas.microsoft.com/office/drawing/2014/main" id="{A0C76808-F1BB-4D8C-A7BF-2290BE478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738" y="2095500"/>
            <a:ext cx="755650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00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05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10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20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30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45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50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60</a:t>
            </a:r>
          </a:p>
        </p:txBody>
      </p:sp>
      <p:grpSp>
        <p:nvGrpSpPr>
          <p:cNvPr id="90127" name="Group 16">
            <a:extLst>
              <a:ext uri="{FF2B5EF4-FFF2-40B4-BE49-F238E27FC236}">
                <a16:creationId xmlns:a16="http://schemas.microsoft.com/office/drawing/2014/main" id="{F1A0A3CF-8C3A-4AC3-9BA5-263C4694C474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5791200"/>
            <a:ext cx="304800" cy="228600"/>
            <a:chOff x="2448" y="3648"/>
            <a:chExt cx="192" cy="144"/>
          </a:xfrm>
        </p:grpSpPr>
        <p:sp>
          <p:nvSpPr>
            <p:cNvPr id="90165" name="Line 17">
              <a:extLst>
                <a:ext uri="{FF2B5EF4-FFF2-40B4-BE49-F238E27FC236}">
                  <a16:creationId xmlns:a16="http://schemas.microsoft.com/office/drawing/2014/main" id="{82F56F1C-19AD-4B2C-990C-5865C9F5D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648"/>
              <a:ext cx="192" cy="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90166" name="Line 18">
              <a:extLst>
                <a:ext uri="{FF2B5EF4-FFF2-40B4-BE49-F238E27FC236}">
                  <a16:creationId xmlns:a16="http://schemas.microsoft.com/office/drawing/2014/main" id="{F26A751D-AD4B-46E1-B7C4-B70B741DB2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3648"/>
              <a:ext cx="192" cy="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90128" name="Rectangle 19">
            <a:extLst>
              <a:ext uri="{FF2B5EF4-FFF2-40B4-BE49-F238E27FC236}">
                <a16:creationId xmlns:a16="http://schemas.microsoft.com/office/drawing/2014/main" id="{DB3E4289-323D-44CB-8E3F-5D5AD2207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2984500"/>
            <a:ext cx="207645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Xact Table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lastLSN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status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Dirty Page Table</a:t>
            </a:r>
            <a:endParaRPr lang="en-US" altLang="en-US" sz="20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recLSN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flushedLSN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90129" name="Line 20">
            <a:extLst>
              <a:ext uri="{FF2B5EF4-FFF2-40B4-BE49-F238E27FC236}">
                <a16:creationId xmlns:a16="http://schemas.microsoft.com/office/drawing/2014/main" id="{23E2F2C5-02B2-4349-96F3-2FAAC5694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371600"/>
            <a:ext cx="0" cy="5257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30" name="Rectangle 21">
            <a:extLst>
              <a:ext uri="{FF2B5EF4-FFF2-40B4-BE49-F238E27FC236}">
                <a16:creationId xmlns:a16="http://schemas.microsoft.com/office/drawing/2014/main" id="{8FEC6A93-9243-4ADD-9B47-92FFBB5FB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8" y="5243513"/>
            <a:ext cx="130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ToUndo</a:t>
            </a:r>
          </a:p>
        </p:txBody>
      </p:sp>
      <p:sp>
        <p:nvSpPr>
          <p:cNvPr id="90131" name="Rectangle 22">
            <a:extLst>
              <a:ext uri="{FF2B5EF4-FFF2-40B4-BE49-F238E27FC236}">
                <a16:creationId xmlns:a16="http://schemas.microsoft.com/office/drawing/2014/main" id="{B69B4D4E-B626-464A-A22D-D4703F0A5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50" y="2947988"/>
            <a:ext cx="118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Arial" panose="020B0604020202020204" pitchFamily="34" charset="0"/>
              </a:rPr>
              <a:t>prevLSNs</a:t>
            </a:r>
          </a:p>
        </p:txBody>
      </p:sp>
      <p:sp>
        <p:nvSpPr>
          <p:cNvPr id="90132" name="Line 23">
            <a:extLst>
              <a:ext uri="{FF2B5EF4-FFF2-40B4-BE49-F238E27FC236}">
                <a16:creationId xmlns:a16="http://schemas.microsoft.com/office/drawing/2014/main" id="{F75CCC05-B1CA-44F5-856A-8E1DDDB42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3124200"/>
            <a:ext cx="914400" cy="3048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33" name="Line 24">
            <a:extLst>
              <a:ext uri="{FF2B5EF4-FFF2-40B4-BE49-F238E27FC236}">
                <a16:creationId xmlns:a16="http://schemas.microsoft.com/office/drawing/2014/main" id="{0DF21585-B15B-4B64-81C4-2AEC15D51D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3276600"/>
            <a:ext cx="2590800" cy="1371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grpSp>
        <p:nvGrpSpPr>
          <p:cNvPr id="90134" name="Group 25">
            <a:extLst>
              <a:ext uri="{FF2B5EF4-FFF2-40B4-BE49-F238E27FC236}">
                <a16:creationId xmlns:a16="http://schemas.microsoft.com/office/drawing/2014/main" id="{C78D4B4C-76E7-467C-89B5-D443F56F7598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905000"/>
            <a:ext cx="1676400" cy="914400"/>
            <a:chOff x="432" y="1200"/>
            <a:chExt cx="1056" cy="576"/>
          </a:xfrm>
        </p:grpSpPr>
        <p:sp>
          <p:nvSpPr>
            <p:cNvPr id="90141" name="Rectangle 26">
              <a:extLst>
                <a:ext uri="{FF2B5EF4-FFF2-40B4-BE49-F238E27FC236}">
                  <a16:creationId xmlns:a16="http://schemas.microsoft.com/office/drawing/2014/main" id="{35BCF516-8D94-47DF-B80E-04557DDB2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" y="1384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RAM</a:t>
              </a:r>
            </a:p>
          </p:txBody>
        </p:sp>
        <p:grpSp>
          <p:nvGrpSpPr>
            <p:cNvPr id="90142" name="Group 27">
              <a:extLst>
                <a:ext uri="{FF2B5EF4-FFF2-40B4-BE49-F238E27FC236}">
                  <a16:creationId xmlns:a16="http://schemas.microsoft.com/office/drawing/2014/main" id="{D667CC20-F1DC-4729-BF60-8FC5E5AAE7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200"/>
              <a:ext cx="1056" cy="576"/>
              <a:chOff x="432" y="1200"/>
              <a:chExt cx="1056" cy="576"/>
            </a:xfrm>
          </p:grpSpPr>
          <p:sp>
            <p:nvSpPr>
              <p:cNvPr id="90143" name="Rectangle 28">
                <a:extLst>
                  <a:ext uri="{FF2B5EF4-FFF2-40B4-BE49-F238E27FC236}">
                    <a16:creationId xmlns:a16="http://schemas.microsoft.com/office/drawing/2014/main" id="{5B5B54BA-96F0-4FA3-B3E5-D38894D4E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1245"/>
                <a:ext cx="1019" cy="527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</a:endParaRPr>
              </a:p>
            </p:txBody>
          </p:sp>
          <p:sp>
            <p:nvSpPr>
              <p:cNvPr id="90144" name="Line 29">
                <a:extLst>
                  <a:ext uri="{FF2B5EF4-FFF2-40B4-BE49-F238E27FC236}">
                    <a16:creationId xmlns:a16="http://schemas.microsoft.com/office/drawing/2014/main" id="{85D68889-3A64-4652-B6EB-00084E316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45" name="Line 30">
                <a:extLst>
                  <a:ext uri="{FF2B5EF4-FFF2-40B4-BE49-F238E27FC236}">
                    <a16:creationId xmlns:a16="http://schemas.microsoft.com/office/drawing/2014/main" id="{0A3F9432-279C-46F1-8EAB-0368B706ED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9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46" name="Line 31">
                <a:extLst>
                  <a:ext uri="{FF2B5EF4-FFF2-40B4-BE49-F238E27FC236}">
                    <a16:creationId xmlns:a16="http://schemas.microsoft.com/office/drawing/2014/main" id="{20780BD9-C972-4BF9-870F-1002C0829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47" name="Line 32">
                <a:extLst>
                  <a:ext uri="{FF2B5EF4-FFF2-40B4-BE49-F238E27FC236}">
                    <a16:creationId xmlns:a16="http://schemas.microsoft.com/office/drawing/2014/main" id="{E001784E-83E6-46FE-8869-6B68CECD3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3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48" name="Line 33">
                <a:extLst>
                  <a:ext uri="{FF2B5EF4-FFF2-40B4-BE49-F238E27FC236}">
                    <a16:creationId xmlns:a16="http://schemas.microsoft.com/office/drawing/2014/main" id="{4B038011-209A-4DE7-8506-F08642A5F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0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49" name="Line 34">
                <a:extLst>
                  <a:ext uri="{FF2B5EF4-FFF2-40B4-BE49-F238E27FC236}">
                    <a16:creationId xmlns:a16="http://schemas.microsoft.com/office/drawing/2014/main" id="{E0C4FD13-D978-432D-9262-3A72E81472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7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0" name="Line 35">
                <a:extLst>
                  <a:ext uri="{FF2B5EF4-FFF2-40B4-BE49-F238E27FC236}">
                    <a16:creationId xmlns:a16="http://schemas.microsoft.com/office/drawing/2014/main" id="{0063940B-1FF5-4BB4-89CD-9B87E8B75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4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1" name="Line 36">
                <a:extLst>
                  <a:ext uri="{FF2B5EF4-FFF2-40B4-BE49-F238E27FC236}">
                    <a16:creationId xmlns:a16="http://schemas.microsoft.com/office/drawing/2014/main" id="{665AA882-CFE7-4699-83AB-9F0A3D663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2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2" name="Line 37">
                <a:extLst>
                  <a:ext uri="{FF2B5EF4-FFF2-40B4-BE49-F238E27FC236}">
                    <a16:creationId xmlns:a16="http://schemas.microsoft.com/office/drawing/2014/main" id="{3795A942-4DE3-45C9-ABC5-4C7EA61EA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9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3" name="Line 38">
                <a:extLst>
                  <a:ext uri="{FF2B5EF4-FFF2-40B4-BE49-F238E27FC236}">
                    <a16:creationId xmlns:a16="http://schemas.microsoft.com/office/drawing/2014/main" id="{6CDD5040-4B93-44E6-BF8D-27A23059A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6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4" name="Line 39">
                <a:extLst>
                  <a:ext uri="{FF2B5EF4-FFF2-40B4-BE49-F238E27FC236}">
                    <a16:creationId xmlns:a16="http://schemas.microsoft.com/office/drawing/2014/main" id="{F0BB42F0-F2C9-454E-ACCF-FA30C6818E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3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5" name="Line 40">
                <a:extLst>
                  <a:ext uri="{FF2B5EF4-FFF2-40B4-BE49-F238E27FC236}">
                    <a16:creationId xmlns:a16="http://schemas.microsoft.com/office/drawing/2014/main" id="{1BC6AA96-937A-47E5-B34D-DF7040494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0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6" name="Line 41">
                <a:extLst>
                  <a:ext uri="{FF2B5EF4-FFF2-40B4-BE49-F238E27FC236}">
                    <a16:creationId xmlns:a16="http://schemas.microsoft.com/office/drawing/2014/main" id="{0DCC9F5F-BFD6-4803-9762-E7A62CF58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7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7" name="Line 42">
                <a:extLst>
                  <a:ext uri="{FF2B5EF4-FFF2-40B4-BE49-F238E27FC236}">
                    <a16:creationId xmlns:a16="http://schemas.microsoft.com/office/drawing/2014/main" id="{A8D84AC1-33EA-491A-B538-AEC587517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4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8" name="Line 43">
                <a:extLst>
                  <a:ext uri="{FF2B5EF4-FFF2-40B4-BE49-F238E27FC236}">
                    <a16:creationId xmlns:a16="http://schemas.microsoft.com/office/drawing/2014/main" id="{DDDBCC25-D3AC-434F-82B5-9B894256C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31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59" name="Line 44">
                <a:extLst>
                  <a:ext uri="{FF2B5EF4-FFF2-40B4-BE49-F238E27FC236}">
                    <a16:creationId xmlns:a16="http://schemas.microsoft.com/office/drawing/2014/main" id="{BD26F714-E4BB-4B03-A9B7-BE60E2796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60" name="Line 45">
                <a:extLst>
                  <a:ext uri="{FF2B5EF4-FFF2-40B4-BE49-F238E27FC236}">
                    <a16:creationId xmlns:a16="http://schemas.microsoft.com/office/drawing/2014/main" id="{A62A1CFF-4CCF-4B7D-87CF-B2A493FF9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5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61" name="Line 46">
                <a:extLst>
                  <a:ext uri="{FF2B5EF4-FFF2-40B4-BE49-F238E27FC236}">
                    <a16:creationId xmlns:a16="http://schemas.microsoft.com/office/drawing/2014/main" id="{F649F737-00CD-4EF3-A9BD-E86C7101FB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2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62" name="Line 47">
                <a:extLst>
                  <a:ext uri="{FF2B5EF4-FFF2-40B4-BE49-F238E27FC236}">
                    <a16:creationId xmlns:a16="http://schemas.microsoft.com/office/drawing/2014/main" id="{A82C63DD-9BEC-4076-B847-7E363F43B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9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63" name="Line 48">
                <a:extLst>
                  <a:ext uri="{FF2B5EF4-FFF2-40B4-BE49-F238E27FC236}">
                    <a16:creationId xmlns:a16="http://schemas.microsoft.com/office/drawing/2014/main" id="{3103C7F9-6620-4DBD-BFD7-AD71F9D77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9" y="1735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0164" name="Rectangle 49">
                <a:extLst>
                  <a:ext uri="{FF2B5EF4-FFF2-40B4-BE49-F238E27FC236}">
                    <a16:creationId xmlns:a16="http://schemas.microsoft.com/office/drawing/2014/main" id="{97FF3006-5ABF-400D-94A3-0C4AE3752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" y="1286"/>
                <a:ext cx="962" cy="445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</a:endParaRPr>
              </a:p>
            </p:txBody>
          </p:sp>
        </p:grpSp>
      </p:grpSp>
      <p:sp>
        <p:nvSpPr>
          <p:cNvPr id="90135" name="Line 50">
            <a:extLst>
              <a:ext uri="{FF2B5EF4-FFF2-40B4-BE49-F238E27FC236}">
                <a16:creationId xmlns:a16="http://schemas.microsoft.com/office/drawing/2014/main" id="{379FFAAD-BD1E-4439-A87A-F39045556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7432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36" name="Line 51">
            <a:extLst>
              <a:ext uri="{FF2B5EF4-FFF2-40B4-BE49-F238E27FC236}">
                <a16:creationId xmlns:a16="http://schemas.microsoft.com/office/drawing/2014/main" id="{6A519549-86C1-4C57-B330-A87A0D2CE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1242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37" name="Arc 52">
            <a:extLst>
              <a:ext uri="{FF2B5EF4-FFF2-40B4-BE49-F238E27FC236}">
                <a16:creationId xmlns:a16="http://schemas.microsoft.com/office/drawing/2014/main" id="{EF71E3CB-DD57-4519-BF4B-154AF3E0210F}"/>
              </a:ext>
            </a:extLst>
          </p:cNvPr>
          <p:cNvSpPr>
            <a:spLocks/>
          </p:cNvSpPr>
          <p:nvPr/>
        </p:nvSpPr>
        <p:spPr bwMode="auto">
          <a:xfrm>
            <a:off x="5257800" y="3963988"/>
            <a:ext cx="304800" cy="762000"/>
          </a:xfrm>
          <a:custGeom>
            <a:avLst/>
            <a:gdLst>
              <a:gd name="T0" fmla="*/ 2147483646 w 21600"/>
              <a:gd name="T1" fmla="*/ 0 h 43189"/>
              <a:gd name="T2" fmla="*/ 0 w 21600"/>
              <a:gd name="T3" fmla="*/ 2147483646 h 43189"/>
              <a:gd name="T4" fmla="*/ 0 w 21600"/>
              <a:gd name="T5" fmla="*/ 2147483646 h 43189"/>
              <a:gd name="T6" fmla="*/ 0 60000 65536"/>
              <a:gd name="T7" fmla="*/ 0 60000 65536"/>
              <a:gd name="T8" fmla="*/ 0 60000 65536"/>
              <a:gd name="T9" fmla="*/ 0 w 21600"/>
              <a:gd name="T10" fmla="*/ 0 h 43189"/>
              <a:gd name="T11" fmla="*/ 21600 w 21600"/>
              <a:gd name="T12" fmla="*/ 43189 h 43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89" fill="none" extrusionOk="0">
                <a:moveTo>
                  <a:pt x="675" y="-1"/>
                </a:moveTo>
                <a:cubicBezTo>
                  <a:pt x="12335" y="364"/>
                  <a:pt x="21600" y="9922"/>
                  <a:pt x="21600" y="21589"/>
                </a:cubicBezTo>
                <a:cubicBezTo>
                  <a:pt x="21600" y="33518"/>
                  <a:pt x="11929" y="43188"/>
                  <a:pt x="0" y="43189"/>
                </a:cubicBezTo>
              </a:path>
              <a:path w="21600" h="43189" stroke="0" extrusionOk="0">
                <a:moveTo>
                  <a:pt x="675" y="-1"/>
                </a:moveTo>
                <a:cubicBezTo>
                  <a:pt x="12335" y="364"/>
                  <a:pt x="21600" y="9922"/>
                  <a:pt x="21600" y="21589"/>
                </a:cubicBezTo>
                <a:cubicBezTo>
                  <a:pt x="21600" y="33518"/>
                  <a:pt x="11929" y="43188"/>
                  <a:pt x="0" y="43189"/>
                </a:cubicBezTo>
                <a:lnTo>
                  <a:pt x="0" y="21589"/>
                </a:lnTo>
                <a:lnTo>
                  <a:pt x="675" y="-1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38" name="Arc 53">
            <a:extLst>
              <a:ext uri="{FF2B5EF4-FFF2-40B4-BE49-F238E27FC236}">
                <a16:creationId xmlns:a16="http://schemas.microsoft.com/office/drawing/2014/main" id="{C8447B77-BD4F-47E1-93F7-628417A0F3B0}"/>
              </a:ext>
            </a:extLst>
          </p:cNvPr>
          <p:cNvSpPr>
            <a:spLocks/>
          </p:cNvSpPr>
          <p:nvPr/>
        </p:nvSpPr>
        <p:spPr bwMode="auto">
          <a:xfrm>
            <a:off x="5715000" y="3162300"/>
            <a:ext cx="1066800" cy="800100"/>
          </a:xfrm>
          <a:custGeom>
            <a:avLst/>
            <a:gdLst>
              <a:gd name="T0" fmla="*/ 2147483646 w 21600"/>
              <a:gd name="T1" fmla="*/ 0 h 32414"/>
              <a:gd name="T2" fmla="*/ 0 w 21600"/>
              <a:gd name="T3" fmla="*/ 2147483646 h 32414"/>
              <a:gd name="T4" fmla="*/ 0 w 21600"/>
              <a:gd name="T5" fmla="*/ 2147483646 h 32414"/>
              <a:gd name="T6" fmla="*/ 0 60000 65536"/>
              <a:gd name="T7" fmla="*/ 0 60000 65536"/>
              <a:gd name="T8" fmla="*/ 0 60000 65536"/>
              <a:gd name="T9" fmla="*/ 0 w 21600"/>
              <a:gd name="T10" fmla="*/ 0 h 32414"/>
              <a:gd name="T11" fmla="*/ 21600 w 21600"/>
              <a:gd name="T12" fmla="*/ 32414 h 324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414" fill="none" extrusionOk="0">
                <a:moveTo>
                  <a:pt x="18698" y="-1"/>
                </a:moveTo>
                <a:cubicBezTo>
                  <a:pt x="20599" y="3286"/>
                  <a:pt x="21600" y="7016"/>
                  <a:pt x="21600" y="10814"/>
                </a:cubicBezTo>
                <a:cubicBezTo>
                  <a:pt x="21600" y="22743"/>
                  <a:pt x="11929" y="32413"/>
                  <a:pt x="0" y="32414"/>
                </a:cubicBezTo>
              </a:path>
              <a:path w="21600" h="32414" stroke="0" extrusionOk="0">
                <a:moveTo>
                  <a:pt x="18698" y="-1"/>
                </a:moveTo>
                <a:cubicBezTo>
                  <a:pt x="20599" y="3286"/>
                  <a:pt x="21600" y="7016"/>
                  <a:pt x="21600" y="10814"/>
                </a:cubicBezTo>
                <a:cubicBezTo>
                  <a:pt x="21600" y="22743"/>
                  <a:pt x="11929" y="32413"/>
                  <a:pt x="0" y="32414"/>
                </a:cubicBezTo>
                <a:lnTo>
                  <a:pt x="0" y="10814"/>
                </a:lnTo>
                <a:lnTo>
                  <a:pt x="18698" y="-1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39" name="Arc 54">
            <a:extLst>
              <a:ext uri="{FF2B5EF4-FFF2-40B4-BE49-F238E27FC236}">
                <a16:creationId xmlns:a16="http://schemas.microsoft.com/office/drawing/2014/main" id="{C49A8800-34D8-4E06-B59D-9CC5BE4537FA}"/>
              </a:ext>
            </a:extLst>
          </p:cNvPr>
          <p:cNvSpPr>
            <a:spLocks/>
          </p:cNvSpPr>
          <p:nvPr/>
        </p:nvSpPr>
        <p:spPr bwMode="auto">
          <a:xfrm>
            <a:off x="6634163" y="3543300"/>
            <a:ext cx="454025" cy="2020888"/>
          </a:xfrm>
          <a:custGeom>
            <a:avLst/>
            <a:gdLst>
              <a:gd name="T0" fmla="*/ 0 w 25732"/>
              <a:gd name="T1" fmla="*/ 2147483646 h 43200"/>
              <a:gd name="T2" fmla="*/ 2147483646 w 25732"/>
              <a:gd name="T3" fmla="*/ 2147483646 h 43200"/>
              <a:gd name="T4" fmla="*/ 2147483646 w 25732"/>
              <a:gd name="T5" fmla="*/ 2147483646 h 43200"/>
              <a:gd name="T6" fmla="*/ 0 60000 65536"/>
              <a:gd name="T7" fmla="*/ 0 60000 65536"/>
              <a:gd name="T8" fmla="*/ 0 60000 65536"/>
              <a:gd name="T9" fmla="*/ 0 w 25732"/>
              <a:gd name="T10" fmla="*/ 0 h 43200"/>
              <a:gd name="T11" fmla="*/ 25732 w 25732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732" h="43200" fill="none" extrusionOk="0">
                <a:moveTo>
                  <a:pt x="-1" y="398"/>
                </a:moveTo>
                <a:cubicBezTo>
                  <a:pt x="1361" y="133"/>
                  <a:pt x="2745" y="-1"/>
                  <a:pt x="4132" y="0"/>
                </a:cubicBezTo>
                <a:cubicBezTo>
                  <a:pt x="16061" y="0"/>
                  <a:pt x="25732" y="9670"/>
                  <a:pt x="25732" y="21600"/>
                </a:cubicBezTo>
                <a:cubicBezTo>
                  <a:pt x="25732" y="33529"/>
                  <a:pt x="16061" y="43199"/>
                  <a:pt x="4132" y="43200"/>
                </a:cubicBezTo>
              </a:path>
              <a:path w="25732" h="43200" stroke="0" extrusionOk="0">
                <a:moveTo>
                  <a:pt x="-1" y="398"/>
                </a:moveTo>
                <a:cubicBezTo>
                  <a:pt x="1361" y="133"/>
                  <a:pt x="2745" y="-1"/>
                  <a:pt x="4132" y="0"/>
                </a:cubicBezTo>
                <a:cubicBezTo>
                  <a:pt x="16061" y="0"/>
                  <a:pt x="25732" y="9670"/>
                  <a:pt x="25732" y="21600"/>
                </a:cubicBezTo>
                <a:cubicBezTo>
                  <a:pt x="25732" y="33529"/>
                  <a:pt x="16061" y="43199"/>
                  <a:pt x="4132" y="43200"/>
                </a:cubicBezTo>
                <a:lnTo>
                  <a:pt x="4132" y="21600"/>
                </a:lnTo>
                <a:lnTo>
                  <a:pt x="-1" y="398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0140" name="Line 55">
            <a:extLst>
              <a:ext uri="{FF2B5EF4-FFF2-40B4-BE49-F238E27FC236}">
                <a16:creationId xmlns:a16="http://schemas.microsoft.com/office/drawing/2014/main" id="{E3C4D9BE-8D67-4D77-91BB-95DED731D0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3352800"/>
            <a:ext cx="1447800" cy="11430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2E4B3C7C-C46B-4C27-9DA8-A4382EAC9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C832C243-486E-43C4-874A-437D81DB9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2163" name="Rectangle 4">
            <a:extLst>
              <a:ext uri="{FF2B5EF4-FFF2-40B4-BE49-F238E27FC236}">
                <a16:creationId xmlns:a16="http://schemas.microsoft.com/office/drawing/2014/main" id="{5BB0F575-EDCB-45E1-9736-43CB32937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Example: Crash During Restart!</a:t>
            </a:r>
          </a:p>
        </p:txBody>
      </p:sp>
      <p:sp>
        <p:nvSpPr>
          <p:cNvPr id="92164" name="Rectangle 5">
            <a:extLst>
              <a:ext uri="{FF2B5EF4-FFF2-40B4-BE49-F238E27FC236}">
                <a16:creationId xmlns:a16="http://schemas.microsoft.com/office/drawing/2014/main" id="{F2A22736-A5EB-4450-83D0-A0C79D06B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300" y="1789113"/>
            <a:ext cx="4079875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/>
              <a:t>begin_checkpoint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end_checkpoint</a:t>
            </a:r>
            <a:endParaRPr lang="en-US" altLang="en-US" sz="2000" dirty="0"/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update: T1 writes P5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update T2 writes P3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T1 abort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CLR: Undo T1 LSN 10, T1 End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update: T3 writes P1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update: T2 writes P5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CRASH, RESTART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CLR: Undo T2 LSN 60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CLR: Undo T3 LSN 50, T3 end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CRASH, RESTART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CLR: Undo T2 LSN 20, T2 end</a:t>
            </a:r>
          </a:p>
        </p:txBody>
      </p:sp>
      <p:sp>
        <p:nvSpPr>
          <p:cNvPr id="92165" name="Line 6">
            <a:extLst>
              <a:ext uri="{FF2B5EF4-FFF2-40B4-BE49-F238E27FC236}">
                <a16:creationId xmlns:a16="http://schemas.microsoft.com/office/drawing/2014/main" id="{55FAFA68-8CA6-49F7-AAA1-EC707E9D85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905000"/>
            <a:ext cx="0" cy="44958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66" name="Line 7">
            <a:extLst>
              <a:ext uri="{FF2B5EF4-FFF2-40B4-BE49-F238E27FC236}">
                <a16:creationId xmlns:a16="http://schemas.microsoft.com/office/drawing/2014/main" id="{6D20120C-75B2-42A4-B8FE-422CB6133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64008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67" name="Line 8">
            <a:extLst>
              <a:ext uri="{FF2B5EF4-FFF2-40B4-BE49-F238E27FC236}">
                <a16:creationId xmlns:a16="http://schemas.microsoft.com/office/drawing/2014/main" id="{E18639ED-A4AD-4F20-9A29-D59C40D91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6388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68" name="Line 9">
            <a:extLst>
              <a:ext uri="{FF2B5EF4-FFF2-40B4-BE49-F238E27FC236}">
                <a16:creationId xmlns:a16="http://schemas.microsoft.com/office/drawing/2014/main" id="{083A60A1-DA8E-4D35-A23A-64064E9E6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1816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69" name="Line 10">
            <a:extLst>
              <a:ext uri="{FF2B5EF4-FFF2-40B4-BE49-F238E27FC236}">
                <a16:creationId xmlns:a16="http://schemas.microsoft.com/office/drawing/2014/main" id="{C5F39E6D-1A67-4C36-B5E3-2A862BF63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4196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70" name="Line 11">
            <a:extLst>
              <a:ext uri="{FF2B5EF4-FFF2-40B4-BE49-F238E27FC236}">
                <a16:creationId xmlns:a16="http://schemas.microsoft.com/office/drawing/2014/main" id="{7F92A7FA-9105-4A94-850C-7DEB768DD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0386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71" name="Line 12">
            <a:extLst>
              <a:ext uri="{FF2B5EF4-FFF2-40B4-BE49-F238E27FC236}">
                <a16:creationId xmlns:a16="http://schemas.microsoft.com/office/drawing/2014/main" id="{6954486A-412F-441C-A333-DF547E95E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6576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72" name="Line 13">
            <a:extLst>
              <a:ext uri="{FF2B5EF4-FFF2-40B4-BE49-F238E27FC236}">
                <a16:creationId xmlns:a16="http://schemas.microsoft.com/office/drawing/2014/main" id="{527FD770-E768-4F42-B8EB-8324F2AE9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2766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73" name="Line 14">
            <a:extLst>
              <a:ext uri="{FF2B5EF4-FFF2-40B4-BE49-F238E27FC236}">
                <a16:creationId xmlns:a16="http://schemas.microsoft.com/office/drawing/2014/main" id="{EE134F06-314E-45E9-A15B-A133A77BA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8956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74" name="Line 15">
            <a:extLst>
              <a:ext uri="{FF2B5EF4-FFF2-40B4-BE49-F238E27FC236}">
                <a16:creationId xmlns:a16="http://schemas.microsoft.com/office/drawing/2014/main" id="{349DC5F3-0AE6-4BAE-A4C7-E82863FBA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438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75" name="Line 16">
            <a:extLst>
              <a:ext uri="{FF2B5EF4-FFF2-40B4-BE49-F238E27FC236}">
                <a16:creationId xmlns:a16="http://schemas.microsoft.com/office/drawing/2014/main" id="{C452E5A3-AE98-4F1D-97E9-54210A053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057400"/>
            <a:ext cx="3048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76" name="Rectangle 17">
            <a:extLst>
              <a:ext uri="{FF2B5EF4-FFF2-40B4-BE49-F238E27FC236}">
                <a16:creationId xmlns:a16="http://schemas.microsoft.com/office/drawing/2014/main" id="{4B2238F9-469A-4B5B-8740-961FC5BC6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1509713"/>
            <a:ext cx="212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/>
              <a:t>LSN         LOG</a:t>
            </a:r>
          </a:p>
        </p:txBody>
      </p:sp>
      <p:sp>
        <p:nvSpPr>
          <p:cNvPr id="92177" name="Rectangle 18">
            <a:extLst>
              <a:ext uri="{FF2B5EF4-FFF2-40B4-BE49-F238E27FC236}">
                <a16:creationId xmlns:a16="http://schemas.microsoft.com/office/drawing/2014/main" id="{23361705-8E4D-4FFC-82A0-EB6968BBB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1790700"/>
            <a:ext cx="75565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00,05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10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20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30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40,45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50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60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/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70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80,85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/>
          </a:p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    90</a:t>
            </a:r>
          </a:p>
        </p:txBody>
      </p:sp>
      <p:sp>
        <p:nvSpPr>
          <p:cNvPr id="92178" name="Line 19">
            <a:extLst>
              <a:ext uri="{FF2B5EF4-FFF2-40B4-BE49-F238E27FC236}">
                <a16:creationId xmlns:a16="http://schemas.microsoft.com/office/drawing/2014/main" id="{5521CD05-76B1-485E-877C-ED294F3A2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724400"/>
            <a:ext cx="228600" cy="2286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79" name="Line 20">
            <a:extLst>
              <a:ext uri="{FF2B5EF4-FFF2-40B4-BE49-F238E27FC236}">
                <a16:creationId xmlns:a16="http://schemas.microsoft.com/office/drawing/2014/main" id="{BCAE1D42-827B-484F-8300-6862E3CC0B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4724400"/>
            <a:ext cx="228600" cy="2286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80" name="Line 21">
            <a:extLst>
              <a:ext uri="{FF2B5EF4-FFF2-40B4-BE49-F238E27FC236}">
                <a16:creationId xmlns:a16="http://schemas.microsoft.com/office/drawing/2014/main" id="{F34E404B-A570-4D97-9C6B-7551BA021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5867400"/>
            <a:ext cx="228600" cy="2286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81" name="Line 22">
            <a:extLst>
              <a:ext uri="{FF2B5EF4-FFF2-40B4-BE49-F238E27FC236}">
                <a16:creationId xmlns:a16="http://schemas.microsoft.com/office/drawing/2014/main" id="{F4E746E5-DC85-44CE-A07C-583E05B9BB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5867400"/>
            <a:ext cx="228600" cy="2286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82" name="Rectangle 23">
            <a:extLst>
              <a:ext uri="{FF2B5EF4-FFF2-40B4-BE49-F238E27FC236}">
                <a16:creationId xmlns:a16="http://schemas.microsoft.com/office/drawing/2014/main" id="{8918077F-8B65-470D-8DFA-677649169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2984500"/>
            <a:ext cx="207645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Xact Table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lastLSN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status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Dirty Page Table</a:t>
            </a:r>
            <a:endParaRPr lang="en-US" altLang="en-US" sz="20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Arial" panose="020B0604020202020204" pitchFamily="34" charset="0"/>
              </a:rPr>
              <a:t>	recLSN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FF"/>
                </a:solidFill>
                <a:latin typeface="Arial" panose="020B0604020202020204" pitchFamily="34" charset="0"/>
              </a:rPr>
              <a:t>flushedLSN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92183" name="Line 24">
            <a:extLst>
              <a:ext uri="{FF2B5EF4-FFF2-40B4-BE49-F238E27FC236}">
                <a16:creationId xmlns:a16="http://schemas.microsoft.com/office/drawing/2014/main" id="{1046C197-AEB4-4634-9256-3F01E315C5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1371600"/>
            <a:ext cx="0" cy="5257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184" name="Rectangle 25">
            <a:extLst>
              <a:ext uri="{FF2B5EF4-FFF2-40B4-BE49-F238E27FC236}">
                <a16:creationId xmlns:a16="http://schemas.microsoft.com/office/drawing/2014/main" id="{2898659F-DE8D-4591-8B7F-FC19CC0A8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8" y="5243513"/>
            <a:ext cx="130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ToUndo</a:t>
            </a:r>
          </a:p>
        </p:txBody>
      </p:sp>
      <p:sp>
        <p:nvSpPr>
          <p:cNvPr id="92185" name="Rectangle 26">
            <a:extLst>
              <a:ext uri="{FF2B5EF4-FFF2-40B4-BE49-F238E27FC236}">
                <a16:creationId xmlns:a16="http://schemas.microsoft.com/office/drawing/2014/main" id="{60E3C876-ADE9-4ECB-A1D7-AFD38408E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2795588"/>
            <a:ext cx="1570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Arial" panose="020B0604020202020204" pitchFamily="34" charset="0"/>
              </a:rPr>
              <a:t>undonextLSN</a:t>
            </a:r>
          </a:p>
        </p:txBody>
      </p:sp>
      <p:sp>
        <p:nvSpPr>
          <p:cNvPr id="92186" name="Line 27">
            <a:extLst>
              <a:ext uri="{FF2B5EF4-FFF2-40B4-BE49-F238E27FC236}">
                <a16:creationId xmlns:a16="http://schemas.microsoft.com/office/drawing/2014/main" id="{B07BACC7-B6CD-41EC-AB43-BFB1E5F2E6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8600" y="3124200"/>
            <a:ext cx="609600" cy="83820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grpSp>
        <p:nvGrpSpPr>
          <p:cNvPr id="92187" name="Group 52">
            <a:extLst>
              <a:ext uri="{FF2B5EF4-FFF2-40B4-BE49-F238E27FC236}">
                <a16:creationId xmlns:a16="http://schemas.microsoft.com/office/drawing/2014/main" id="{E7487F4E-4511-4254-B301-26CF8E3878A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905000"/>
            <a:ext cx="1676400" cy="914400"/>
            <a:chOff x="432" y="1200"/>
            <a:chExt cx="1056" cy="576"/>
          </a:xfrm>
        </p:grpSpPr>
        <p:sp>
          <p:nvSpPr>
            <p:cNvPr id="92192" name="Rectangle 28">
              <a:extLst>
                <a:ext uri="{FF2B5EF4-FFF2-40B4-BE49-F238E27FC236}">
                  <a16:creationId xmlns:a16="http://schemas.microsoft.com/office/drawing/2014/main" id="{D1CC568D-E85D-4DD9-89B2-E94C2F0C5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" y="1384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Monotype Sorts" charset="2"/>
                <a:buChar char="v"/>
                <a:defRPr sz="28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4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Monotype Sorts" charset="2"/>
                <a:buChar char="u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RAM</a:t>
              </a:r>
            </a:p>
          </p:txBody>
        </p:sp>
        <p:grpSp>
          <p:nvGrpSpPr>
            <p:cNvPr id="92193" name="Group 51">
              <a:extLst>
                <a:ext uri="{FF2B5EF4-FFF2-40B4-BE49-F238E27FC236}">
                  <a16:creationId xmlns:a16="http://schemas.microsoft.com/office/drawing/2014/main" id="{7D31D845-6613-46CD-9A20-249684705A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200"/>
              <a:ext cx="1056" cy="576"/>
              <a:chOff x="432" y="1200"/>
              <a:chExt cx="1056" cy="576"/>
            </a:xfrm>
          </p:grpSpPr>
          <p:sp>
            <p:nvSpPr>
              <p:cNvPr id="92194" name="Rectangle 29">
                <a:extLst>
                  <a:ext uri="{FF2B5EF4-FFF2-40B4-BE49-F238E27FC236}">
                    <a16:creationId xmlns:a16="http://schemas.microsoft.com/office/drawing/2014/main" id="{AFBE6874-3643-45AC-B1F0-740C5D6ED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" y="1245"/>
                <a:ext cx="1019" cy="527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</a:endParaRPr>
              </a:p>
            </p:txBody>
          </p:sp>
          <p:sp>
            <p:nvSpPr>
              <p:cNvPr id="92195" name="Line 30">
                <a:extLst>
                  <a:ext uri="{FF2B5EF4-FFF2-40B4-BE49-F238E27FC236}">
                    <a16:creationId xmlns:a16="http://schemas.microsoft.com/office/drawing/2014/main" id="{B41144EA-71A0-4ACD-A122-CA31B1F4C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196" name="Line 31">
                <a:extLst>
                  <a:ext uri="{FF2B5EF4-FFF2-40B4-BE49-F238E27FC236}">
                    <a16:creationId xmlns:a16="http://schemas.microsoft.com/office/drawing/2014/main" id="{3FFC4A73-0F38-405A-8303-710E29C67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9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197" name="Line 32">
                <a:extLst>
                  <a:ext uri="{FF2B5EF4-FFF2-40B4-BE49-F238E27FC236}">
                    <a16:creationId xmlns:a16="http://schemas.microsoft.com/office/drawing/2014/main" id="{EDB03FA1-CBBE-4219-8B1B-08E6D15E52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6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198" name="Line 33">
                <a:extLst>
                  <a:ext uri="{FF2B5EF4-FFF2-40B4-BE49-F238E27FC236}">
                    <a16:creationId xmlns:a16="http://schemas.microsoft.com/office/drawing/2014/main" id="{2A1B503B-3C12-4250-855A-A07B1380F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3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199" name="Line 34">
                <a:extLst>
                  <a:ext uri="{FF2B5EF4-FFF2-40B4-BE49-F238E27FC236}">
                    <a16:creationId xmlns:a16="http://schemas.microsoft.com/office/drawing/2014/main" id="{6ECAB3AE-990D-431D-808F-D441B5630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0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0" name="Line 35">
                <a:extLst>
                  <a:ext uri="{FF2B5EF4-FFF2-40B4-BE49-F238E27FC236}">
                    <a16:creationId xmlns:a16="http://schemas.microsoft.com/office/drawing/2014/main" id="{ADC4ECBB-9759-4FE5-BCA5-DE70FD8A7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7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1" name="Line 36">
                <a:extLst>
                  <a:ext uri="{FF2B5EF4-FFF2-40B4-BE49-F238E27FC236}">
                    <a16:creationId xmlns:a16="http://schemas.microsoft.com/office/drawing/2014/main" id="{56544BB8-8843-4846-856F-DBB927DCD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4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2" name="Line 37">
                <a:extLst>
                  <a:ext uri="{FF2B5EF4-FFF2-40B4-BE49-F238E27FC236}">
                    <a16:creationId xmlns:a16="http://schemas.microsoft.com/office/drawing/2014/main" id="{C3555D25-9248-4EEC-AA1F-7B6E85826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2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3" name="Line 38">
                <a:extLst>
                  <a:ext uri="{FF2B5EF4-FFF2-40B4-BE49-F238E27FC236}">
                    <a16:creationId xmlns:a16="http://schemas.microsoft.com/office/drawing/2014/main" id="{C62D511E-3AF9-484E-94F3-3920BF5E8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9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4" name="Line 39">
                <a:extLst>
                  <a:ext uri="{FF2B5EF4-FFF2-40B4-BE49-F238E27FC236}">
                    <a16:creationId xmlns:a16="http://schemas.microsoft.com/office/drawing/2014/main" id="{9FAF18DE-1A31-4597-9B4E-DB764C551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6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5" name="Line 40">
                <a:extLst>
                  <a:ext uri="{FF2B5EF4-FFF2-40B4-BE49-F238E27FC236}">
                    <a16:creationId xmlns:a16="http://schemas.microsoft.com/office/drawing/2014/main" id="{43872F7D-F251-4D38-AC2D-DC893BF2D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03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6" name="Line 41">
                <a:extLst>
                  <a:ext uri="{FF2B5EF4-FFF2-40B4-BE49-F238E27FC236}">
                    <a16:creationId xmlns:a16="http://schemas.microsoft.com/office/drawing/2014/main" id="{E134E61F-8E61-4574-A4F4-4B3BFC7F2C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0" y="1200"/>
                <a:ext cx="28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7" name="Line 42">
                <a:extLst>
                  <a:ext uri="{FF2B5EF4-FFF2-40B4-BE49-F238E27FC236}">
                    <a16:creationId xmlns:a16="http://schemas.microsoft.com/office/drawing/2014/main" id="{6E6AB1D4-BCEB-4C52-8004-9E901944F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7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8" name="Line 43">
                <a:extLst>
                  <a:ext uri="{FF2B5EF4-FFF2-40B4-BE49-F238E27FC236}">
                    <a16:creationId xmlns:a16="http://schemas.microsoft.com/office/drawing/2014/main" id="{8CB19567-976B-44B6-8BB4-F794C17D2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74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09" name="Line 44">
                <a:extLst>
                  <a:ext uri="{FF2B5EF4-FFF2-40B4-BE49-F238E27FC236}">
                    <a16:creationId xmlns:a16="http://schemas.microsoft.com/office/drawing/2014/main" id="{AB573BB9-E9CF-4CD2-9F28-A30B3909BB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31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10" name="Line 45">
                <a:extLst>
                  <a:ext uri="{FF2B5EF4-FFF2-40B4-BE49-F238E27FC236}">
                    <a16:creationId xmlns:a16="http://schemas.microsoft.com/office/drawing/2014/main" id="{91592567-40D1-4BC8-BE9F-FAAEAB7243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11" name="Line 46">
                <a:extLst>
                  <a:ext uri="{FF2B5EF4-FFF2-40B4-BE49-F238E27FC236}">
                    <a16:creationId xmlns:a16="http://schemas.microsoft.com/office/drawing/2014/main" id="{08DC4F83-3A51-4F4F-997F-4EC594C3AF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5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12" name="Line 47">
                <a:extLst>
                  <a:ext uri="{FF2B5EF4-FFF2-40B4-BE49-F238E27FC236}">
                    <a16:creationId xmlns:a16="http://schemas.microsoft.com/office/drawing/2014/main" id="{59026111-E230-438E-9D69-83ACCBE40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02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13" name="Line 48">
                <a:extLst>
                  <a:ext uri="{FF2B5EF4-FFF2-40B4-BE49-F238E27FC236}">
                    <a16:creationId xmlns:a16="http://schemas.microsoft.com/office/drawing/2014/main" id="{1F6FC4AC-5B42-4E6F-98E9-A9F66BF1A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9" y="1200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14" name="Line 49">
                <a:extLst>
                  <a:ext uri="{FF2B5EF4-FFF2-40B4-BE49-F238E27FC236}">
                    <a16:creationId xmlns:a16="http://schemas.microsoft.com/office/drawing/2014/main" id="{3D00C141-1145-41FE-B120-CBC1F1589D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9" y="1735"/>
                <a:ext cx="29" cy="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92215" name="Rectangle 50">
                <a:extLst>
                  <a:ext uri="{FF2B5EF4-FFF2-40B4-BE49-F238E27FC236}">
                    <a16:creationId xmlns:a16="http://schemas.microsoft.com/office/drawing/2014/main" id="{74C25CE6-779E-4218-B15A-02840BF34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" y="1286"/>
                <a:ext cx="962" cy="445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Monotype Sorts" charset="2"/>
                  <a:buChar char="v"/>
                  <a:defRPr sz="28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Monotype Sorts" charset="2"/>
                  <a:buChar char="u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Char char="–"/>
                  <a:defRPr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AU" altLang="en-US" sz="2400">
                  <a:solidFill>
                    <a:srgbClr val="CF0E30"/>
                  </a:solidFill>
                </a:endParaRPr>
              </a:p>
            </p:txBody>
          </p:sp>
        </p:grpSp>
      </p:grpSp>
      <p:sp>
        <p:nvSpPr>
          <p:cNvPr id="92188" name="Arc 53">
            <a:extLst>
              <a:ext uri="{FF2B5EF4-FFF2-40B4-BE49-F238E27FC236}">
                <a16:creationId xmlns:a16="http://schemas.microsoft.com/office/drawing/2014/main" id="{90F4AAB9-F17B-4512-B1DB-ED177FF27EBB}"/>
              </a:ext>
            </a:extLst>
          </p:cNvPr>
          <p:cNvSpPr>
            <a:spLocks/>
          </p:cNvSpPr>
          <p:nvPr/>
        </p:nvSpPr>
        <p:spPr bwMode="auto">
          <a:xfrm>
            <a:off x="6548438" y="2744788"/>
            <a:ext cx="1225550" cy="2438400"/>
          </a:xfrm>
          <a:custGeom>
            <a:avLst/>
            <a:gdLst>
              <a:gd name="T0" fmla="*/ 0 w 26841"/>
              <a:gd name="T1" fmla="*/ 2147483646 h 43200"/>
              <a:gd name="T2" fmla="*/ 2147483646 w 26841"/>
              <a:gd name="T3" fmla="*/ 2147483646 h 43200"/>
              <a:gd name="T4" fmla="*/ 2147483646 w 26841"/>
              <a:gd name="T5" fmla="*/ 2147483646 h 43200"/>
              <a:gd name="T6" fmla="*/ 0 60000 65536"/>
              <a:gd name="T7" fmla="*/ 0 60000 65536"/>
              <a:gd name="T8" fmla="*/ 0 60000 65536"/>
              <a:gd name="T9" fmla="*/ 0 w 26841"/>
              <a:gd name="T10" fmla="*/ 0 h 43200"/>
              <a:gd name="T11" fmla="*/ 26841 w 2684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841" h="43200" fill="none" extrusionOk="0">
                <a:moveTo>
                  <a:pt x="-1" y="645"/>
                </a:moveTo>
                <a:cubicBezTo>
                  <a:pt x="1713" y="216"/>
                  <a:pt x="3474" y="-1"/>
                  <a:pt x="5241" y="0"/>
                </a:cubicBezTo>
                <a:cubicBezTo>
                  <a:pt x="17170" y="0"/>
                  <a:pt x="26841" y="9670"/>
                  <a:pt x="26841" y="21600"/>
                </a:cubicBezTo>
                <a:cubicBezTo>
                  <a:pt x="26841" y="33529"/>
                  <a:pt x="17170" y="43200"/>
                  <a:pt x="5241" y="43200"/>
                </a:cubicBezTo>
                <a:cubicBezTo>
                  <a:pt x="5229" y="43200"/>
                  <a:pt x="5217" y="43199"/>
                  <a:pt x="5206" y="43199"/>
                </a:cubicBezTo>
              </a:path>
              <a:path w="26841" h="43200" stroke="0" extrusionOk="0">
                <a:moveTo>
                  <a:pt x="-1" y="645"/>
                </a:moveTo>
                <a:cubicBezTo>
                  <a:pt x="1713" y="216"/>
                  <a:pt x="3474" y="-1"/>
                  <a:pt x="5241" y="0"/>
                </a:cubicBezTo>
                <a:cubicBezTo>
                  <a:pt x="17170" y="0"/>
                  <a:pt x="26841" y="9670"/>
                  <a:pt x="26841" y="21600"/>
                </a:cubicBezTo>
                <a:cubicBezTo>
                  <a:pt x="26841" y="33529"/>
                  <a:pt x="17170" y="43200"/>
                  <a:pt x="5241" y="43200"/>
                </a:cubicBezTo>
                <a:cubicBezTo>
                  <a:pt x="5229" y="43200"/>
                  <a:pt x="5217" y="43199"/>
                  <a:pt x="5206" y="43199"/>
                </a:cubicBezTo>
                <a:lnTo>
                  <a:pt x="5241" y="21600"/>
                </a:lnTo>
                <a:lnTo>
                  <a:pt x="-1" y="645"/>
                </a:lnTo>
                <a:close/>
              </a:path>
            </a:pathLst>
          </a:custGeom>
          <a:noFill/>
          <a:ln w="12700" cap="rnd">
            <a:solidFill>
              <a:schemeClr val="accent2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526220FA-AC77-4D88-B7F1-8E09FD019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4C6C1811-4CF0-4282-A43E-22E34DF7D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4211" name="Rectangle 4">
            <a:extLst>
              <a:ext uri="{FF2B5EF4-FFF2-40B4-BE49-F238E27FC236}">
                <a16:creationId xmlns:a16="http://schemas.microsoft.com/office/drawing/2014/main" id="{899C4A3C-2BA7-435A-B2B2-A25E9F302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Additional Crash Issues</a:t>
            </a:r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67BD9C79-26AD-47CC-9F21-D2330E3B1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076700"/>
          </a:xfrm>
          <a:noFill/>
        </p:spPr>
        <p:txBody>
          <a:bodyPr/>
          <a:lstStyle/>
          <a:p>
            <a:r>
              <a:rPr lang="en-US" altLang="en-US"/>
              <a:t>What happens if system crashes during Analysis?  During </a:t>
            </a:r>
            <a:r>
              <a:rPr lang="en-US" altLang="en-US" sz="2400"/>
              <a:t>REDO</a:t>
            </a:r>
            <a:r>
              <a:rPr lang="en-US" altLang="en-US"/>
              <a:t>?</a:t>
            </a:r>
          </a:p>
          <a:p>
            <a:r>
              <a:rPr lang="en-US" altLang="en-US"/>
              <a:t>How do you limit the amount of work in </a:t>
            </a:r>
            <a:r>
              <a:rPr lang="en-US" altLang="en-US" sz="2400"/>
              <a:t>REDO</a:t>
            </a:r>
            <a:r>
              <a:rPr lang="en-US" altLang="en-US"/>
              <a:t>?</a:t>
            </a:r>
          </a:p>
          <a:p>
            <a:pPr lvl="1"/>
            <a:r>
              <a:rPr lang="en-US" altLang="en-US"/>
              <a:t>Flush asynchronously in the background.</a:t>
            </a:r>
          </a:p>
          <a:p>
            <a:pPr lvl="1"/>
            <a:r>
              <a:rPr lang="en-US" altLang="en-US"/>
              <a:t>Watch </a:t>
            </a:r>
            <a:r>
              <a:rPr lang="ja-JP" altLang="en-US"/>
              <a:t>“</a:t>
            </a:r>
            <a:r>
              <a:rPr lang="en-US" altLang="ja-JP"/>
              <a:t>hot spots</a:t>
            </a:r>
            <a:r>
              <a:rPr lang="ja-JP" altLang="en-US"/>
              <a:t>”</a:t>
            </a:r>
            <a:r>
              <a:rPr lang="en-US" altLang="ja-JP"/>
              <a:t>!</a:t>
            </a:r>
          </a:p>
          <a:p>
            <a:r>
              <a:rPr lang="en-US" altLang="en-US"/>
              <a:t>How do you limit the amount of work in </a:t>
            </a:r>
            <a:r>
              <a:rPr lang="en-US" altLang="en-US" sz="2400"/>
              <a:t>UNDO</a:t>
            </a:r>
            <a:r>
              <a:rPr lang="en-US" altLang="en-US"/>
              <a:t>?</a:t>
            </a:r>
          </a:p>
          <a:p>
            <a:pPr lvl="1"/>
            <a:r>
              <a:rPr lang="en-US" altLang="en-US"/>
              <a:t>Avoid long-running Xacts.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912D2633-1431-4E11-A100-E84BD041F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032CB38F-848C-42EF-A208-5F5609913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6259" name="Rectangle 4">
            <a:extLst>
              <a:ext uri="{FF2B5EF4-FFF2-40B4-BE49-F238E27FC236}">
                <a16:creationId xmlns:a16="http://schemas.microsoft.com/office/drawing/2014/main" id="{3605C2C8-19D5-4CB1-944A-59A282D9E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Summary of Logging/Recovery</a:t>
            </a:r>
          </a:p>
        </p:txBody>
      </p:sp>
      <p:sp>
        <p:nvSpPr>
          <p:cNvPr id="96260" name="Rectangle 5">
            <a:extLst>
              <a:ext uri="{FF2B5EF4-FFF2-40B4-BE49-F238E27FC236}">
                <a16:creationId xmlns:a16="http://schemas.microsoft.com/office/drawing/2014/main" id="{B563288F-E493-42C5-AC94-DAA419732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>
                <a:solidFill>
                  <a:schemeClr val="accent2"/>
                </a:solidFill>
              </a:rPr>
              <a:t>Recovery Manager</a:t>
            </a:r>
            <a:r>
              <a:rPr lang="en-US" altLang="en-US"/>
              <a:t> guarantees Atomicity &amp; Durability.</a:t>
            </a:r>
          </a:p>
          <a:p>
            <a:r>
              <a:rPr lang="en-US" altLang="en-US"/>
              <a:t>Use WAL to allow </a:t>
            </a:r>
            <a:r>
              <a:rPr lang="en-US" altLang="en-US" sz="2400"/>
              <a:t>STEAL/NO-FORCE </a:t>
            </a:r>
            <a:r>
              <a:rPr lang="en-US" altLang="en-US"/>
              <a:t>with out sacrificing correctness.</a:t>
            </a:r>
          </a:p>
          <a:p>
            <a:r>
              <a:rPr lang="en-US" altLang="en-US"/>
              <a:t>LSNs identify log records; linked into backwards chains per transaction (via prevLSN).</a:t>
            </a:r>
          </a:p>
          <a:p>
            <a:r>
              <a:rPr lang="en-US" altLang="en-US"/>
              <a:t>pageLSN allows comparison of data page and log records.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1B218DD2-208C-4D10-8342-982778D6E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A8143B0F-6A82-401B-B191-3DA55D9D2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2"/>
              <a:buChar char="v"/>
              <a:defRPr sz="28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65000"/>
              <a:buFont typeface="Monotype Sorts" charset="2"/>
              <a:buChar char="u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400">
              <a:solidFill>
                <a:srgbClr val="CF0E30"/>
              </a:solidFill>
            </a:endParaRPr>
          </a:p>
        </p:txBody>
      </p:sp>
      <p:sp>
        <p:nvSpPr>
          <p:cNvPr id="98307" name="Rectangle 4">
            <a:extLst>
              <a:ext uri="{FF2B5EF4-FFF2-40B4-BE49-F238E27FC236}">
                <a16:creationId xmlns:a16="http://schemas.microsoft.com/office/drawing/2014/main" id="{EE00D7B4-C9DB-40DF-8377-CE14ACABD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Summary, Cont.</a:t>
            </a:r>
          </a:p>
        </p:txBody>
      </p:sp>
      <p:sp>
        <p:nvSpPr>
          <p:cNvPr id="98308" name="Rectangle 5">
            <a:extLst>
              <a:ext uri="{FF2B5EF4-FFF2-40B4-BE49-F238E27FC236}">
                <a16:creationId xmlns:a16="http://schemas.microsoft.com/office/drawing/2014/main" id="{B529BC6D-4527-47C3-8B92-C65FA16AE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>
                <a:solidFill>
                  <a:schemeClr val="accent2"/>
                </a:solidFill>
              </a:rPr>
              <a:t>Checkpointing: </a:t>
            </a:r>
            <a:r>
              <a:rPr lang="en-US" altLang="en-US"/>
              <a:t> A quick way to limit the amount of log to scan on recovery. </a:t>
            </a:r>
          </a:p>
          <a:p>
            <a:r>
              <a:rPr lang="en-US" altLang="en-US"/>
              <a:t>Recovery works in 3 phases:</a:t>
            </a:r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Analysis: </a:t>
            </a:r>
            <a:r>
              <a:rPr lang="en-US" altLang="en-US"/>
              <a:t>Forward from checkpoint.</a:t>
            </a:r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Redo:</a:t>
            </a:r>
            <a:r>
              <a:rPr lang="en-US" altLang="en-US"/>
              <a:t> Forward from oldest recLSN.</a:t>
            </a:r>
          </a:p>
          <a:p>
            <a:pPr lvl="1"/>
            <a:r>
              <a:rPr lang="en-US" altLang="en-US">
                <a:solidFill>
                  <a:schemeClr val="accent2"/>
                </a:solidFill>
              </a:rPr>
              <a:t>Undo: </a:t>
            </a:r>
            <a:r>
              <a:rPr lang="en-US" altLang="en-US"/>
              <a:t>Backward from end to first LSN of oldest Xact alive at crash.</a:t>
            </a:r>
          </a:p>
          <a:p>
            <a:r>
              <a:rPr lang="en-US" altLang="en-US"/>
              <a:t>Upon Undo, write CLRs.</a:t>
            </a:r>
          </a:p>
          <a:p>
            <a:r>
              <a:rPr lang="en-US" altLang="en-US"/>
              <a:t>Redo </a:t>
            </a:r>
            <a:r>
              <a:rPr lang="ja-JP" altLang="en-US"/>
              <a:t>“</a:t>
            </a:r>
            <a:r>
              <a:rPr lang="en-US" altLang="ja-JP"/>
              <a:t>repeats history</a:t>
            </a:r>
            <a:r>
              <a:rPr lang="ja-JP" altLang="en-US"/>
              <a:t>”</a:t>
            </a:r>
            <a:r>
              <a:rPr lang="en-US" altLang="ja-JP"/>
              <a:t>: Simplifies the logic!</a:t>
            </a:r>
            <a:endParaRPr lang="en-US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ec1">
  <a:themeElements>
    <a:clrScheme name="">
      <a:dk1>
        <a:srgbClr val="005400"/>
      </a:dk1>
      <a:lt1>
        <a:srgbClr val="FFF6E9"/>
      </a:lt1>
      <a:dk2>
        <a:srgbClr val="000000"/>
      </a:dk2>
      <a:lt2>
        <a:srgbClr val="60C900"/>
      </a:lt2>
      <a:accent1>
        <a:srgbClr val="438E00"/>
      </a:accent1>
      <a:accent2>
        <a:srgbClr val="FC0128"/>
      </a:accent2>
      <a:accent3>
        <a:srgbClr val="FFFAF2"/>
      </a:accent3>
      <a:accent4>
        <a:srgbClr val="004600"/>
      </a:accent4>
      <a:accent5>
        <a:srgbClr val="B0C6AA"/>
      </a:accent5>
      <a:accent6>
        <a:srgbClr val="E40123"/>
      </a:accent6>
      <a:hlink>
        <a:srgbClr val="4C2E00"/>
      </a:hlink>
      <a:folHlink>
        <a:srgbClr val="BC3700"/>
      </a:folHlink>
    </a:clrScheme>
    <a:fontScheme name="lec1.ppt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2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CF0E30"/>
            </a:solidFill>
            <a:effectLst/>
            <a:latin typeface="Book Antiqua" pitchFamily="18" charset="0"/>
          </a:defRPr>
        </a:defPPr>
      </a:lstStyle>
    </a:spDef>
    <a:lnDef>
      <a:spPr bwMode="auto">
        <a:noFill/>
        <a:ln w="12700" cap="flat" cmpd="sng" algn="ctr">
          <a:solidFill>
            <a:schemeClr val="tx2"/>
          </a:solidFill>
          <a:prstDash val="solid"/>
          <a:round/>
          <a:headEnd type="none" w="sm" len="sm"/>
          <a:tailEnd type="arrow"/>
        </a:ln>
        <a:effectLst/>
      </a:spPr>
      <a:bodyPr/>
      <a:lstStyle/>
    </a:lnDef>
  </a:objectDefaults>
  <a:extraClrSchemeLst>
    <a:extraClrScheme>
      <a:clrScheme name="lec1.pp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1.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1.pp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1.pp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1.pp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1.pp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1.pp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University of Melbourne">
  <a:themeElements>
    <a:clrScheme name="University of Melbourne">
      <a:dk1>
        <a:sysClr val="windowText" lastClr="000000"/>
      </a:dk1>
      <a:lt1>
        <a:sysClr val="window" lastClr="FFFFFF"/>
      </a:lt1>
      <a:dk2>
        <a:srgbClr val="094183"/>
      </a:dk2>
      <a:lt2>
        <a:srgbClr val="FFFFFF"/>
      </a:lt2>
      <a:accent1>
        <a:srgbClr val="094183"/>
      </a:accent1>
      <a:accent2>
        <a:srgbClr val="4597AD"/>
      </a:accent2>
      <a:accent3>
        <a:srgbClr val="6DAF7F"/>
      </a:accent3>
      <a:accent4>
        <a:srgbClr val="5D7FBE"/>
      </a:accent4>
      <a:accent5>
        <a:srgbClr val="DDAD6A"/>
      </a:accent5>
      <a:accent6>
        <a:srgbClr val="D1694C"/>
      </a:accent6>
      <a:hlink>
        <a:srgbClr val="000000"/>
      </a:hlink>
      <a:folHlink>
        <a:srgbClr val="000000"/>
      </a:folHlink>
    </a:clrScheme>
    <a:fontScheme name="University of Melbourn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M PowerPoint template 4x3" id="{BDD74A5E-40DF-4BE2-A2E2-8F4B3D2BF403}" vid="{46240DC9-CC04-46E8-AB02-02D360500105}"/>
    </a:ext>
  </a:extLst>
</a:theme>
</file>

<file path=ppt/theme/theme3.xml><?xml version="1.0" encoding="utf-8"?>
<a:theme xmlns:a="http://schemas.openxmlformats.org/drawingml/2006/main" name="1_University of Melbourne">
  <a:themeElements>
    <a:clrScheme name="University of Melbourne">
      <a:dk1>
        <a:sysClr val="windowText" lastClr="000000"/>
      </a:dk1>
      <a:lt1>
        <a:sysClr val="window" lastClr="FFFFFF"/>
      </a:lt1>
      <a:dk2>
        <a:srgbClr val="094183"/>
      </a:dk2>
      <a:lt2>
        <a:srgbClr val="FFFFFF"/>
      </a:lt2>
      <a:accent1>
        <a:srgbClr val="094183"/>
      </a:accent1>
      <a:accent2>
        <a:srgbClr val="7CBDCE"/>
      </a:accent2>
      <a:accent3>
        <a:srgbClr val="6DAF7F"/>
      </a:accent3>
      <a:accent4>
        <a:srgbClr val="02707F"/>
      </a:accent4>
      <a:accent5>
        <a:srgbClr val="DDAD6A"/>
      </a:accent5>
      <a:accent6>
        <a:srgbClr val="D1694C"/>
      </a:accent6>
      <a:hlink>
        <a:srgbClr val="000000"/>
      </a:hlink>
      <a:folHlink>
        <a:srgbClr val="000000"/>
      </a:folHlink>
    </a:clrScheme>
    <a:fontScheme name="University of Melbourn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M-PowerPoint-template-4x3-3.potx" id="{ED2CEC12-0138-415C-8229-515B5A229484}" vid="{BCAD9863-0434-44F9-A667-B8B16E2A364F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H:\jmh\cs186\newslides\lec1.ppt</Template>
  <TotalTime>1490477744</TotalTime>
  <Pages>26</Pages>
  <Words>3347</Words>
  <Application>Microsoft Macintosh PowerPoint</Application>
  <PresentationFormat>On-screen Show (4:3)</PresentationFormat>
  <Paragraphs>853</Paragraphs>
  <Slides>43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Google Sans</vt:lpstr>
      <vt:lpstr>Arial</vt:lpstr>
      <vt:lpstr>Book Antiqua</vt:lpstr>
      <vt:lpstr>Calibri</vt:lpstr>
      <vt:lpstr>Georgia</vt:lpstr>
      <vt:lpstr>Helvetica Neue</vt:lpstr>
      <vt:lpstr>Monotype Sorts</vt:lpstr>
      <vt:lpstr>Symbol</vt:lpstr>
      <vt:lpstr>Times New Roman</vt:lpstr>
      <vt:lpstr>lec1</vt:lpstr>
      <vt:lpstr>University of Melbourne</vt:lpstr>
      <vt:lpstr>1_University of Melbourne</vt:lpstr>
      <vt:lpstr>WordArt 2.0</vt:lpstr>
      <vt:lpstr>COMP90050  Advanced Database Systems</vt:lpstr>
      <vt:lpstr>Core Concepts of Database management system </vt:lpstr>
      <vt:lpstr>Crash recovery</vt:lpstr>
      <vt:lpstr>Review: The ACID properties</vt:lpstr>
      <vt:lpstr>Motivation</vt:lpstr>
      <vt:lpstr>Assumptions</vt:lpstr>
      <vt:lpstr> Buffer Caches (pool)</vt:lpstr>
      <vt:lpstr> Buffer Caches (pool)</vt:lpstr>
      <vt:lpstr>Main components of a Database System</vt:lpstr>
      <vt:lpstr>Main components of a Database System</vt:lpstr>
      <vt:lpstr>Handling the Buffer Pool (cache)</vt:lpstr>
      <vt:lpstr>More on Steal and Force</vt:lpstr>
      <vt:lpstr>Basic Idea: Logging</vt:lpstr>
      <vt:lpstr>Write-Ahead Logging (WAL)</vt:lpstr>
      <vt:lpstr>WAL &amp; the Log</vt:lpstr>
      <vt:lpstr>WAL &amp; the Log</vt:lpstr>
      <vt:lpstr>WAL &amp; the Log</vt:lpstr>
      <vt:lpstr>WAL &amp; the Log</vt:lpstr>
      <vt:lpstr>Log Records</vt:lpstr>
      <vt:lpstr>Other Log-Related State</vt:lpstr>
      <vt:lpstr> Instance of Log, Transaction and Page tables</vt:lpstr>
      <vt:lpstr> Instance of Log, Transaction and Page tables</vt:lpstr>
      <vt:lpstr> Instance of Log, Transaction and Page tables</vt:lpstr>
      <vt:lpstr> Instance of Log, Transaction and Page tables</vt:lpstr>
      <vt:lpstr> Instance of Log, Transaction and Page tables</vt:lpstr>
      <vt:lpstr>Normal Execution of an Xact</vt:lpstr>
      <vt:lpstr>Checkpointing</vt:lpstr>
      <vt:lpstr>The Big Picture:  What’s Stored Where</vt:lpstr>
      <vt:lpstr>Simple Transaction Abort</vt:lpstr>
      <vt:lpstr>Abort, cont.</vt:lpstr>
      <vt:lpstr>Example of Transaction Abort</vt:lpstr>
      <vt:lpstr>Transaction Commit</vt:lpstr>
      <vt:lpstr> Instance of Log, Transaction and Page tables</vt:lpstr>
      <vt:lpstr> Instance of Log, Transaction and Page tables</vt:lpstr>
      <vt:lpstr>Crash Recovery: Big Picture</vt:lpstr>
      <vt:lpstr>Recovery: The Analysis Phase</vt:lpstr>
      <vt:lpstr>Recovery: The REDO Phase</vt:lpstr>
      <vt:lpstr>Recovery: The UNDO Phase</vt:lpstr>
      <vt:lpstr>Example of Recovery</vt:lpstr>
      <vt:lpstr>Example: Crash During Restart!</vt:lpstr>
      <vt:lpstr>Additional Crash Issues</vt:lpstr>
      <vt:lpstr>Summary of Logging/Recovery</vt:lpstr>
      <vt:lpstr>Summary, Cont.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to slides for Aries</dc:title>
  <cp:lastModifiedBy>Farhana Choudhury</cp:lastModifiedBy>
  <cp:revision>16</cp:revision>
  <cp:lastPrinted>2021-05-04T09:50:27Z</cp:lastPrinted>
  <dcterms:created xsi:type="dcterms:W3CDTF">1997-01-17T14:47:28Z</dcterms:created>
  <dcterms:modified xsi:type="dcterms:W3CDTF">2023-07-12T11:10:51Z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jmh@cs.berkeley.edu</vt:lpwstr>
  </property>
  <property fmtid="{D5CDD505-2E9C-101B-9397-08002B2CF9AE}" pid="8" name="HomePage">
    <vt:lpwstr>http://www.cs.Berkeley.EDU/~jmh/cs286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H:\jmh\school\cs286</vt:lpwstr>
  </property>
</Properties>
</file>