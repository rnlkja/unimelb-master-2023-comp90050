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256" r:id="rId2"/>
    <p:sldId id="609" r:id="rId3"/>
    <p:sldId id="271" r:id="rId4"/>
    <p:sldId id="272" r:id="rId5"/>
    <p:sldId id="273" r:id="rId6"/>
    <p:sldId id="274" r:id="rId7"/>
    <p:sldId id="275" r:id="rId8"/>
    <p:sldId id="276" r:id="rId9"/>
    <p:sldId id="277" r:id="rId10"/>
    <p:sldId id="278" r:id="rId11"/>
    <p:sldId id="279" r:id="rId12"/>
    <p:sldId id="280" r:id="rId13"/>
    <p:sldId id="282" r:id="rId14"/>
    <p:sldId id="283" r:id="rId15"/>
    <p:sldId id="284" r:id="rId16"/>
    <p:sldId id="285" r:id="rId17"/>
    <p:sldId id="286" r:id="rId18"/>
    <p:sldId id="287" r:id="rId19"/>
    <p:sldId id="257" r:id="rId20"/>
    <p:sldId id="289" r:id="rId21"/>
    <p:sldId id="267" r:id="rId22"/>
    <p:sldId id="269" r:id="rId23"/>
    <p:sldId id="268" r:id="rId24"/>
    <p:sldId id="270" r:id="rId25"/>
    <p:sldId id="265" r:id="rId26"/>
    <p:sldId id="266" r:id="rId27"/>
    <p:sldId id="290" r:id="rId28"/>
    <p:sldId id="291" r:id="rId29"/>
    <p:sldId id="292" r:id="rId30"/>
    <p:sldId id="293" r:id="rId31"/>
    <p:sldId id="298" r:id="rId32"/>
    <p:sldId id="297" r:id="rId33"/>
    <p:sldId id="305" r:id="rId34"/>
    <p:sldId id="299" r:id="rId35"/>
    <p:sldId id="306" r:id="rId36"/>
    <p:sldId id="300" r:id="rId37"/>
    <p:sldId id="301" r:id="rId38"/>
    <p:sldId id="302" r:id="rId39"/>
    <p:sldId id="303" r:id="rId40"/>
    <p:sldId id="304" r:id="rId41"/>
    <p:sldId id="307" r:id="rId42"/>
    <p:sldId id="607" r:id="rId43"/>
    <p:sldId id="608" r:id="rId44"/>
    <p:sldId id="308" r:id="rId45"/>
    <p:sldId id="309" r:id="rId46"/>
    <p:sldId id="310" r:id="rId47"/>
    <p:sldId id="311" r:id="rId48"/>
    <p:sldId id="312" r:id="rId49"/>
    <p:sldId id="313" r:id="rId50"/>
    <p:sldId id="314" r:id="rId51"/>
    <p:sldId id="315" r:id="rId52"/>
    <p:sldId id="316" r:id="rId53"/>
    <p:sldId id="317" r:id="rId54"/>
    <p:sldId id="323" r:id="rId55"/>
    <p:sldId id="324" r:id="rId56"/>
    <p:sldId id="605" r:id="rId57"/>
    <p:sldId id="606" r:id="rId58"/>
    <p:sldId id="320" r:id="rId59"/>
    <p:sldId id="322"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05EFCB-541A-4D0A-86E3-E415458E0051}" v="13" dt="2022-07-05T22:28:14.7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432" autoAdjust="0"/>
    <p:restoredTop sz="96856" autoAdjust="0"/>
  </p:normalViewPr>
  <p:slideViewPr>
    <p:cSldViewPr snapToGrid="0">
      <p:cViewPr varScale="1">
        <p:scale>
          <a:sx n="130" d="100"/>
          <a:sy n="130" d="100"/>
        </p:scale>
        <p:origin x="132"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ad Asgharian Rezaei" userId="be00758d-fdcf-4ae4-b1ff-4aef6992a5b8" providerId="ADAL" clId="{8D05EFCB-541A-4D0A-86E3-E415458E0051}"/>
    <pc:docChg chg="undo redo custSel addSld delSld modSld sldOrd">
      <pc:chgData name="Ahmad Asgharian Rezaei" userId="be00758d-fdcf-4ae4-b1ff-4aef6992a5b8" providerId="ADAL" clId="{8D05EFCB-541A-4D0A-86E3-E415458E0051}" dt="2022-07-05T22:28:33.049" v="686" actId="1076"/>
      <pc:docMkLst>
        <pc:docMk/>
      </pc:docMkLst>
      <pc:sldChg chg="modSp mod">
        <pc:chgData name="Ahmad Asgharian Rezaei" userId="be00758d-fdcf-4ae4-b1ff-4aef6992a5b8" providerId="ADAL" clId="{8D05EFCB-541A-4D0A-86E3-E415458E0051}" dt="2022-07-05T21:47:45.782" v="318" actId="20577"/>
        <pc:sldMkLst>
          <pc:docMk/>
          <pc:sldMk cId="786187340" sldId="256"/>
        </pc:sldMkLst>
        <pc:spChg chg="mod">
          <ac:chgData name="Ahmad Asgharian Rezaei" userId="be00758d-fdcf-4ae4-b1ff-4aef6992a5b8" providerId="ADAL" clId="{8D05EFCB-541A-4D0A-86E3-E415458E0051}" dt="2022-07-05T21:47:45.782" v="318" actId="20577"/>
          <ac:spMkLst>
            <pc:docMk/>
            <pc:sldMk cId="786187340" sldId="256"/>
            <ac:spMk id="3" creationId="{1A6FB0D5-866C-AF7E-1008-D048EF1DCCC8}"/>
          </ac:spMkLst>
        </pc:spChg>
      </pc:sldChg>
      <pc:sldChg chg="modSp new mod">
        <pc:chgData name="Ahmad Asgharian Rezaei" userId="be00758d-fdcf-4ae4-b1ff-4aef6992a5b8" providerId="ADAL" clId="{8D05EFCB-541A-4D0A-86E3-E415458E0051}" dt="2022-07-05T21:35:40.119" v="115" actId="20577"/>
        <pc:sldMkLst>
          <pc:docMk/>
          <pc:sldMk cId="1483755788" sldId="257"/>
        </pc:sldMkLst>
        <pc:spChg chg="mod">
          <ac:chgData name="Ahmad Asgharian Rezaei" userId="be00758d-fdcf-4ae4-b1ff-4aef6992a5b8" providerId="ADAL" clId="{8D05EFCB-541A-4D0A-86E3-E415458E0051}" dt="2022-07-05T21:34:24.989" v="59" actId="20577"/>
          <ac:spMkLst>
            <pc:docMk/>
            <pc:sldMk cId="1483755788" sldId="257"/>
            <ac:spMk id="2" creationId="{0DA1378C-2496-2089-4A0B-C9570F9E627D}"/>
          </ac:spMkLst>
        </pc:spChg>
        <pc:spChg chg="mod">
          <ac:chgData name="Ahmad Asgharian Rezaei" userId="be00758d-fdcf-4ae4-b1ff-4aef6992a5b8" providerId="ADAL" clId="{8D05EFCB-541A-4D0A-86E3-E415458E0051}" dt="2022-07-05T21:35:40.119" v="115" actId="20577"/>
          <ac:spMkLst>
            <pc:docMk/>
            <pc:sldMk cId="1483755788" sldId="257"/>
            <ac:spMk id="3" creationId="{9A0E3840-9B01-D965-77B3-B0274C42DED8}"/>
          </ac:spMkLst>
        </pc:spChg>
      </pc:sldChg>
      <pc:sldChg chg="del">
        <pc:chgData name="Ahmad Asgharian Rezaei" userId="be00758d-fdcf-4ae4-b1ff-4aef6992a5b8" providerId="ADAL" clId="{8D05EFCB-541A-4D0A-86E3-E415458E0051}" dt="2022-07-05T21:27:56.550" v="1" actId="47"/>
        <pc:sldMkLst>
          <pc:docMk/>
          <pc:sldMk cId="1604269037" sldId="257"/>
        </pc:sldMkLst>
      </pc:sldChg>
      <pc:sldChg chg="del">
        <pc:chgData name="Ahmad Asgharian Rezaei" userId="be00758d-fdcf-4ae4-b1ff-4aef6992a5b8" providerId="ADAL" clId="{8D05EFCB-541A-4D0A-86E3-E415458E0051}" dt="2022-07-05T21:27:56.730" v="2" actId="47"/>
        <pc:sldMkLst>
          <pc:docMk/>
          <pc:sldMk cId="146461912" sldId="258"/>
        </pc:sldMkLst>
      </pc:sldChg>
      <pc:sldChg chg="del">
        <pc:chgData name="Ahmad Asgharian Rezaei" userId="be00758d-fdcf-4ae4-b1ff-4aef6992a5b8" providerId="ADAL" clId="{8D05EFCB-541A-4D0A-86E3-E415458E0051}" dt="2022-07-05T21:27:57.188" v="4" actId="47"/>
        <pc:sldMkLst>
          <pc:docMk/>
          <pc:sldMk cId="2668028777" sldId="259"/>
        </pc:sldMkLst>
      </pc:sldChg>
      <pc:sldChg chg="del">
        <pc:chgData name="Ahmad Asgharian Rezaei" userId="be00758d-fdcf-4ae4-b1ff-4aef6992a5b8" providerId="ADAL" clId="{8D05EFCB-541A-4D0A-86E3-E415458E0051}" dt="2022-07-05T21:27:56.960" v="3" actId="47"/>
        <pc:sldMkLst>
          <pc:docMk/>
          <pc:sldMk cId="2340879321" sldId="260"/>
        </pc:sldMkLst>
      </pc:sldChg>
      <pc:sldChg chg="del">
        <pc:chgData name="Ahmad Asgharian Rezaei" userId="be00758d-fdcf-4ae4-b1ff-4aef6992a5b8" providerId="ADAL" clId="{8D05EFCB-541A-4D0A-86E3-E415458E0051}" dt="2022-07-05T21:27:57.462" v="5" actId="47"/>
        <pc:sldMkLst>
          <pc:docMk/>
          <pc:sldMk cId="735868036" sldId="261"/>
        </pc:sldMkLst>
      </pc:sldChg>
      <pc:sldChg chg="del">
        <pc:chgData name="Ahmad Asgharian Rezaei" userId="be00758d-fdcf-4ae4-b1ff-4aef6992a5b8" providerId="ADAL" clId="{8D05EFCB-541A-4D0A-86E3-E415458E0051}" dt="2022-07-05T21:27:57.576" v="6" actId="47"/>
        <pc:sldMkLst>
          <pc:docMk/>
          <pc:sldMk cId="704256491" sldId="262"/>
        </pc:sldMkLst>
      </pc:sldChg>
      <pc:sldChg chg="del">
        <pc:chgData name="Ahmad Asgharian Rezaei" userId="be00758d-fdcf-4ae4-b1ff-4aef6992a5b8" providerId="ADAL" clId="{8D05EFCB-541A-4D0A-86E3-E415458E0051}" dt="2022-07-05T21:27:57.886" v="8" actId="47"/>
        <pc:sldMkLst>
          <pc:docMk/>
          <pc:sldMk cId="2046077278" sldId="263"/>
        </pc:sldMkLst>
      </pc:sldChg>
      <pc:sldChg chg="del">
        <pc:chgData name="Ahmad Asgharian Rezaei" userId="be00758d-fdcf-4ae4-b1ff-4aef6992a5b8" providerId="ADAL" clId="{8D05EFCB-541A-4D0A-86E3-E415458E0051}" dt="2022-07-05T21:27:57.789" v="7" actId="47"/>
        <pc:sldMkLst>
          <pc:docMk/>
          <pc:sldMk cId="1161231599" sldId="264"/>
        </pc:sldMkLst>
      </pc:sldChg>
      <pc:sldChg chg="modSp add mod">
        <pc:chgData name="Ahmad Asgharian Rezaei" userId="be00758d-fdcf-4ae4-b1ff-4aef6992a5b8" providerId="ADAL" clId="{8D05EFCB-541A-4D0A-86E3-E415458E0051}" dt="2022-07-05T21:44:01.429" v="265" actId="20577"/>
        <pc:sldMkLst>
          <pc:docMk/>
          <pc:sldMk cId="271794387" sldId="265"/>
        </pc:sldMkLst>
        <pc:spChg chg="mod">
          <ac:chgData name="Ahmad Asgharian Rezaei" userId="be00758d-fdcf-4ae4-b1ff-4aef6992a5b8" providerId="ADAL" clId="{8D05EFCB-541A-4D0A-86E3-E415458E0051}" dt="2022-07-05T21:44:01.429" v="265" actId="20577"/>
          <ac:spMkLst>
            <pc:docMk/>
            <pc:sldMk cId="271794387" sldId="265"/>
            <ac:spMk id="2" creationId="{30A2B1CC-1D59-4B5B-970D-4F1182E087CB}"/>
          </ac:spMkLst>
        </pc:spChg>
      </pc:sldChg>
      <pc:sldChg chg="del">
        <pc:chgData name="Ahmad Asgharian Rezaei" userId="be00758d-fdcf-4ae4-b1ff-4aef6992a5b8" providerId="ADAL" clId="{8D05EFCB-541A-4D0A-86E3-E415458E0051}" dt="2022-07-05T21:27:58.080" v="9" actId="47"/>
        <pc:sldMkLst>
          <pc:docMk/>
          <pc:sldMk cId="2148444650" sldId="265"/>
        </pc:sldMkLst>
      </pc:sldChg>
      <pc:sldChg chg="modSp add mod">
        <pc:chgData name="Ahmad Asgharian Rezaei" userId="be00758d-fdcf-4ae4-b1ff-4aef6992a5b8" providerId="ADAL" clId="{8D05EFCB-541A-4D0A-86E3-E415458E0051}" dt="2022-07-05T21:44:05.334" v="266" actId="20577"/>
        <pc:sldMkLst>
          <pc:docMk/>
          <pc:sldMk cId="59706611" sldId="266"/>
        </pc:sldMkLst>
        <pc:spChg chg="mod">
          <ac:chgData name="Ahmad Asgharian Rezaei" userId="be00758d-fdcf-4ae4-b1ff-4aef6992a5b8" providerId="ADAL" clId="{8D05EFCB-541A-4D0A-86E3-E415458E0051}" dt="2022-07-05T21:44:05.334" v="266" actId="20577"/>
          <ac:spMkLst>
            <pc:docMk/>
            <pc:sldMk cId="59706611" sldId="266"/>
            <ac:spMk id="2" creationId="{AAE38A6F-ACFD-4BBA-B445-7D9D3641B0F2}"/>
          </ac:spMkLst>
        </pc:spChg>
      </pc:sldChg>
      <pc:sldChg chg="del">
        <pc:chgData name="Ahmad Asgharian Rezaei" userId="be00758d-fdcf-4ae4-b1ff-4aef6992a5b8" providerId="ADAL" clId="{8D05EFCB-541A-4D0A-86E3-E415458E0051}" dt="2022-07-05T21:27:58.549" v="11" actId="47"/>
        <pc:sldMkLst>
          <pc:docMk/>
          <pc:sldMk cId="891674621" sldId="266"/>
        </pc:sldMkLst>
      </pc:sldChg>
      <pc:sldChg chg="del">
        <pc:chgData name="Ahmad Asgharian Rezaei" userId="be00758d-fdcf-4ae4-b1ff-4aef6992a5b8" providerId="ADAL" clId="{8D05EFCB-541A-4D0A-86E3-E415458E0051}" dt="2022-07-05T21:27:58.807" v="12" actId="47"/>
        <pc:sldMkLst>
          <pc:docMk/>
          <pc:sldMk cId="108987430" sldId="267"/>
        </pc:sldMkLst>
      </pc:sldChg>
      <pc:sldChg chg="add">
        <pc:chgData name="Ahmad Asgharian Rezaei" userId="be00758d-fdcf-4ae4-b1ff-4aef6992a5b8" providerId="ADAL" clId="{8D05EFCB-541A-4D0A-86E3-E415458E0051}" dt="2022-07-05T21:40:34.729" v="263"/>
        <pc:sldMkLst>
          <pc:docMk/>
          <pc:sldMk cId="1686488239" sldId="267"/>
        </pc:sldMkLst>
      </pc:sldChg>
      <pc:sldChg chg="add">
        <pc:chgData name="Ahmad Asgharian Rezaei" userId="be00758d-fdcf-4ae4-b1ff-4aef6992a5b8" providerId="ADAL" clId="{8D05EFCB-541A-4D0A-86E3-E415458E0051}" dt="2022-07-05T21:40:34.729" v="263"/>
        <pc:sldMkLst>
          <pc:docMk/>
          <pc:sldMk cId="2292016332" sldId="268"/>
        </pc:sldMkLst>
      </pc:sldChg>
      <pc:sldChg chg="add">
        <pc:chgData name="Ahmad Asgharian Rezaei" userId="be00758d-fdcf-4ae4-b1ff-4aef6992a5b8" providerId="ADAL" clId="{8D05EFCB-541A-4D0A-86E3-E415458E0051}" dt="2022-07-05T21:40:34.729" v="263"/>
        <pc:sldMkLst>
          <pc:docMk/>
          <pc:sldMk cId="1946225253" sldId="269"/>
        </pc:sldMkLst>
      </pc:sldChg>
      <pc:sldChg chg="del">
        <pc:chgData name="Ahmad Asgharian Rezaei" userId="be00758d-fdcf-4ae4-b1ff-4aef6992a5b8" providerId="ADAL" clId="{8D05EFCB-541A-4D0A-86E3-E415458E0051}" dt="2022-07-05T21:28:01.547" v="26" actId="47"/>
        <pc:sldMkLst>
          <pc:docMk/>
          <pc:sldMk cId="3186525315" sldId="269"/>
        </pc:sldMkLst>
      </pc:sldChg>
      <pc:sldChg chg="del">
        <pc:chgData name="Ahmad Asgharian Rezaei" userId="be00758d-fdcf-4ae4-b1ff-4aef6992a5b8" providerId="ADAL" clId="{8D05EFCB-541A-4D0A-86E3-E415458E0051}" dt="2022-07-05T21:28:01.692" v="27" actId="47"/>
        <pc:sldMkLst>
          <pc:docMk/>
          <pc:sldMk cId="1036187087" sldId="270"/>
        </pc:sldMkLst>
      </pc:sldChg>
      <pc:sldChg chg="add">
        <pc:chgData name="Ahmad Asgharian Rezaei" userId="be00758d-fdcf-4ae4-b1ff-4aef6992a5b8" providerId="ADAL" clId="{8D05EFCB-541A-4D0A-86E3-E415458E0051}" dt="2022-07-05T21:40:34.729" v="263"/>
        <pc:sldMkLst>
          <pc:docMk/>
          <pc:sldMk cId="3342205142" sldId="270"/>
        </pc:sldMkLst>
      </pc:sldChg>
      <pc:sldChg chg="add">
        <pc:chgData name="Ahmad Asgharian Rezaei" userId="be00758d-fdcf-4ae4-b1ff-4aef6992a5b8" providerId="ADAL" clId="{8D05EFCB-541A-4D0A-86E3-E415458E0051}" dt="2022-07-05T21:34:15.461" v="49"/>
        <pc:sldMkLst>
          <pc:docMk/>
          <pc:sldMk cId="791334786" sldId="271"/>
        </pc:sldMkLst>
      </pc:sldChg>
      <pc:sldChg chg="del">
        <pc:chgData name="Ahmad Asgharian Rezaei" userId="be00758d-fdcf-4ae4-b1ff-4aef6992a5b8" providerId="ADAL" clId="{8D05EFCB-541A-4D0A-86E3-E415458E0051}" dt="2022-07-05T21:28:01.893" v="28" actId="47"/>
        <pc:sldMkLst>
          <pc:docMk/>
          <pc:sldMk cId="3636856056" sldId="271"/>
        </pc:sldMkLst>
      </pc:sldChg>
      <pc:sldChg chg="add">
        <pc:chgData name="Ahmad Asgharian Rezaei" userId="be00758d-fdcf-4ae4-b1ff-4aef6992a5b8" providerId="ADAL" clId="{8D05EFCB-541A-4D0A-86E3-E415458E0051}" dt="2022-07-05T21:34:15.461" v="49"/>
        <pc:sldMkLst>
          <pc:docMk/>
          <pc:sldMk cId="720212294" sldId="272"/>
        </pc:sldMkLst>
      </pc:sldChg>
      <pc:sldChg chg="del">
        <pc:chgData name="Ahmad Asgharian Rezaei" userId="be00758d-fdcf-4ae4-b1ff-4aef6992a5b8" providerId="ADAL" clId="{8D05EFCB-541A-4D0A-86E3-E415458E0051}" dt="2022-07-05T21:28:02.102" v="29" actId="47"/>
        <pc:sldMkLst>
          <pc:docMk/>
          <pc:sldMk cId="3806520716" sldId="272"/>
        </pc:sldMkLst>
      </pc:sldChg>
      <pc:sldChg chg="add">
        <pc:chgData name="Ahmad Asgharian Rezaei" userId="be00758d-fdcf-4ae4-b1ff-4aef6992a5b8" providerId="ADAL" clId="{8D05EFCB-541A-4D0A-86E3-E415458E0051}" dt="2022-07-05T21:34:15.461" v="49"/>
        <pc:sldMkLst>
          <pc:docMk/>
          <pc:sldMk cId="2531761315" sldId="273"/>
        </pc:sldMkLst>
      </pc:sldChg>
      <pc:sldChg chg="del">
        <pc:chgData name="Ahmad Asgharian Rezaei" userId="be00758d-fdcf-4ae4-b1ff-4aef6992a5b8" providerId="ADAL" clId="{8D05EFCB-541A-4D0A-86E3-E415458E0051}" dt="2022-07-05T21:28:02.304" v="30" actId="47"/>
        <pc:sldMkLst>
          <pc:docMk/>
          <pc:sldMk cId="4076045261" sldId="273"/>
        </pc:sldMkLst>
      </pc:sldChg>
      <pc:sldChg chg="add">
        <pc:chgData name="Ahmad Asgharian Rezaei" userId="be00758d-fdcf-4ae4-b1ff-4aef6992a5b8" providerId="ADAL" clId="{8D05EFCB-541A-4D0A-86E3-E415458E0051}" dt="2022-07-05T21:34:15.461" v="49"/>
        <pc:sldMkLst>
          <pc:docMk/>
          <pc:sldMk cId="3140091059" sldId="274"/>
        </pc:sldMkLst>
      </pc:sldChg>
      <pc:sldChg chg="add">
        <pc:chgData name="Ahmad Asgharian Rezaei" userId="be00758d-fdcf-4ae4-b1ff-4aef6992a5b8" providerId="ADAL" clId="{8D05EFCB-541A-4D0A-86E3-E415458E0051}" dt="2022-07-05T21:34:15.461" v="49"/>
        <pc:sldMkLst>
          <pc:docMk/>
          <pc:sldMk cId="1850505693" sldId="275"/>
        </pc:sldMkLst>
      </pc:sldChg>
      <pc:sldChg chg="add">
        <pc:chgData name="Ahmad Asgharian Rezaei" userId="be00758d-fdcf-4ae4-b1ff-4aef6992a5b8" providerId="ADAL" clId="{8D05EFCB-541A-4D0A-86E3-E415458E0051}" dt="2022-07-05T21:34:15.461" v="49"/>
        <pc:sldMkLst>
          <pc:docMk/>
          <pc:sldMk cId="49016497" sldId="276"/>
        </pc:sldMkLst>
      </pc:sldChg>
      <pc:sldChg chg="del">
        <pc:chgData name="Ahmad Asgharian Rezaei" userId="be00758d-fdcf-4ae4-b1ff-4aef6992a5b8" providerId="ADAL" clId="{8D05EFCB-541A-4D0A-86E3-E415458E0051}" dt="2022-07-05T21:28:01.534" v="25" actId="47"/>
        <pc:sldMkLst>
          <pc:docMk/>
          <pc:sldMk cId="2464843640" sldId="276"/>
        </pc:sldMkLst>
      </pc:sldChg>
      <pc:sldChg chg="add">
        <pc:chgData name="Ahmad Asgharian Rezaei" userId="be00758d-fdcf-4ae4-b1ff-4aef6992a5b8" providerId="ADAL" clId="{8D05EFCB-541A-4D0A-86E3-E415458E0051}" dt="2022-07-05T21:34:15.461" v="49"/>
        <pc:sldMkLst>
          <pc:docMk/>
          <pc:sldMk cId="734865097" sldId="277"/>
        </pc:sldMkLst>
      </pc:sldChg>
      <pc:sldChg chg="del">
        <pc:chgData name="Ahmad Asgharian Rezaei" userId="be00758d-fdcf-4ae4-b1ff-4aef6992a5b8" providerId="ADAL" clId="{8D05EFCB-541A-4D0A-86E3-E415458E0051}" dt="2022-07-05T21:27:59.008" v="13" actId="47"/>
        <pc:sldMkLst>
          <pc:docMk/>
          <pc:sldMk cId="4221277212" sldId="277"/>
        </pc:sldMkLst>
      </pc:sldChg>
      <pc:sldChg chg="del">
        <pc:chgData name="Ahmad Asgharian Rezaei" userId="be00758d-fdcf-4ae4-b1ff-4aef6992a5b8" providerId="ADAL" clId="{8D05EFCB-541A-4D0A-86E3-E415458E0051}" dt="2022-07-05T21:27:59.878" v="17" actId="47"/>
        <pc:sldMkLst>
          <pc:docMk/>
          <pc:sldMk cId="1062439549" sldId="278"/>
        </pc:sldMkLst>
      </pc:sldChg>
      <pc:sldChg chg="add">
        <pc:chgData name="Ahmad Asgharian Rezaei" userId="be00758d-fdcf-4ae4-b1ff-4aef6992a5b8" providerId="ADAL" clId="{8D05EFCB-541A-4D0A-86E3-E415458E0051}" dt="2022-07-05T21:34:15.461" v="49"/>
        <pc:sldMkLst>
          <pc:docMk/>
          <pc:sldMk cId="2224605261" sldId="278"/>
        </pc:sldMkLst>
      </pc:sldChg>
      <pc:sldChg chg="del">
        <pc:chgData name="Ahmad Asgharian Rezaei" userId="be00758d-fdcf-4ae4-b1ff-4aef6992a5b8" providerId="ADAL" clId="{8D05EFCB-541A-4D0A-86E3-E415458E0051}" dt="2022-07-05T21:28:00.051" v="18" actId="47"/>
        <pc:sldMkLst>
          <pc:docMk/>
          <pc:sldMk cId="3388956367" sldId="279"/>
        </pc:sldMkLst>
      </pc:sldChg>
      <pc:sldChg chg="add">
        <pc:chgData name="Ahmad Asgharian Rezaei" userId="be00758d-fdcf-4ae4-b1ff-4aef6992a5b8" providerId="ADAL" clId="{8D05EFCB-541A-4D0A-86E3-E415458E0051}" dt="2022-07-05T21:34:15.461" v="49"/>
        <pc:sldMkLst>
          <pc:docMk/>
          <pc:sldMk cId="4223464055" sldId="279"/>
        </pc:sldMkLst>
      </pc:sldChg>
      <pc:sldChg chg="add">
        <pc:chgData name="Ahmad Asgharian Rezaei" userId="be00758d-fdcf-4ae4-b1ff-4aef6992a5b8" providerId="ADAL" clId="{8D05EFCB-541A-4D0A-86E3-E415458E0051}" dt="2022-07-05T21:34:15.461" v="49"/>
        <pc:sldMkLst>
          <pc:docMk/>
          <pc:sldMk cId="676051712" sldId="280"/>
        </pc:sldMkLst>
      </pc:sldChg>
      <pc:sldChg chg="del">
        <pc:chgData name="Ahmad Asgharian Rezaei" userId="be00758d-fdcf-4ae4-b1ff-4aef6992a5b8" providerId="ADAL" clId="{8D05EFCB-541A-4D0A-86E3-E415458E0051}" dt="2022-07-05T21:28:00.156" v="19" actId="47"/>
        <pc:sldMkLst>
          <pc:docMk/>
          <pc:sldMk cId="3995956330" sldId="280"/>
        </pc:sldMkLst>
      </pc:sldChg>
      <pc:sldChg chg="del">
        <pc:chgData name="Ahmad Asgharian Rezaei" userId="be00758d-fdcf-4ae4-b1ff-4aef6992a5b8" providerId="ADAL" clId="{8D05EFCB-541A-4D0A-86E3-E415458E0051}" dt="2022-07-05T21:28:00.704" v="21" actId="47"/>
        <pc:sldMkLst>
          <pc:docMk/>
          <pc:sldMk cId="2564134702" sldId="281"/>
        </pc:sldMkLst>
      </pc:sldChg>
      <pc:sldChg chg="del">
        <pc:chgData name="Ahmad Asgharian Rezaei" userId="be00758d-fdcf-4ae4-b1ff-4aef6992a5b8" providerId="ADAL" clId="{8D05EFCB-541A-4D0A-86E3-E415458E0051}" dt="2022-07-05T21:28:00.759" v="22" actId="47"/>
        <pc:sldMkLst>
          <pc:docMk/>
          <pc:sldMk cId="404712866" sldId="282"/>
        </pc:sldMkLst>
      </pc:sldChg>
      <pc:sldChg chg="add">
        <pc:chgData name="Ahmad Asgharian Rezaei" userId="be00758d-fdcf-4ae4-b1ff-4aef6992a5b8" providerId="ADAL" clId="{8D05EFCB-541A-4D0A-86E3-E415458E0051}" dt="2022-07-05T21:34:15.461" v="49"/>
        <pc:sldMkLst>
          <pc:docMk/>
          <pc:sldMk cId="1314513973" sldId="282"/>
        </pc:sldMkLst>
      </pc:sldChg>
      <pc:sldChg chg="add">
        <pc:chgData name="Ahmad Asgharian Rezaei" userId="be00758d-fdcf-4ae4-b1ff-4aef6992a5b8" providerId="ADAL" clId="{8D05EFCB-541A-4D0A-86E3-E415458E0051}" dt="2022-07-05T21:34:15.461" v="49"/>
        <pc:sldMkLst>
          <pc:docMk/>
          <pc:sldMk cId="1099879299" sldId="283"/>
        </pc:sldMkLst>
      </pc:sldChg>
      <pc:sldChg chg="del">
        <pc:chgData name="Ahmad Asgharian Rezaei" userId="be00758d-fdcf-4ae4-b1ff-4aef6992a5b8" providerId="ADAL" clId="{8D05EFCB-541A-4D0A-86E3-E415458E0051}" dt="2022-07-05T21:28:01.023" v="23" actId="47"/>
        <pc:sldMkLst>
          <pc:docMk/>
          <pc:sldMk cId="1396835258" sldId="283"/>
        </pc:sldMkLst>
      </pc:sldChg>
      <pc:sldChg chg="add">
        <pc:chgData name="Ahmad Asgharian Rezaei" userId="be00758d-fdcf-4ae4-b1ff-4aef6992a5b8" providerId="ADAL" clId="{8D05EFCB-541A-4D0A-86E3-E415458E0051}" dt="2022-07-05T21:34:15.461" v="49"/>
        <pc:sldMkLst>
          <pc:docMk/>
          <pc:sldMk cId="283838535" sldId="284"/>
        </pc:sldMkLst>
      </pc:sldChg>
      <pc:sldChg chg="del">
        <pc:chgData name="Ahmad Asgharian Rezaei" userId="be00758d-fdcf-4ae4-b1ff-4aef6992a5b8" providerId="ADAL" clId="{8D05EFCB-541A-4D0A-86E3-E415458E0051}" dt="2022-07-05T21:28:01.114" v="24" actId="47"/>
        <pc:sldMkLst>
          <pc:docMk/>
          <pc:sldMk cId="4168343574" sldId="284"/>
        </pc:sldMkLst>
      </pc:sldChg>
      <pc:sldChg chg="del">
        <pc:chgData name="Ahmad Asgharian Rezaei" userId="be00758d-fdcf-4ae4-b1ff-4aef6992a5b8" providerId="ADAL" clId="{8D05EFCB-541A-4D0A-86E3-E415458E0051}" dt="2022-07-05T21:28:02.954" v="33" actId="47"/>
        <pc:sldMkLst>
          <pc:docMk/>
          <pc:sldMk cId="1156776398" sldId="285"/>
        </pc:sldMkLst>
      </pc:sldChg>
      <pc:sldChg chg="add">
        <pc:chgData name="Ahmad Asgharian Rezaei" userId="be00758d-fdcf-4ae4-b1ff-4aef6992a5b8" providerId="ADAL" clId="{8D05EFCB-541A-4D0A-86E3-E415458E0051}" dt="2022-07-05T21:34:15.461" v="49"/>
        <pc:sldMkLst>
          <pc:docMk/>
          <pc:sldMk cId="2574893068" sldId="285"/>
        </pc:sldMkLst>
      </pc:sldChg>
      <pc:sldChg chg="del">
        <pc:chgData name="Ahmad Asgharian Rezaei" userId="be00758d-fdcf-4ae4-b1ff-4aef6992a5b8" providerId="ADAL" clId="{8D05EFCB-541A-4D0A-86E3-E415458E0051}" dt="2022-07-05T21:28:03.129" v="34" actId="47"/>
        <pc:sldMkLst>
          <pc:docMk/>
          <pc:sldMk cId="1132505624" sldId="286"/>
        </pc:sldMkLst>
      </pc:sldChg>
      <pc:sldChg chg="modSp new mod">
        <pc:chgData name="Ahmad Asgharian Rezaei" userId="be00758d-fdcf-4ae4-b1ff-4aef6992a5b8" providerId="ADAL" clId="{8D05EFCB-541A-4D0A-86E3-E415458E0051}" dt="2022-07-05T21:36:08.862" v="132" actId="20577"/>
        <pc:sldMkLst>
          <pc:docMk/>
          <pc:sldMk cId="2763240253" sldId="286"/>
        </pc:sldMkLst>
        <pc:spChg chg="mod">
          <ac:chgData name="Ahmad Asgharian Rezaei" userId="be00758d-fdcf-4ae4-b1ff-4aef6992a5b8" providerId="ADAL" clId="{8D05EFCB-541A-4D0A-86E3-E415458E0051}" dt="2022-07-05T21:35:52.574" v="126" actId="20577"/>
          <ac:spMkLst>
            <pc:docMk/>
            <pc:sldMk cId="2763240253" sldId="286"/>
            <ac:spMk id="2" creationId="{2CD17662-9283-6DE7-DF9C-AE8D9BF532D9}"/>
          </ac:spMkLst>
        </pc:spChg>
        <pc:spChg chg="mod">
          <ac:chgData name="Ahmad Asgharian Rezaei" userId="be00758d-fdcf-4ae4-b1ff-4aef6992a5b8" providerId="ADAL" clId="{8D05EFCB-541A-4D0A-86E3-E415458E0051}" dt="2022-07-05T21:36:08.862" v="132" actId="20577"/>
          <ac:spMkLst>
            <pc:docMk/>
            <pc:sldMk cId="2763240253" sldId="286"/>
            <ac:spMk id="3" creationId="{52163186-D196-7AF8-3F57-3B0466ECB4B6}"/>
          </ac:spMkLst>
        </pc:spChg>
      </pc:sldChg>
      <pc:sldChg chg="modSp new mod">
        <pc:chgData name="Ahmad Asgharian Rezaei" userId="be00758d-fdcf-4ae4-b1ff-4aef6992a5b8" providerId="ADAL" clId="{8D05EFCB-541A-4D0A-86E3-E415458E0051}" dt="2022-07-05T21:40:02.880" v="261" actId="20577"/>
        <pc:sldMkLst>
          <pc:docMk/>
          <pc:sldMk cId="57576073" sldId="287"/>
        </pc:sldMkLst>
        <pc:spChg chg="mod">
          <ac:chgData name="Ahmad Asgharian Rezaei" userId="be00758d-fdcf-4ae4-b1ff-4aef6992a5b8" providerId="ADAL" clId="{8D05EFCB-541A-4D0A-86E3-E415458E0051}" dt="2022-07-05T21:36:30.830" v="161" actId="20577"/>
          <ac:spMkLst>
            <pc:docMk/>
            <pc:sldMk cId="57576073" sldId="287"/>
            <ac:spMk id="2" creationId="{33E0BCF9-ED46-7FCB-05EB-04958A9718A4}"/>
          </ac:spMkLst>
        </pc:spChg>
        <pc:spChg chg="mod">
          <ac:chgData name="Ahmad Asgharian Rezaei" userId="be00758d-fdcf-4ae4-b1ff-4aef6992a5b8" providerId="ADAL" clId="{8D05EFCB-541A-4D0A-86E3-E415458E0051}" dt="2022-07-05T21:40:02.880" v="261" actId="20577"/>
          <ac:spMkLst>
            <pc:docMk/>
            <pc:sldMk cId="57576073" sldId="287"/>
            <ac:spMk id="3" creationId="{7576F7C8-1B1B-8FA8-A613-DB5EC5AA17F7}"/>
          </ac:spMkLst>
        </pc:spChg>
      </pc:sldChg>
      <pc:sldChg chg="del">
        <pc:chgData name="Ahmad Asgharian Rezaei" userId="be00758d-fdcf-4ae4-b1ff-4aef6992a5b8" providerId="ADAL" clId="{8D05EFCB-541A-4D0A-86E3-E415458E0051}" dt="2022-07-05T21:28:03.375" v="35" actId="47"/>
        <pc:sldMkLst>
          <pc:docMk/>
          <pc:sldMk cId="2263614421" sldId="287"/>
        </pc:sldMkLst>
      </pc:sldChg>
      <pc:sldChg chg="del">
        <pc:chgData name="Ahmad Asgharian Rezaei" userId="be00758d-fdcf-4ae4-b1ff-4aef6992a5b8" providerId="ADAL" clId="{8D05EFCB-541A-4D0A-86E3-E415458E0051}" dt="2022-07-05T21:28:03.579" v="36" actId="47"/>
        <pc:sldMkLst>
          <pc:docMk/>
          <pc:sldMk cId="1303963596" sldId="288"/>
        </pc:sldMkLst>
      </pc:sldChg>
      <pc:sldChg chg="new">
        <pc:chgData name="Ahmad Asgharian Rezaei" userId="be00758d-fdcf-4ae4-b1ff-4aef6992a5b8" providerId="ADAL" clId="{8D05EFCB-541A-4D0A-86E3-E415458E0051}" dt="2022-07-05T21:40:16.698" v="262" actId="680"/>
        <pc:sldMkLst>
          <pc:docMk/>
          <pc:sldMk cId="3252937592" sldId="288"/>
        </pc:sldMkLst>
      </pc:sldChg>
      <pc:sldChg chg="del">
        <pc:chgData name="Ahmad Asgharian Rezaei" userId="be00758d-fdcf-4ae4-b1ff-4aef6992a5b8" providerId="ADAL" clId="{8D05EFCB-541A-4D0A-86E3-E415458E0051}" dt="2022-07-05T21:28:03.746" v="37" actId="47"/>
        <pc:sldMkLst>
          <pc:docMk/>
          <pc:sldMk cId="652451339" sldId="289"/>
        </pc:sldMkLst>
      </pc:sldChg>
      <pc:sldChg chg="add">
        <pc:chgData name="Ahmad Asgharian Rezaei" userId="be00758d-fdcf-4ae4-b1ff-4aef6992a5b8" providerId="ADAL" clId="{8D05EFCB-541A-4D0A-86E3-E415458E0051}" dt="2022-07-05T21:40:34.729" v="263"/>
        <pc:sldMkLst>
          <pc:docMk/>
          <pc:sldMk cId="3441297472" sldId="289"/>
        </pc:sldMkLst>
      </pc:sldChg>
      <pc:sldChg chg="modSp add mod">
        <pc:chgData name="Ahmad Asgharian Rezaei" userId="be00758d-fdcf-4ae4-b1ff-4aef6992a5b8" providerId="ADAL" clId="{8D05EFCB-541A-4D0A-86E3-E415458E0051}" dt="2022-07-05T21:44:09.576" v="267" actId="20577"/>
        <pc:sldMkLst>
          <pc:docMk/>
          <pc:sldMk cId="478610771" sldId="290"/>
        </pc:sldMkLst>
        <pc:spChg chg="mod">
          <ac:chgData name="Ahmad Asgharian Rezaei" userId="be00758d-fdcf-4ae4-b1ff-4aef6992a5b8" providerId="ADAL" clId="{8D05EFCB-541A-4D0A-86E3-E415458E0051}" dt="2022-07-05T21:44:09.576" v="267" actId="20577"/>
          <ac:spMkLst>
            <pc:docMk/>
            <pc:sldMk cId="478610771" sldId="290"/>
            <ac:spMk id="2" creationId="{AAE38A6F-ACFD-4BBA-B445-7D9D3641B0F2}"/>
          </ac:spMkLst>
        </pc:spChg>
      </pc:sldChg>
      <pc:sldChg chg="del">
        <pc:chgData name="Ahmad Asgharian Rezaei" userId="be00758d-fdcf-4ae4-b1ff-4aef6992a5b8" providerId="ADAL" clId="{8D05EFCB-541A-4D0A-86E3-E415458E0051}" dt="2022-07-05T21:28:03.946" v="38" actId="47"/>
        <pc:sldMkLst>
          <pc:docMk/>
          <pc:sldMk cId="2875783701" sldId="290"/>
        </pc:sldMkLst>
      </pc:sldChg>
      <pc:sldChg chg="modSp add mod">
        <pc:chgData name="Ahmad Asgharian Rezaei" userId="be00758d-fdcf-4ae4-b1ff-4aef6992a5b8" providerId="ADAL" clId="{8D05EFCB-541A-4D0A-86E3-E415458E0051}" dt="2022-07-05T21:44:15.022" v="268" actId="20577"/>
        <pc:sldMkLst>
          <pc:docMk/>
          <pc:sldMk cId="266635634" sldId="291"/>
        </pc:sldMkLst>
        <pc:spChg chg="mod">
          <ac:chgData name="Ahmad Asgharian Rezaei" userId="be00758d-fdcf-4ae4-b1ff-4aef6992a5b8" providerId="ADAL" clId="{8D05EFCB-541A-4D0A-86E3-E415458E0051}" dt="2022-07-05T21:44:15.022" v="268" actId="20577"/>
          <ac:spMkLst>
            <pc:docMk/>
            <pc:sldMk cId="266635634" sldId="291"/>
            <ac:spMk id="2" creationId="{CEEA94A2-93A8-4476-85A9-1504D93358CC}"/>
          </ac:spMkLst>
        </pc:spChg>
      </pc:sldChg>
      <pc:sldChg chg="del">
        <pc:chgData name="Ahmad Asgharian Rezaei" userId="be00758d-fdcf-4ae4-b1ff-4aef6992a5b8" providerId="ADAL" clId="{8D05EFCB-541A-4D0A-86E3-E415458E0051}" dt="2022-07-05T21:28:04.163" v="39" actId="47"/>
        <pc:sldMkLst>
          <pc:docMk/>
          <pc:sldMk cId="4094440190" sldId="291"/>
        </pc:sldMkLst>
      </pc:sldChg>
      <pc:sldChg chg="modSp add mod">
        <pc:chgData name="Ahmad Asgharian Rezaei" userId="be00758d-fdcf-4ae4-b1ff-4aef6992a5b8" providerId="ADAL" clId="{8D05EFCB-541A-4D0A-86E3-E415458E0051}" dt="2022-07-05T21:44:19.628" v="269" actId="20577"/>
        <pc:sldMkLst>
          <pc:docMk/>
          <pc:sldMk cId="153641828" sldId="292"/>
        </pc:sldMkLst>
        <pc:spChg chg="mod">
          <ac:chgData name="Ahmad Asgharian Rezaei" userId="be00758d-fdcf-4ae4-b1ff-4aef6992a5b8" providerId="ADAL" clId="{8D05EFCB-541A-4D0A-86E3-E415458E0051}" dt="2022-07-05T21:44:19.628" v="269" actId="20577"/>
          <ac:spMkLst>
            <pc:docMk/>
            <pc:sldMk cId="153641828" sldId="292"/>
            <ac:spMk id="2" creationId="{AAE38A6F-ACFD-4BBA-B445-7D9D3641B0F2}"/>
          </ac:spMkLst>
        </pc:spChg>
      </pc:sldChg>
      <pc:sldChg chg="del">
        <pc:chgData name="Ahmad Asgharian Rezaei" userId="be00758d-fdcf-4ae4-b1ff-4aef6992a5b8" providerId="ADAL" clId="{8D05EFCB-541A-4D0A-86E3-E415458E0051}" dt="2022-07-05T21:28:04.346" v="40" actId="47"/>
        <pc:sldMkLst>
          <pc:docMk/>
          <pc:sldMk cId="1703336564" sldId="292"/>
        </pc:sldMkLst>
      </pc:sldChg>
      <pc:sldChg chg="del">
        <pc:chgData name="Ahmad Asgharian Rezaei" userId="be00758d-fdcf-4ae4-b1ff-4aef6992a5b8" providerId="ADAL" clId="{8D05EFCB-541A-4D0A-86E3-E415458E0051}" dt="2022-07-05T21:28:04.529" v="41" actId="47"/>
        <pc:sldMkLst>
          <pc:docMk/>
          <pc:sldMk cId="1125531793" sldId="293"/>
        </pc:sldMkLst>
      </pc:sldChg>
      <pc:sldChg chg="modSp add mod">
        <pc:chgData name="Ahmad Asgharian Rezaei" userId="be00758d-fdcf-4ae4-b1ff-4aef6992a5b8" providerId="ADAL" clId="{8D05EFCB-541A-4D0A-86E3-E415458E0051}" dt="2022-07-05T21:58:01.263" v="449" actId="20577"/>
        <pc:sldMkLst>
          <pc:docMk/>
          <pc:sldMk cId="2958606096" sldId="293"/>
        </pc:sldMkLst>
        <pc:spChg chg="mod">
          <ac:chgData name="Ahmad Asgharian Rezaei" userId="be00758d-fdcf-4ae4-b1ff-4aef6992a5b8" providerId="ADAL" clId="{8D05EFCB-541A-4D0A-86E3-E415458E0051}" dt="2022-07-05T21:58:01.263" v="449" actId="20577"/>
          <ac:spMkLst>
            <pc:docMk/>
            <pc:sldMk cId="2958606096" sldId="293"/>
            <ac:spMk id="3" creationId="{1A6FB0D5-866C-AF7E-1008-D048EF1DCCC8}"/>
          </ac:spMkLst>
        </pc:spChg>
      </pc:sldChg>
      <pc:sldChg chg="del">
        <pc:chgData name="Ahmad Asgharian Rezaei" userId="be00758d-fdcf-4ae4-b1ff-4aef6992a5b8" providerId="ADAL" clId="{8D05EFCB-541A-4D0A-86E3-E415458E0051}" dt="2022-07-05T21:28:04.746" v="42" actId="47"/>
        <pc:sldMkLst>
          <pc:docMk/>
          <pc:sldMk cId="3228087697" sldId="294"/>
        </pc:sldMkLst>
      </pc:sldChg>
      <pc:sldChg chg="del">
        <pc:chgData name="Ahmad Asgharian Rezaei" userId="be00758d-fdcf-4ae4-b1ff-4aef6992a5b8" providerId="ADAL" clId="{8D05EFCB-541A-4D0A-86E3-E415458E0051}" dt="2022-07-05T21:28:04.955" v="43" actId="47"/>
        <pc:sldMkLst>
          <pc:docMk/>
          <pc:sldMk cId="2896022161" sldId="295"/>
        </pc:sldMkLst>
      </pc:sldChg>
      <pc:sldChg chg="modSp add del mod">
        <pc:chgData name="Ahmad Asgharian Rezaei" userId="be00758d-fdcf-4ae4-b1ff-4aef6992a5b8" providerId="ADAL" clId="{8D05EFCB-541A-4D0A-86E3-E415458E0051}" dt="2022-07-05T22:18:08.867" v="622"/>
        <pc:sldMkLst>
          <pc:docMk/>
          <pc:sldMk cId="0" sldId="296"/>
        </pc:sldMkLst>
        <pc:spChg chg="mod">
          <ac:chgData name="Ahmad Asgharian Rezaei" userId="be00758d-fdcf-4ae4-b1ff-4aef6992a5b8" providerId="ADAL" clId="{8D05EFCB-541A-4D0A-86E3-E415458E0051}" dt="2022-07-05T22:18:08.867" v="622"/>
          <ac:spMkLst>
            <pc:docMk/>
            <pc:sldMk cId="0" sldId="296"/>
            <ac:spMk id="146435" creationId="{B27CFB6C-B278-44C5-9E66-319128CC20D8}"/>
          </ac:spMkLst>
        </pc:spChg>
      </pc:sldChg>
      <pc:sldChg chg="del">
        <pc:chgData name="Ahmad Asgharian Rezaei" userId="be00758d-fdcf-4ae4-b1ff-4aef6992a5b8" providerId="ADAL" clId="{8D05EFCB-541A-4D0A-86E3-E415458E0051}" dt="2022-07-05T21:28:05.131" v="44" actId="47"/>
        <pc:sldMkLst>
          <pc:docMk/>
          <pc:sldMk cId="3137745502" sldId="296"/>
        </pc:sldMkLst>
      </pc:sldChg>
      <pc:sldChg chg="del">
        <pc:chgData name="Ahmad Asgharian Rezaei" userId="be00758d-fdcf-4ae4-b1ff-4aef6992a5b8" providerId="ADAL" clId="{8D05EFCB-541A-4D0A-86E3-E415458E0051}" dt="2022-07-05T21:28:05.327" v="45" actId="47"/>
        <pc:sldMkLst>
          <pc:docMk/>
          <pc:sldMk cId="18879582" sldId="297"/>
        </pc:sldMkLst>
      </pc:sldChg>
      <pc:sldChg chg="modSp add mod">
        <pc:chgData name="Ahmad Asgharian Rezaei" userId="be00758d-fdcf-4ae4-b1ff-4aef6992a5b8" providerId="ADAL" clId="{8D05EFCB-541A-4D0A-86E3-E415458E0051}" dt="2022-07-05T21:52:24.373" v="321" actId="20577"/>
        <pc:sldMkLst>
          <pc:docMk/>
          <pc:sldMk cId="2115635865" sldId="297"/>
        </pc:sldMkLst>
        <pc:spChg chg="mod">
          <ac:chgData name="Ahmad Asgharian Rezaei" userId="be00758d-fdcf-4ae4-b1ff-4aef6992a5b8" providerId="ADAL" clId="{8D05EFCB-541A-4D0A-86E3-E415458E0051}" dt="2022-07-05T21:52:24.373" v="321" actId="20577"/>
          <ac:spMkLst>
            <pc:docMk/>
            <pc:sldMk cId="2115635865" sldId="297"/>
            <ac:spMk id="2" creationId="{10DBE102-A0BB-47D1-B11D-A54682DCA9C9}"/>
          </ac:spMkLst>
        </pc:spChg>
      </pc:sldChg>
      <pc:sldChg chg="del">
        <pc:chgData name="Ahmad Asgharian Rezaei" userId="be00758d-fdcf-4ae4-b1ff-4aef6992a5b8" providerId="ADAL" clId="{8D05EFCB-541A-4D0A-86E3-E415458E0051}" dt="2022-07-05T21:28:05.514" v="46" actId="47"/>
        <pc:sldMkLst>
          <pc:docMk/>
          <pc:sldMk cId="2016672661" sldId="298"/>
        </pc:sldMkLst>
      </pc:sldChg>
      <pc:sldChg chg="add">
        <pc:chgData name="Ahmad Asgharian Rezaei" userId="be00758d-fdcf-4ae4-b1ff-4aef6992a5b8" providerId="ADAL" clId="{8D05EFCB-541A-4D0A-86E3-E415458E0051}" dt="2022-07-05T21:51:59.221" v="319"/>
        <pc:sldMkLst>
          <pc:docMk/>
          <pc:sldMk cId="3689824766" sldId="298"/>
        </pc:sldMkLst>
      </pc:sldChg>
      <pc:sldChg chg="del">
        <pc:chgData name="Ahmad Asgharian Rezaei" userId="be00758d-fdcf-4ae4-b1ff-4aef6992a5b8" providerId="ADAL" clId="{8D05EFCB-541A-4D0A-86E3-E415458E0051}" dt="2022-07-05T21:28:05.721" v="47" actId="47"/>
        <pc:sldMkLst>
          <pc:docMk/>
          <pc:sldMk cId="853337556" sldId="299"/>
        </pc:sldMkLst>
      </pc:sldChg>
      <pc:sldChg chg="modSp add mod">
        <pc:chgData name="Ahmad Asgharian Rezaei" userId="be00758d-fdcf-4ae4-b1ff-4aef6992a5b8" providerId="ADAL" clId="{8D05EFCB-541A-4D0A-86E3-E415458E0051}" dt="2022-07-05T21:52:30.213" v="323" actId="20577"/>
        <pc:sldMkLst>
          <pc:docMk/>
          <pc:sldMk cId="1055092260" sldId="299"/>
        </pc:sldMkLst>
        <pc:spChg chg="mod">
          <ac:chgData name="Ahmad Asgharian Rezaei" userId="be00758d-fdcf-4ae4-b1ff-4aef6992a5b8" providerId="ADAL" clId="{8D05EFCB-541A-4D0A-86E3-E415458E0051}" dt="2022-07-05T21:52:30.213" v="323" actId="20577"/>
          <ac:spMkLst>
            <pc:docMk/>
            <pc:sldMk cId="1055092260" sldId="299"/>
            <ac:spMk id="2" creationId="{5E0FA366-A4CD-401C-AF9E-CD548D7DBC24}"/>
          </ac:spMkLst>
        </pc:spChg>
      </pc:sldChg>
      <pc:sldChg chg="add">
        <pc:chgData name="Ahmad Asgharian Rezaei" userId="be00758d-fdcf-4ae4-b1ff-4aef6992a5b8" providerId="ADAL" clId="{8D05EFCB-541A-4D0A-86E3-E415458E0051}" dt="2022-07-05T21:51:59.221" v="319"/>
        <pc:sldMkLst>
          <pc:docMk/>
          <pc:sldMk cId="2735520641" sldId="300"/>
        </pc:sldMkLst>
      </pc:sldChg>
      <pc:sldChg chg="del">
        <pc:chgData name="Ahmad Asgharian Rezaei" userId="be00758d-fdcf-4ae4-b1ff-4aef6992a5b8" providerId="ADAL" clId="{8D05EFCB-541A-4D0A-86E3-E415458E0051}" dt="2022-07-05T21:27:58.288" v="10" actId="47"/>
        <pc:sldMkLst>
          <pc:docMk/>
          <pc:sldMk cId="3800700833" sldId="300"/>
        </pc:sldMkLst>
      </pc:sldChg>
      <pc:sldChg chg="add">
        <pc:chgData name="Ahmad Asgharian Rezaei" userId="be00758d-fdcf-4ae4-b1ff-4aef6992a5b8" providerId="ADAL" clId="{8D05EFCB-541A-4D0A-86E3-E415458E0051}" dt="2022-07-05T21:51:59.221" v="319"/>
        <pc:sldMkLst>
          <pc:docMk/>
          <pc:sldMk cId="1338253036" sldId="301"/>
        </pc:sldMkLst>
      </pc:sldChg>
      <pc:sldChg chg="del">
        <pc:chgData name="Ahmad Asgharian Rezaei" userId="be00758d-fdcf-4ae4-b1ff-4aef6992a5b8" providerId="ADAL" clId="{8D05EFCB-541A-4D0A-86E3-E415458E0051}" dt="2022-07-05T21:28:02.695" v="32" actId="47"/>
        <pc:sldMkLst>
          <pc:docMk/>
          <pc:sldMk cId="3328491903" sldId="301"/>
        </pc:sldMkLst>
      </pc:sldChg>
      <pc:sldChg chg="add">
        <pc:chgData name="Ahmad Asgharian Rezaei" userId="be00758d-fdcf-4ae4-b1ff-4aef6992a5b8" providerId="ADAL" clId="{8D05EFCB-541A-4D0A-86E3-E415458E0051}" dt="2022-07-05T21:51:59.221" v="319"/>
        <pc:sldMkLst>
          <pc:docMk/>
          <pc:sldMk cId="1078940428" sldId="302"/>
        </pc:sldMkLst>
      </pc:sldChg>
      <pc:sldChg chg="del">
        <pc:chgData name="Ahmad Asgharian Rezaei" userId="be00758d-fdcf-4ae4-b1ff-4aef6992a5b8" providerId="ADAL" clId="{8D05EFCB-541A-4D0A-86E3-E415458E0051}" dt="2022-07-05T21:27:59.246" v="14" actId="47"/>
        <pc:sldMkLst>
          <pc:docMk/>
          <pc:sldMk cId="1569589598" sldId="302"/>
        </pc:sldMkLst>
      </pc:sldChg>
      <pc:sldChg chg="del">
        <pc:chgData name="Ahmad Asgharian Rezaei" userId="be00758d-fdcf-4ae4-b1ff-4aef6992a5b8" providerId="ADAL" clId="{8D05EFCB-541A-4D0A-86E3-E415458E0051}" dt="2022-07-05T21:27:59.608" v="15" actId="47"/>
        <pc:sldMkLst>
          <pc:docMk/>
          <pc:sldMk cId="2332458" sldId="303"/>
        </pc:sldMkLst>
      </pc:sldChg>
      <pc:sldChg chg="add">
        <pc:chgData name="Ahmad Asgharian Rezaei" userId="be00758d-fdcf-4ae4-b1ff-4aef6992a5b8" providerId="ADAL" clId="{8D05EFCB-541A-4D0A-86E3-E415458E0051}" dt="2022-07-05T21:51:59.221" v="319"/>
        <pc:sldMkLst>
          <pc:docMk/>
          <pc:sldMk cId="408966005" sldId="303"/>
        </pc:sldMkLst>
      </pc:sldChg>
      <pc:sldChg chg="modSp add mod">
        <pc:chgData name="Ahmad Asgharian Rezaei" userId="be00758d-fdcf-4ae4-b1ff-4aef6992a5b8" providerId="ADAL" clId="{8D05EFCB-541A-4D0A-86E3-E415458E0051}" dt="2022-07-05T21:57:18.005" v="413" actId="20577"/>
        <pc:sldMkLst>
          <pc:docMk/>
          <pc:sldMk cId="3618325907" sldId="304"/>
        </pc:sldMkLst>
        <pc:spChg chg="mod">
          <ac:chgData name="Ahmad Asgharian Rezaei" userId="be00758d-fdcf-4ae4-b1ff-4aef6992a5b8" providerId="ADAL" clId="{8D05EFCB-541A-4D0A-86E3-E415458E0051}" dt="2022-07-05T21:56:43.613" v="399" actId="20577"/>
          <ac:spMkLst>
            <pc:docMk/>
            <pc:sldMk cId="3618325907" sldId="304"/>
            <ac:spMk id="2" creationId="{F343A8F3-5DB9-4F47-96FF-771786C31CAA}"/>
          </ac:spMkLst>
        </pc:spChg>
        <pc:spChg chg="mod">
          <ac:chgData name="Ahmad Asgharian Rezaei" userId="be00758d-fdcf-4ae4-b1ff-4aef6992a5b8" providerId="ADAL" clId="{8D05EFCB-541A-4D0A-86E3-E415458E0051}" dt="2022-07-05T21:57:18.005" v="413" actId="20577"/>
          <ac:spMkLst>
            <pc:docMk/>
            <pc:sldMk cId="3618325907" sldId="304"/>
            <ac:spMk id="3" creationId="{07CC054B-1F22-449B-AF3D-1718386F8D81}"/>
          </ac:spMkLst>
        </pc:spChg>
      </pc:sldChg>
      <pc:sldChg chg="del">
        <pc:chgData name="Ahmad Asgharian Rezaei" userId="be00758d-fdcf-4ae4-b1ff-4aef6992a5b8" providerId="ADAL" clId="{8D05EFCB-541A-4D0A-86E3-E415458E0051}" dt="2022-07-05T21:27:59.674" v="16" actId="47"/>
        <pc:sldMkLst>
          <pc:docMk/>
          <pc:sldMk cId="4083813047" sldId="304"/>
        </pc:sldMkLst>
      </pc:sldChg>
      <pc:sldChg chg="modSp add mod">
        <pc:chgData name="Ahmad Asgharian Rezaei" userId="be00758d-fdcf-4ae4-b1ff-4aef6992a5b8" providerId="ADAL" clId="{8D05EFCB-541A-4D0A-86E3-E415458E0051}" dt="2022-07-05T21:54:41.437" v="361" actId="115"/>
        <pc:sldMkLst>
          <pc:docMk/>
          <pc:sldMk cId="721360119" sldId="305"/>
        </pc:sldMkLst>
        <pc:spChg chg="mod">
          <ac:chgData name="Ahmad Asgharian Rezaei" userId="be00758d-fdcf-4ae4-b1ff-4aef6992a5b8" providerId="ADAL" clId="{8D05EFCB-541A-4D0A-86E3-E415458E0051}" dt="2022-07-05T21:53:56.679" v="338" actId="20577"/>
          <ac:spMkLst>
            <pc:docMk/>
            <pc:sldMk cId="721360119" sldId="305"/>
            <ac:spMk id="2" creationId="{10DBE102-A0BB-47D1-B11D-A54682DCA9C9}"/>
          </ac:spMkLst>
        </pc:spChg>
        <pc:spChg chg="mod">
          <ac:chgData name="Ahmad Asgharian Rezaei" userId="be00758d-fdcf-4ae4-b1ff-4aef6992a5b8" providerId="ADAL" clId="{8D05EFCB-541A-4D0A-86E3-E415458E0051}" dt="2022-07-05T21:54:41.437" v="361" actId="115"/>
          <ac:spMkLst>
            <pc:docMk/>
            <pc:sldMk cId="721360119" sldId="305"/>
            <ac:spMk id="3" creationId="{CAF65D66-A4B6-4770-8594-FE5245FBBA55}"/>
          </ac:spMkLst>
        </pc:spChg>
      </pc:sldChg>
      <pc:sldChg chg="del">
        <pc:chgData name="Ahmad Asgharian Rezaei" userId="be00758d-fdcf-4ae4-b1ff-4aef6992a5b8" providerId="ADAL" clId="{8D05EFCB-541A-4D0A-86E3-E415458E0051}" dt="2022-07-05T21:28:00.499" v="20" actId="47"/>
        <pc:sldMkLst>
          <pc:docMk/>
          <pc:sldMk cId="4054253213" sldId="305"/>
        </pc:sldMkLst>
      </pc:sldChg>
      <pc:sldChg chg="modSp add mod">
        <pc:chgData name="Ahmad Asgharian Rezaei" userId="be00758d-fdcf-4ae4-b1ff-4aef6992a5b8" providerId="ADAL" clId="{8D05EFCB-541A-4D0A-86E3-E415458E0051}" dt="2022-07-05T21:55:55.224" v="397" actId="207"/>
        <pc:sldMkLst>
          <pc:docMk/>
          <pc:sldMk cId="823206644" sldId="306"/>
        </pc:sldMkLst>
        <pc:spChg chg="mod">
          <ac:chgData name="Ahmad Asgharian Rezaei" userId="be00758d-fdcf-4ae4-b1ff-4aef6992a5b8" providerId="ADAL" clId="{8D05EFCB-541A-4D0A-86E3-E415458E0051}" dt="2022-07-05T21:55:04.029" v="372" actId="20577"/>
          <ac:spMkLst>
            <pc:docMk/>
            <pc:sldMk cId="823206644" sldId="306"/>
            <ac:spMk id="2" creationId="{5E0FA366-A4CD-401C-AF9E-CD548D7DBC24}"/>
          </ac:spMkLst>
        </pc:spChg>
        <pc:spChg chg="mod">
          <ac:chgData name="Ahmad Asgharian Rezaei" userId="be00758d-fdcf-4ae4-b1ff-4aef6992a5b8" providerId="ADAL" clId="{8D05EFCB-541A-4D0A-86E3-E415458E0051}" dt="2022-07-05T21:55:55.224" v="397" actId="207"/>
          <ac:spMkLst>
            <pc:docMk/>
            <pc:sldMk cId="823206644" sldId="306"/>
            <ac:spMk id="3" creationId="{C9627198-BF22-4156-842D-6E407FE7A21E}"/>
          </ac:spMkLst>
        </pc:spChg>
      </pc:sldChg>
      <pc:sldChg chg="del">
        <pc:chgData name="Ahmad Asgharian Rezaei" userId="be00758d-fdcf-4ae4-b1ff-4aef6992a5b8" providerId="ADAL" clId="{8D05EFCB-541A-4D0A-86E3-E415458E0051}" dt="2022-07-05T21:28:02.494" v="31" actId="47"/>
        <pc:sldMkLst>
          <pc:docMk/>
          <pc:sldMk cId="4016268138" sldId="306"/>
        </pc:sldMkLst>
      </pc:sldChg>
      <pc:sldChg chg="modSp add mod">
        <pc:chgData name="Ahmad Asgharian Rezaei" userId="be00758d-fdcf-4ae4-b1ff-4aef6992a5b8" providerId="ADAL" clId="{8D05EFCB-541A-4D0A-86E3-E415458E0051}" dt="2022-07-05T21:57:11.708" v="410" actId="20577"/>
        <pc:sldMkLst>
          <pc:docMk/>
          <pc:sldMk cId="3983382249" sldId="307"/>
        </pc:sldMkLst>
        <pc:spChg chg="mod">
          <ac:chgData name="Ahmad Asgharian Rezaei" userId="be00758d-fdcf-4ae4-b1ff-4aef6992a5b8" providerId="ADAL" clId="{8D05EFCB-541A-4D0A-86E3-E415458E0051}" dt="2022-07-05T21:57:11.708" v="410" actId="20577"/>
          <ac:spMkLst>
            <pc:docMk/>
            <pc:sldMk cId="3983382249" sldId="307"/>
            <ac:spMk id="2" creationId="{F343A8F3-5DB9-4F47-96FF-771786C31CAA}"/>
          </ac:spMkLst>
        </pc:spChg>
      </pc:sldChg>
      <pc:sldChg chg="modSp add mod">
        <pc:chgData name="Ahmad Asgharian Rezaei" userId="be00758d-fdcf-4ae4-b1ff-4aef6992a5b8" providerId="ADAL" clId="{8D05EFCB-541A-4D0A-86E3-E415458E0051}" dt="2022-07-05T22:15:29.458" v="615" actId="20577"/>
        <pc:sldMkLst>
          <pc:docMk/>
          <pc:sldMk cId="3158540381" sldId="308"/>
        </pc:sldMkLst>
        <pc:spChg chg="mod">
          <ac:chgData name="Ahmad Asgharian Rezaei" userId="be00758d-fdcf-4ae4-b1ff-4aef6992a5b8" providerId="ADAL" clId="{8D05EFCB-541A-4D0A-86E3-E415458E0051}" dt="2022-07-05T22:15:29.458" v="615" actId="20577"/>
          <ac:spMkLst>
            <pc:docMk/>
            <pc:sldMk cId="3158540381" sldId="308"/>
            <ac:spMk id="3" creationId="{1A6FB0D5-866C-AF7E-1008-D048EF1DCCC8}"/>
          </ac:spMkLst>
        </pc:spChg>
      </pc:sldChg>
      <pc:sldChg chg="add">
        <pc:chgData name="Ahmad Asgharian Rezaei" userId="be00758d-fdcf-4ae4-b1ff-4aef6992a5b8" providerId="ADAL" clId="{8D05EFCB-541A-4D0A-86E3-E415458E0051}" dt="2022-07-05T22:01:33.981" v="456"/>
        <pc:sldMkLst>
          <pc:docMk/>
          <pc:sldMk cId="2826175345" sldId="309"/>
        </pc:sldMkLst>
      </pc:sldChg>
      <pc:sldChg chg="add">
        <pc:chgData name="Ahmad Asgharian Rezaei" userId="be00758d-fdcf-4ae4-b1ff-4aef6992a5b8" providerId="ADAL" clId="{8D05EFCB-541A-4D0A-86E3-E415458E0051}" dt="2022-07-05T22:01:33.981" v="456"/>
        <pc:sldMkLst>
          <pc:docMk/>
          <pc:sldMk cId="1949378215" sldId="310"/>
        </pc:sldMkLst>
      </pc:sldChg>
      <pc:sldChg chg="add">
        <pc:chgData name="Ahmad Asgharian Rezaei" userId="be00758d-fdcf-4ae4-b1ff-4aef6992a5b8" providerId="ADAL" clId="{8D05EFCB-541A-4D0A-86E3-E415458E0051}" dt="2022-07-05T22:01:33.981" v="456"/>
        <pc:sldMkLst>
          <pc:docMk/>
          <pc:sldMk cId="27428572" sldId="311"/>
        </pc:sldMkLst>
      </pc:sldChg>
      <pc:sldChg chg="add">
        <pc:chgData name="Ahmad Asgharian Rezaei" userId="be00758d-fdcf-4ae4-b1ff-4aef6992a5b8" providerId="ADAL" clId="{8D05EFCB-541A-4D0A-86E3-E415458E0051}" dt="2022-07-05T22:01:33.981" v="456"/>
        <pc:sldMkLst>
          <pc:docMk/>
          <pc:sldMk cId="660520264" sldId="312"/>
        </pc:sldMkLst>
      </pc:sldChg>
      <pc:sldChg chg="add">
        <pc:chgData name="Ahmad Asgharian Rezaei" userId="be00758d-fdcf-4ae4-b1ff-4aef6992a5b8" providerId="ADAL" clId="{8D05EFCB-541A-4D0A-86E3-E415458E0051}" dt="2022-07-05T22:01:33.981" v="456"/>
        <pc:sldMkLst>
          <pc:docMk/>
          <pc:sldMk cId="833540948" sldId="313"/>
        </pc:sldMkLst>
      </pc:sldChg>
      <pc:sldChg chg="modSp add mod">
        <pc:chgData name="Ahmad Asgharian Rezaei" userId="be00758d-fdcf-4ae4-b1ff-4aef6992a5b8" providerId="ADAL" clId="{8D05EFCB-541A-4D0A-86E3-E415458E0051}" dt="2022-07-05T22:05:55.220" v="458" actId="20577"/>
        <pc:sldMkLst>
          <pc:docMk/>
          <pc:sldMk cId="1402148864" sldId="314"/>
        </pc:sldMkLst>
        <pc:spChg chg="mod">
          <ac:chgData name="Ahmad Asgharian Rezaei" userId="be00758d-fdcf-4ae4-b1ff-4aef6992a5b8" providerId="ADAL" clId="{8D05EFCB-541A-4D0A-86E3-E415458E0051}" dt="2022-07-05T22:05:55.220" v="458" actId="20577"/>
          <ac:spMkLst>
            <pc:docMk/>
            <pc:sldMk cId="1402148864" sldId="314"/>
            <ac:spMk id="2" creationId="{D3D0CB24-617A-4D9F-8E3F-842A6E0B1281}"/>
          </ac:spMkLst>
        </pc:spChg>
      </pc:sldChg>
      <pc:sldChg chg="modSp add mod">
        <pc:chgData name="Ahmad Asgharian Rezaei" userId="be00758d-fdcf-4ae4-b1ff-4aef6992a5b8" providerId="ADAL" clId="{8D05EFCB-541A-4D0A-86E3-E415458E0051}" dt="2022-07-05T22:05:59.517" v="460" actId="20577"/>
        <pc:sldMkLst>
          <pc:docMk/>
          <pc:sldMk cId="2512850012" sldId="315"/>
        </pc:sldMkLst>
        <pc:spChg chg="mod">
          <ac:chgData name="Ahmad Asgharian Rezaei" userId="be00758d-fdcf-4ae4-b1ff-4aef6992a5b8" providerId="ADAL" clId="{8D05EFCB-541A-4D0A-86E3-E415458E0051}" dt="2022-07-05T22:05:59.517" v="460" actId="20577"/>
          <ac:spMkLst>
            <pc:docMk/>
            <pc:sldMk cId="2512850012" sldId="315"/>
            <ac:spMk id="2" creationId="{D3D0CB24-617A-4D9F-8E3F-842A6E0B1281}"/>
          </ac:spMkLst>
        </pc:spChg>
      </pc:sldChg>
      <pc:sldChg chg="modSp add mod">
        <pc:chgData name="Ahmad Asgharian Rezaei" userId="be00758d-fdcf-4ae4-b1ff-4aef6992a5b8" providerId="ADAL" clId="{8D05EFCB-541A-4D0A-86E3-E415458E0051}" dt="2022-07-05T22:06:04.380" v="463" actId="20577"/>
        <pc:sldMkLst>
          <pc:docMk/>
          <pc:sldMk cId="2250474158" sldId="316"/>
        </pc:sldMkLst>
        <pc:spChg chg="mod">
          <ac:chgData name="Ahmad Asgharian Rezaei" userId="be00758d-fdcf-4ae4-b1ff-4aef6992a5b8" providerId="ADAL" clId="{8D05EFCB-541A-4D0A-86E3-E415458E0051}" dt="2022-07-05T22:06:04.380" v="463" actId="20577"/>
          <ac:spMkLst>
            <pc:docMk/>
            <pc:sldMk cId="2250474158" sldId="316"/>
            <ac:spMk id="2" creationId="{B5660C0A-4935-4E5E-A59F-736B31EA09C7}"/>
          </ac:spMkLst>
        </pc:spChg>
      </pc:sldChg>
      <pc:sldChg chg="modSp add mod">
        <pc:chgData name="Ahmad Asgharian Rezaei" userId="be00758d-fdcf-4ae4-b1ff-4aef6992a5b8" providerId="ADAL" clId="{8D05EFCB-541A-4D0A-86E3-E415458E0051}" dt="2022-07-05T22:06:08.529" v="466" actId="20577"/>
        <pc:sldMkLst>
          <pc:docMk/>
          <pc:sldMk cId="1041739346" sldId="317"/>
        </pc:sldMkLst>
        <pc:spChg chg="mod">
          <ac:chgData name="Ahmad Asgharian Rezaei" userId="be00758d-fdcf-4ae4-b1ff-4aef6992a5b8" providerId="ADAL" clId="{8D05EFCB-541A-4D0A-86E3-E415458E0051}" dt="2022-07-05T22:06:08.529" v="466" actId="20577"/>
          <ac:spMkLst>
            <pc:docMk/>
            <pc:sldMk cId="1041739346" sldId="317"/>
            <ac:spMk id="2" creationId="{B5660C0A-4935-4E5E-A59F-736B31EA09C7}"/>
          </ac:spMkLst>
        </pc:spChg>
      </pc:sldChg>
      <pc:sldChg chg="modSp add mod">
        <pc:chgData name="Ahmad Asgharian Rezaei" userId="be00758d-fdcf-4ae4-b1ff-4aef6992a5b8" providerId="ADAL" clId="{8D05EFCB-541A-4D0A-86E3-E415458E0051}" dt="2022-07-05T22:06:13.813" v="469" actId="20577"/>
        <pc:sldMkLst>
          <pc:docMk/>
          <pc:sldMk cId="1220402348" sldId="320"/>
        </pc:sldMkLst>
        <pc:spChg chg="mod">
          <ac:chgData name="Ahmad Asgharian Rezaei" userId="be00758d-fdcf-4ae4-b1ff-4aef6992a5b8" providerId="ADAL" clId="{8D05EFCB-541A-4D0A-86E3-E415458E0051}" dt="2022-07-05T22:06:13.813" v="469" actId="20577"/>
          <ac:spMkLst>
            <pc:docMk/>
            <pc:sldMk cId="1220402348" sldId="320"/>
            <ac:spMk id="2" creationId="{79EC795B-B300-4F7A-8382-5F3F638F405C}"/>
          </ac:spMkLst>
        </pc:spChg>
      </pc:sldChg>
      <pc:sldChg chg="addSp delSp modSp add del mod">
        <pc:chgData name="Ahmad Asgharian Rezaei" userId="be00758d-fdcf-4ae4-b1ff-4aef6992a5b8" providerId="ADAL" clId="{8D05EFCB-541A-4D0A-86E3-E415458E0051}" dt="2022-07-05T22:13:29.113" v="573" actId="2696"/>
        <pc:sldMkLst>
          <pc:docMk/>
          <pc:sldMk cId="3637248733" sldId="321"/>
        </pc:sldMkLst>
        <pc:spChg chg="mod">
          <ac:chgData name="Ahmad Asgharian Rezaei" userId="be00758d-fdcf-4ae4-b1ff-4aef6992a5b8" providerId="ADAL" clId="{8D05EFCB-541A-4D0A-86E3-E415458E0051}" dt="2022-07-05T22:06:21.612" v="472" actId="20577"/>
          <ac:spMkLst>
            <pc:docMk/>
            <pc:sldMk cId="3637248733" sldId="321"/>
            <ac:spMk id="2" creationId="{EBB1DA85-D9DE-4AF0-B4C6-F020367A5DA2}"/>
          </ac:spMkLst>
        </pc:spChg>
        <pc:spChg chg="add del mod">
          <ac:chgData name="Ahmad Asgharian Rezaei" userId="be00758d-fdcf-4ae4-b1ff-4aef6992a5b8" providerId="ADAL" clId="{8D05EFCB-541A-4D0A-86E3-E415458E0051}" dt="2022-07-05T22:09:54.580" v="477" actId="22"/>
          <ac:spMkLst>
            <pc:docMk/>
            <pc:sldMk cId="3637248733" sldId="321"/>
            <ac:spMk id="6" creationId="{47006AE4-2541-F195-6C00-5880F4E2BA74}"/>
          </ac:spMkLst>
        </pc:spChg>
        <pc:picChg chg="del">
          <ac:chgData name="Ahmad Asgharian Rezaei" userId="be00758d-fdcf-4ae4-b1ff-4aef6992a5b8" providerId="ADAL" clId="{8D05EFCB-541A-4D0A-86E3-E415458E0051}" dt="2022-07-05T22:09:48.525" v="473" actId="478"/>
          <ac:picMkLst>
            <pc:docMk/>
            <pc:sldMk cId="3637248733" sldId="321"/>
            <ac:picMk id="5" creationId="{ED5313A0-2CF5-4018-B45A-A0244681EACE}"/>
          </ac:picMkLst>
        </pc:picChg>
      </pc:sldChg>
      <pc:sldChg chg="modSp new mod ord">
        <pc:chgData name="Ahmad Asgharian Rezaei" userId="be00758d-fdcf-4ae4-b1ff-4aef6992a5b8" providerId="ADAL" clId="{8D05EFCB-541A-4D0A-86E3-E415458E0051}" dt="2022-07-05T22:12:28.358" v="572" actId="20577"/>
        <pc:sldMkLst>
          <pc:docMk/>
          <pc:sldMk cId="1811895070" sldId="322"/>
        </pc:sldMkLst>
        <pc:spChg chg="mod">
          <ac:chgData name="Ahmad Asgharian Rezaei" userId="be00758d-fdcf-4ae4-b1ff-4aef6992a5b8" providerId="ADAL" clId="{8D05EFCB-541A-4D0A-86E3-E415458E0051}" dt="2022-07-05T22:10:09.941" v="509" actId="20577"/>
          <ac:spMkLst>
            <pc:docMk/>
            <pc:sldMk cId="1811895070" sldId="322"/>
            <ac:spMk id="2" creationId="{A7295017-87B6-8299-3239-6633FE588C23}"/>
          </ac:spMkLst>
        </pc:spChg>
        <pc:spChg chg="mod">
          <ac:chgData name="Ahmad Asgharian Rezaei" userId="be00758d-fdcf-4ae4-b1ff-4aef6992a5b8" providerId="ADAL" clId="{8D05EFCB-541A-4D0A-86E3-E415458E0051}" dt="2022-07-05T22:12:28.358" v="572" actId="20577"/>
          <ac:spMkLst>
            <pc:docMk/>
            <pc:sldMk cId="1811895070" sldId="322"/>
            <ac:spMk id="3" creationId="{48DA2325-A695-0677-0CBC-934641B0FC0F}"/>
          </ac:spMkLst>
        </pc:spChg>
      </pc:sldChg>
      <pc:sldChg chg="modSp new mod">
        <pc:chgData name="Ahmad Asgharian Rezaei" userId="be00758d-fdcf-4ae4-b1ff-4aef6992a5b8" providerId="ADAL" clId="{8D05EFCB-541A-4D0A-86E3-E415458E0051}" dt="2022-07-05T22:18:58.697" v="644" actId="15"/>
        <pc:sldMkLst>
          <pc:docMk/>
          <pc:sldMk cId="4056582100" sldId="323"/>
        </pc:sldMkLst>
        <pc:spChg chg="mod">
          <ac:chgData name="Ahmad Asgharian Rezaei" userId="be00758d-fdcf-4ae4-b1ff-4aef6992a5b8" providerId="ADAL" clId="{8D05EFCB-541A-4D0A-86E3-E415458E0051}" dt="2022-07-05T22:18:40.246" v="640" actId="20577"/>
          <ac:spMkLst>
            <pc:docMk/>
            <pc:sldMk cId="4056582100" sldId="323"/>
            <ac:spMk id="2" creationId="{2A3F6831-DB31-3BEC-227E-90D963849BFE}"/>
          </ac:spMkLst>
        </pc:spChg>
        <pc:spChg chg="mod">
          <ac:chgData name="Ahmad Asgharian Rezaei" userId="be00758d-fdcf-4ae4-b1ff-4aef6992a5b8" providerId="ADAL" clId="{8D05EFCB-541A-4D0A-86E3-E415458E0051}" dt="2022-07-05T22:18:58.697" v="644" actId="15"/>
          <ac:spMkLst>
            <pc:docMk/>
            <pc:sldMk cId="4056582100" sldId="323"/>
            <ac:spMk id="3" creationId="{7A7BBAAB-A9CA-C385-C247-BFFF1C720E0A}"/>
          </ac:spMkLst>
        </pc:spChg>
      </pc:sldChg>
      <pc:sldChg chg="modSp new mod">
        <pc:chgData name="Ahmad Asgharian Rezaei" userId="be00758d-fdcf-4ae4-b1ff-4aef6992a5b8" providerId="ADAL" clId="{8D05EFCB-541A-4D0A-86E3-E415458E0051}" dt="2022-07-05T22:20:23.338" v="681" actId="313"/>
        <pc:sldMkLst>
          <pc:docMk/>
          <pc:sldMk cId="1751405204" sldId="324"/>
        </pc:sldMkLst>
        <pc:spChg chg="mod">
          <ac:chgData name="Ahmad Asgharian Rezaei" userId="be00758d-fdcf-4ae4-b1ff-4aef6992a5b8" providerId="ADAL" clId="{8D05EFCB-541A-4D0A-86E3-E415458E0051}" dt="2022-07-05T22:20:01.453" v="676" actId="313"/>
          <ac:spMkLst>
            <pc:docMk/>
            <pc:sldMk cId="1751405204" sldId="324"/>
            <ac:spMk id="2" creationId="{23AD8BE1-1235-AE3F-F887-9A38A51E51EB}"/>
          </ac:spMkLst>
        </pc:spChg>
        <pc:spChg chg="mod">
          <ac:chgData name="Ahmad Asgharian Rezaei" userId="be00758d-fdcf-4ae4-b1ff-4aef6992a5b8" providerId="ADAL" clId="{8D05EFCB-541A-4D0A-86E3-E415458E0051}" dt="2022-07-05T22:20:23.338" v="681" actId="313"/>
          <ac:spMkLst>
            <pc:docMk/>
            <pc:sldMk cId="1751405204" sldId="324"/>
            <ac:spMk id="3" creationId="{1D096831-B5FD-E487-2524-2C5699E5800B}"/>
          </ac:spMkLst>
        </pc:spChg>
      </pc:sldChg>
      <pc:sldChg chg="modSp add del mod">
        <pc:chgData name="Ahmad Asgharian Rezaei" userId="be00758d-fdcf-4ae4-b1ff-4aef6992a5b8" providerId="ADAL" clId="{8D05EFCB-541A-4D0A-86E3-E415458E0051}" dt="2022-07-05T22:28:33.049" v="686" actId="1076"/>
        <pc:sldMkLst>
          <pc:docMk/>
          <pc:sldMk cId="471760628" sldId="605"/>
        </pc:sldMkLst>
        <pc:spChg chg="mod">
          <ac:chgData name="Ahmad Asgharian Rezaei" userId="be00758d-fdcf-4ae4-b1ff-4aef6992a5b8" providerId="ADAL" clId="{8D05EFCB-541A-4D0A-86E3-E415458E0051}" dt="2022-07-05T22:28:33.049" v="686" actId="1076"/>
          <ac:spMkLst>
            <pc:docMk/>
            <pc:sldMk cId="471760628" sldId="605"/>
            <ac:spMk id="2" creationId="{ABBA361C-E03C-45F5-90E1-ECF2DB584D66}"/>
          </ac:spMkLst>
        </pc:spChg>
      </pc:sldChg>
      <pc:sldChg chg="modSp add del mod">
        <pc:chgData name="Ahmad Asgharian Rezaei" userId="be00758d-fdcf-4ae4-b1ff-4aef6992a5b8" providerId="ADAL" clId="{8D05EFCB-541A-4D0A-86E3-E415458E0051}" dt="2022-07-05T22:28:25.710" v="685" actId="1076"/>
        <pc:sldMkLst>
          <pc:docMk/>
          <pc:sldMk cId="1572064662" sldId="606"/>
        </pc:sldMkLst>
        <pc:spChg chg="mod">
          <ac:chgData name="Ahmad Asgharian Rezaei" userId="be00758d-fdcf-4ae4-b1ff-4aef6992a5b8" providerId="ADAL" clId="{8D05EFCB-541A-4D0A-86E3-E415458E0051}" dt="2022-07-05T22:28:25.710" v="685" actId="1076"/>
          <ac:spMkLst>
            <pc:docMk/>
            <pc:sldMk cId="1572064662" sldId="606"/>
            <ac:spMk id="2" creationId="{D70A6FF2-B8F5-4AD9-BC0F-054A92471DBE}"/>
          </ac:spMkLst>
        </pc:spChg>
      </pc:sldChg>
      <pc:sldChg chg="modSp add del mod">
        <pc:chgData name="Ahmad Asgharian Rezaei" userId="be00758d-fdcf-4ae4-b1ff-4aef6992a5b8" providerId="ADAL" clId="{8D05EFCB-541A-4D0A-86E3-E415458E0051}" dt="2022-07-05T22:18:08.867" v="622"/>
        <pc:sldMkLst>
          <pc:docMk/>
          <pc:sldMk cId="619794809" sldId="608"/>
        </pc:sldMkLst>
        <pc:spChg chg="mod">
          <ac:chgData name="Ahmad Asgharian Rezaei" userId="be00758d-fdcf-4ae4-b1ff-4aef6992a5b8" providerId="ADAL" clId="{8D05EFCB-541A-4D0A-86E3-E415458E0051}" dt="2022-07-05T22:18:08.867" v="622"/>
          <ac:spMkLst>
            <pc:docMk/>
            <pc:sldMk cId="619794809" sldId="608"/>
            <ac:spMk id="146435" creationId="{B27CFB6C-B278-44C5-9E66-319128CC20D8}"/>
          </ac:spMkLst>
        </pc:spChg>
      </pc:sldChg>
    </pc:docChg>
  </pc:docChgLst>
  <pc:docChgLst>
    <pc:chgData name="Ahmad Asgharian Rezaei" userId="be00758d-fdcf-4ae4-b1ff-4aef6992a5b8" providerId="ADAL" clId="{660A0FE8-6A1B-4794-B80D-FD81F17D597C}"/>
    <pc:docChg chg="undo custSel addSld delSld modSld sldOrd">
      <pc:chgData name="Ahmad Asgharian Rezaei" userId="be00758d-fdcf-4ae4-b1ff-4aef6992a5b8" providerId="ADAL" clId="{660A0FE8-6A1B-4794-B80D-FD81F17D597C}" dt="2022-06-30T07:39:16.776" v="4167" actId="20577"/>
      <pc:docMkLst>
        <pc:docMk/>
      </pc:docMkLst>
      <pc:sldChg chg="modSp new mod">
        <pc:chgData name="Ahmad Asgharian Rezaei" userId="be00758d-fdcf-4ae4-b1ff-4aef6992a5b8" providerId="ADAL" clId="{660A0FE8-6A1B-4794-B80D-FD81F17D597C}" dt="2022-06-28T21:50:02.961" v="95" actId="20577"/>
        <pc:sldMkLst>
          <pc:docMk/>
          <pc:sldMk cId="786187340" sldId="256"/>
        </pc:sldMkLst>
        <pc:spChg chg="mod">
          <ac:chgData name="Ahmad Asgharian Rezaei" userId="be00758d-fdcf-4ae4-b1ff-4aef6992a5b8" providerId="ADAL" clId="{660A0FE8-6A1B-4794-B80D-FD81F17D597C}" dt="2022-06-28T21:42:13.062" v="45" actId="20577"/>
          <ac:spMkLst>
            <pc:docMk/>
            <pc:sldMk cId="786187340" sldId="256"/>
            <ac:spMk id="2" creationId="{A69B0BC8-7A87-9BA2-D632-ED97D2F68669}"/>
          </ac:spMkLst>
        </pc:spChg>
        <pc:spChg chg="mod">
          <ac:chgData name="Ahmad Asgharian Rezaei" userId="be00758d-fdcf-4ae4-b1ff-4aef6992a5b8" providerId="ADAL" clId="{660A0FE8-6A1B-4794-B80D-FD81F17D597C}" dt="2022-06-28T21:50:02.961" v="95" actId="20577"/>
          <ac:spMkLst>
            <pc:docMk/>
            <pc:sldMk cId="786187340" sldId="256"/>
            <ac:spMk id="3" creationId="{1A6FB0D5-866C-AF7E-1008-D048EF1DCCC8}"/>
          </ac:spMkLst>
        </pc:spChg>
      </pc:sldChg>
      <pc:sldChg chg="modSp new mod">
        <pc:chgData name="Ahmad Asgharian Rezaei" userId="be00758d-fdcf-4ae4-b1ff-4aef6992a5b8" providerId="ADAL" clId="{660A0FE8-6A1B-4794-B80D-FD81F17D597C}" dt="2022-06-28T21:57:13.939" v="481" actId="20577"/>
        <pc:sldMkLst>
          <pc:docMk/>
          <pc:sldMk cId="1604269037" sldId="257"/>
        </pc:sldMkLst>
        <pc:spChg chg="mod">
          <ac:chgData name="Ahmad Asgharian Rezaei" userId="be00758d-fdcf-4ae4-b1ff-4aef6992a5b8" providerId="ADAL" clId="{660A0FE8-6A1B-4794-B80D-FD81F17D597C}" dt="2022-06-28T21:50:50.436" v="102" actId="20577"/>
          <ac:spMkLst>
            <pc:docMk/>
            <pc:sldMk cId="1604269037" sldId="257"/>
            <ac:spMk id="2" creationId="{D82581FA-BFE1-96EA-1BF5-054736AA2A16}"/>
          </ac:spMkLst>
        </pc:spChg>
        <pc:spChg chg="mod">
          <ac:chgData name="Ahmad Asgharian Rezaei" userId="be00758d-fdcf-4ae4-b1ff-4aef6992a5b8" providerId="ADAL" clId="{660A0FE8-6A1B-4794-B80D-FD81F17D597C}" dt="2022-06-28T21:57:13.939" v="481" actId="20577"/>
          <ac:spMkLst>
            <pc:docMk/>
            <pc:sldMk cId="1604269037" sldId="257"/>
            <ac:spMk id="3" creationId="{DEAD7A11-29FD-1017-6A63-E71CB068148F}"/>
          </ac:spMkLst>
        </pc:spChg>
      </pc:sldChg>
      <pc:sldChg chg="modSp new mod">
        <pc:chgData name="Ahmad Asgharian Rezaei" userId="be00758d-fdcf-4ae4-b1ff-4aef6992a5b8" providerId="ADAL" clId="{660A0FE8-6A1B-4794-B80D-FD81F17D597C}" dt="2022-06-28T22:38:05.065" v="1459" actId="5793"/>
        <pc:sldMkLst>
          <pc:docMk/>
          <pc:sldMk cId="146461912" sldId="258"/>
        </pc:sldMkLst>
        <pc:spChg chg="mod">
          <ac:chgData name="Ahmad Asgharian Rezaei" userId="be00758d-fdcf-4ae4-b1ff-4aef6992a5b8" providerId="ADAL" clId="{660A0FE8-6A1B-4794-B80D-FD81F17D597C}" dt="2022-06-28T22:33:26.840" v="966" actId="20577"/>
          <ac:spMkLst>
            <pc:docMk/>
            <pc:sldMk cId="146461912" sldId="258"/>
            <ac:spMk id="2" creationId="{48AFACAF-63FD-9037-B84D-D702CA1ED39B}"/>
          </ac:spMkLst>
        </pc:spChg>
        <pc:spChg chg="mod">
          <ac:chgData name="Ahmad Asgharian Rezaei" userId="be00758d-fdcf-4ae4-b1ff-4aef6992a5b8" providerId="ADAL" clId="{660A0FE8-6A1B-4794-B80D-FD81F17D597C}" dt="2022-06-28T22:38:05.065" v="1459" actId="5793"/>
          <ac:spMkLst>
            <pc:docMk/>
            <pc:sldMk cId="146461912" sldId="258"/>
            <ac:spMk id="3" creationId="{E2E7263C-BD5B-B882-F999-EB13236B76DF}"/>
          </ac:spMkLst>
        </pc:spChg>
      </pc:sldChg>
      <pc:sldChg chg="modSp new mod">
        <pc:chgData name="Ahmad Asgharian Rezaei" userId="be00758d-fdcf-4ae4-b1ff-4aef6992a5b8" providerId="ADAL" clId="{660A0FE8-6A1B-4794-B80D-FD81F17D597C}" dt="2022-06-28T22:42:27.552" v="1868" actId="20577"/>
        <pc:sldMkLst>
          <pc:docMk/>
          <pc:sldMk cId="2668028777" sldId="259"/>
        </pc:sldMkLst>
        <pc:spChg chg="mod">
          <ac:chgData name="Ahmad Asgharian Rezaei" userId="be00758d-fdcf-4ae4-b1ff-4aef6992a5b8" providerId="ADAL" clId="{660A0FE8-6A1B-4794-B80D-FD81F17D597C}" dt="2022-06-28T22:33:39.105" v="984" actId="20577"/>
          <ac:spMkLst>
            <pc:docMk/>
            <pc:sldMk cId="2668028777" sldId="259"/>
            <ac:spMk id="2" creationId="{57B3192D-AE57-296C-8A89-75D4C1618C88}"/>
          </ac:spMkLst>
        </pc:spChg>
        <pc:spChg chg="mod">
          <ac:chgData name="Ahmad Asgharian Rezaei" userId="be00758d-fdcf-4ae4-b1ff-4aef6992a5b8" providerId="ADAL" clId="{660A0FE8-6A1B-4794-B80D-FD81F17D597C}" dt="2022-06-28T22:42:27.552" v="1868" actId="20577"/>
          <ac:spMkLst>
            <pc:docMk/>
            <pc:sldMk cId="2668028777" sldId="259"/>
            <ac:spMk id="3" creationId="{0191350A-CEDD-459B-FA55-EA0A07CB97B4}"/>
          </ac:spMkLst>
        </pc:spChg>
      </pc:sldChg>
      <pc:sldChg chg="modSp new mod">
        <pc:chgData name="Ahmad Asgharian Rezaei" userId="be00758d-fdcf-4ae4-b1ff-4aef6992a5b8" providerId="ADAL" clId="{660A0FE8-6A1B-4794-B80D-FD81F17D597C}" dt="2022-06-28T22:40:02.681" v="1745" actId="20577"/>
        <pc:sldMkLst>
          <pc:docMk/>
          <pc:sldMk cId="2340879321" sldId="260"/>
        </pc:sldMkLst>
        <pc:spChg chg="mod">
          <ac:chgData name="Ahmad Asgharian Rezaei" userId="be00758d-fdcf-4ae4-b1ff-4aef6992a5b8" providerId="ADAL" clId="{660A0FE8-6A1B-4794-B80D-FD81F17D597C}" dt="2022-06-28T22:38:19.232" v="1494" actId="20577"/>
          <ac:spMkLst>
            <pc:docMk/>
            <pc:sldMk cId="2340879321" sldId="260"/>
            <ac:spMk id="2" creationId="{2B7B5F33-E9AE-CFD0-595D-A9536EC0F273}"/>
          </ac:spMkLst>
        </pc:spChg>
        <pc:spChg chg="mod">
          <ac:chgData name="Ahmad Asgharian Rezaei" userId="be00758d-fdcf-4ae4-b1ff-4aef6992a5b8" providerId="ADAL" clId="{660A0FE8-6A1B-4794-B80D-FD81F17D597C}" dt="2022-06-28T22:40:02.681" v="1745" actId="20577"/>
          <ac:spMkLst>
            <pc:docMk/>
            <pc:sldMk cId="2340879321" sldId="260"/>
            <ac:spMk id="3" creationId="{E1182BC1-8397-5CEF-0BF7-6A9FB9ADFA99}"/>
          </ac:spMkLst>
        </pc:spChg>
      </pc:sldChg>
      <pc:sldChg chg="modSp new mod">
        <pc:chgData name="Ahmad Asgharian Rezaei" userId="be00758d-fdcf-4ae4-b1ff-4aef6992a5b8" providerId="ADAL" clId="{660A0FE8-6A1B-4794-B80D-FD81F17D597C}" dt="2022-06-28T22:46:46.384" v="2027"/>
        <pc:sldMkLst>
          <pc:docMk/>
          <pc:sldMk cId="735868036" sldId="261"/>
        </pc:sldMkLst>
        <pc:spChg chg="mod">
          <ac:chgData name="Ahmad Asgharian Rezaei" userId="be00758d-fdcf-4ae4-b1ff-4aef6992a5b8" providerId="ADAL" clId="{660A0FE8-6A1B-4794-B80D-FD81F17D597C}" dt="2022-06-28T22:41:28.607" v="1800" actId="20577"/>
          <ac:spMkLst>
            <pc:docMk/>
            <pc:sldMk cId="735868036" sldId="261"/>
            <ac:spMk id="2" creationId="{A8FE6B99-1A0A-0285-B8F3-F094F47A6AB3}"/>
          </ac:spMkLst>
        </pc:spChg>
        <pc:spChg chg="mod">
          <ac:chgData name="Ahmad Asgharian Rezaei" userId="be00758d-fdcf-4ae4-b1ff-4aef6992a5b8" providerId="ADAL" clId="{660A0FE8-6A1B-4794-B80D-FD81F17D597C}" dt="2022-06-28T22:46:46.384" v="2027"/>
          <ac:spMkLst>
            <pc:docMk/>
            <pc:sldMk cId="735868036" sldId="261"/>
            <ac:spMk id="3" creationId="{592E5C00-AA71-5C3F-EAF9-8C63C98E442C}"/>
          </ac:spMkLst>
        </pc:spChg>
      </pc:sldChg>
      <pc:sldChg chg="modSp new mod">
        <pc:chgData name="Ahmad Asgharian Rezaei" userId="be00758d-fdcf-4ae4-b1ff-4aef6992a5b8" providerId="ADAL" clId="{660A0FE8-6A1B-4794-B80D-FD81F17D597C}" dt="2022-06-28T22:56:13.895" v="2470" actId="20577"/>
        <pc:sldMkLst>
          <pc:docMk/>
          <pc:sldMk cId="704256491" sldId="262"/>
        </pc:sldMkLst>
        <pc:spChg chg="mod">
          <ac:chgData name="Ahmad Asgharian Rezaei" userId="be00758d-fdcf-4ae4-b1ff-4aef6992a5b8" providerId="ADAL" clId="{660A0FE8-6A1B-4794-B80D-FD81F17D597C}" dt="2022-06-28T22:47:44.126" v="2117" actId="20577"/>
          <ac:spMkLst>
            <pc:docMk/>
            <pc:sldMk cId="704256491" sldId="262"/>
            <ac:spMk id="2" creationId="{D8F0BE17-CC9B-5DA2-072C-0FA88CAD42A6}"/>
          </ac:spMkLst>
        </pc:spChg>
        <pc:spChg chg="mod">
          <ac:chgData name="Ahmad Asgharian Rezaei" userId="be00758d-fdcf-4ae4-b1ff-4aef6992a5b8" providerId="ADAL" clId="{660A0FE8-6A1B-4794-B80D-FD81F17D597C}" dt="2022-06-28T22:56:13.895" v="2470" actId="20577"/>
          <ac:spMkLst>
            <pc:docMk/>
            <pc:sldMk cId="704256491" sldId="262"/>
            <ac:spMk id="3" creationId="{8364FD98-BD6E-3AA8-E99D-F8A6BA6F09FF}"/>
          </ac:spMkLst>
        </pc:spChg>
      </pc:sldChg>
      <pc:sldChg chg="modSp new mod">
        <pc:chgData name="Ahmad Asgharian Rezaei" userId="be00758d-fdcf-4ae4-b1ff-4aef6992a5b8" providerId="ADAL" clId="{660A0FE8-6A1B-4794-B80D-FD81F17D597C}" dt="2022-06-28T23:21:02.757" v="2835" actId="20577"/>
        <pc:sldMkLst>
          <pc:docMk/>
          <pc:sldMk cId="2046077278" sldId="263"/>
        </pc:sldMkLst>
        <pc:spChg chg="mod">
          <ac:chgData name="Ahmad Asgharian Rezaei" userId="be00758d-fdcf-4ae4-b1ff-4aef6992a5b8" providerId="ADAL" clId="{660A0FE8-6A1B-4794-B80D-FD81F17D597C}" dt="2022-06-28T22:56:53.782" v="2492" actId="20577"/>
          <ac:spMkLst>
            <pc:docMk/>
            <pc:sldMk cId="2046077278" sldId="263"/>
            <ac:spMk id="2" creationId="{0888FE4C-3A25-2324-45A4-44116F73D3AA}"/>
          </ac:spMkLst>
        </pc:spChg>
        <pc:spChg chg="mod">
          <ac:chgData name="Ahmad Asgharian Rezaei" userId="be00758d-fdcf-4ae4-b1ff-4aef6992a5b8" providerId="ADAL" clId="{660A0FE8-6A1B-4794-B80D-FD81F17D597C}" dt="2022-06-28T23:21:02.757" v="2835" actId="20577"/>
          <ac:spMkLst>
            <pc:docMk/>
            <pc:sldMk cId="2046077278" sldId="263"/>
            <ac:spMk id="3" creationId="{D9476FCD-348A-5EFA-C438-DFC65717BB41}"/>
          </ac:spMkLst>
        </pc:spChg>
      </pc:sldChg>
      <pc:sldChg chg="modSp new mod ord">
        <pc:chgData name="Ahmad Asgharian Rezaei" userId="be00758d-fdcf-4ae4-b1ff-4aef6992a5b8" providerId="ADAL" clId="{660A0FE8-6A1B-4794-B80D-FD81F17D597C}" dt="2022-06-29T06:28:57.870" v="4161" actId="20578"/>
        <pc:sldMkLst>
          <pc:docMk/>
          <pc:sldMk cId="1161231599" sldId="264"/>
        </pc:sldMkLst>
        <pc:spChg chg="mod">
          <ac:chgData name="Ahmad Asgharian Rezaei" userId="be00758d-fdcf-4ae4-b1ff-4aef6992a5b8" providerId="ADAL" clId="{660A0FE8-6A1B-4794-B80D-FD81F17D597C}" dt="2022-06-28T23:21:43.131" v="2869" actId="20577"/>
          <ac:spMkLst>
            <pc:docMk/>
            <pc:sldMk cId="1161231599" sldId="264"/>
            <ac:spMk id="2" creationId="{8CF4200E-4BCF-38B5-7DF7-403A7833CA4A}"/>
          </ac:spMkLst>
        </pc:spChg>
        <pc:spChg chg="mod">
          <ac:chgData name="Ahmad Asgharian Rezaei" userId="be00758d-fdcf-4ae4-b1ff-4aef6992a5b8" providerId="ADAL" clId="{660A0FE8-6A1B-4794-B80D-FD81F17D597C}" dt="2022-06-29T06:28:57.870" v="4161" actId="20578"/>
          <ac:spMkLst>
            <pc:docMk/>
            <pc:sldMk cId="1161231599" sldId="264"/>
            <ac:spMk id="3" creationId="{62C33201-3440-A8A9-E33B-AFE950BA8B98}"/>
          </ac:spMkLst>
        </pc:spChg>
      </pc:sldChg>
      <pc:sldChg chg="modSp new mod">
        <pc:chgData name="Ahmad Asgharian Rezaei" userId="be00758d-fdcf-4ae4-b1ff-4aef6992a5b8" providerId="ADAL" clId="{660A0FE8-6A1B-4794-B80D-FD81F17D597C}" dt="2022-06-28T23:26:31.299" v="3467" actId="20577"/>
        <pc:sldMkLst>
          <pc:docMk/>
          <pc:sldMk cId="2148444650" sldId="265"/>
        </pc:sldMkLst>
        <pc:spChg chg="mod">
          <ac:chgData name="Ahmad Asgharian Rezaei" userId="be00758d-fdcf-4ae4-b1ff-4aef6992a5b8" providerId="ADAL" clId="{660A0FE8-6A1B-4794-B80D-FD81F17D597C}" dt="2022-06-28T23:25:36.687" v="3321" actId="20577"/>
          <ac:spMkLst>
            <pc:docMk/>
            <pc:sldMk cId="2148444650" sldId="265"/>
            <ac:spMk id="2" creationId="{E0E12459-70B0-7639-7B42-FB91B28DE438}"/>
          </ac:spMkLst>
        </pc:spChg>
        <pc:spChg chg="mod">
          <ac:chgData name="Ahmad Asgharian Rezaei" userId="be00758d-fdcf-4ae4-b1ff-4aef6992a5b8" providerId="ADAL" clId="{660A0FE8-6A1B-4794-B80D-FD81F17D597C}" dt="2022-06-28T23:26:31.299" v="3467" actId="20577"/>
          <ac:spMkLst>
            <pc:docMk/>
            <pc:sldMk cId="2148444650" sldId="265"/>
            <ac:spMk id="3" creationId="{420C07DB-DC11-954F-B001-28D884C46A7E}"/>
          </ac:spMkLst>
        </pc:spChg>
      </pc:sldChg>
      <pc:sldChg chg="modSp add mod">
        <pc:chgData name="Ahmad Asgharian Rezaei" userId="be00758d-fdcf-4ae4-b1ff-4aef6992a5b8" providerId="ADAL" clId="{660A0FE8-6A1B-4794-B80D-FD81F17D597C}" dt="2022-06-28T23:28:02.083" v="3502" actId="20577"/>
        <pc:sldMkLst>
          <pc:docMk/>
          <pc:sldMk cId="891674621" sldId="266"/>
        </pc:sldMkLst>
        <pc:spChg chg="mod">
          <ac:chgData name="Ahmad Asgharian Rezaei" userId="be00758d-fdcf-4ae4-b1ff-4aef6992a5b8" providerId="ADAL" clId="{660A0FE8-6A1B-4794-B80D-FD81F17D597C}" dt="2022-06-28T23:28:02.083" v="3502" actId="20577"/>
          <ac:spMkLst>
            <pc:docMk/>
            <pc:sldMk cId="891674621" sldId="266"/>
            <ac:spMk id="3" creationId="{1A6FB0D5-866C-AF7E-1008-D048EF1DCCC8}"/>
          </ac:spMkLst>
        </pc:spChg>
      </pc:sldChg>
      <pc:sldChg chg="addSp delSp modSp add mod setBg">
        <pc:chgData name="Ahmad Asgharian Rezaei" userId="be00758d-fdcf-4ae4-b1ff-4aef6992a5b8" providerId="ADAL" clId="{660A0FE8-6A1B-4794-B80D-FD81F17D597C}" dt="2022-06-28T23:37:42.689" v="3762" actId="1076"/>
        <pc:sldMkLst>
          <pc:docMk/>
          <pc:sldMk cId="108987430" sldId="267"/>
        </pc:sldMkLst>
        <pc:spChg chg="mod">
          <ac:chgData name="Ahmad Asgharian Rezaei" userId="be00758d-fdcf-4ae4-b1ff-4aef6992a5b8" providerId="ADAL" clId="{660A0FE8-6A1B-4794-B80D-FD81F17D597C}" dt="2022-06-28T23:37:35.867" v="3760" actId="26606"/>
          <ac:spMkLst>
            <pc:docMk/>
            <pc:sldMk cId="108987430" sldId="267"/>
            <ac:spMk id="2" creationId="{0A793256-57CD-48CE-AF34-FFB346EAC4AC}"/>
          </ac:spMkLst>
        </pc:spChg>
        <pc:spChg chg="mod">
          <ac:chgData name="Ahmad Asgharian Rezaei" userId="be00758d-fdcf-4ae4-b1ff-4aef6992a5b8" providerId="ADAL" clId="{660A0FE8-6A1B-4794-B80D-FD81F17D597C}" dt="2022-06-28T23:37:35.867" v="3760" actId="26606"/>
          <ac:spMkLst>
            <pc:docMk/>
            <pc:sldMk cId="108987430" sldId="267"/>
            <ac:spMk id="3" creationId="{AB4FCDBD-E4BE-45CC-A434-A1BFF3121626}"/>
          </ac:spMkLst>
        </pc:spChg>
        <pc:spChg chg="add del">
          <ac:chgData name="Ahmad Asgharian Rezaei" userId="be00758d-fdcf-4ae4-b1ff-4aef6992a5b8" providerId="ADAL" clId="{660A0FE8-6A1B-4794-B80D-FD81F17D597C}" dt="2022-06-28T23:37:35.867" v="3760" actId="26606"/>
          <ac:spMkLst>
            <pc:docMk/>
            <pc:sldMk cId="108987430" sldId="267"/>
            <ac:spMk id="9" creationId="{F13C74B1-5B17-4795-BED0-7140497B445A}"/>
          </ac:spMkLst>
        </pc:spChg>
        <pc:spChg chg="add del">
          <ac:chgData name="Ahmad Asgharian Rezaei" userId="be00758d-fdcf-4ae4-b1ff-4aef6992a5b8" providerId="ADAL" clId="{660A0FE8-6A1B-4794-B80D-FD81F17D597C}" dt="2022-06-28T23:37:35.867" v="3760" actId="26606"/>
          <ac:spMkLst>
            <pc:docMk/>
            <pc:sldMk cId="108987430" sldId="267"/>
            <ac:spMk id="11" creationId="{D4974D33-8DC5-464E-8C6D-BE58F0669C17}"/>
          </ac:spMkLst>
        </pc:spChg>
        <pc:picChg chg="add mod">
          <ac:chgData name="Ahmad Asgharian Rezaei" userId="be00758d-fdcf-4ae4-b1ff-4aef6992a5b8" providerId="ADAL" clId="{660A0FE8-6A1B-4794-B80D-FD81F17D597C}" dt="2022-06-28T23:37:42.689" v="3762" actId="1076"/>
          <ac:picMkLst>
            <pc:docMk/>
            <pc:sldMk cId="108987430" sldId="267"/>
            <ac:picMk id="4" creationId="{EF61D88C-C293-A740-B585-23B959AA3785}"/>
          </ac:picMkLst>
        </pc:picChg>
      </pc:sldChg>
      <pc:sldChg chg="add del">
        <pc:chgData name="Ahmad Asgharian Rezaei" userId="be00758d-fdcf-4ae4-b1ff-4aef6992a5b8" providerId="ADAL" clId="{660A0FE8-6A1B-4794-B80D-FD81F17D597C}" dt="2022-06-28T23:37:00.149" v="3750" actId="2696"/>
        <pc:sldMkLst>
          <pc:docMk/>
          <pc:sldMk cId="1368362423" sldId="268"/>
        </pc:sldMkLst>
      </pc:sldChg>
      <pc:sldChg chg="add">
        <pc:chgData name="Ahmad Asgharian Rezaei" userId="be00758d-fdcf-4ae4-b1ff-4aef6992a5b8" providerId="ADAL" clId="{660A0FE8-6A1B-4794-B80D-FD81F17D597C}" dt="2022-06-28T23:27:42.620" v="3472"/>
        <pc:sldMkLst>
          <pc:docMk/>
          <pc:sldMk cId="3186525315" sldId="269"/>
        </pc:sldMkLst>
      </pc:sldChg>
      <pc:sldChg chg="add">
        <pc:chgData name="Ahmad Asgharian Rezaei" userId="be00758d-fdcf-4ae4-b1ff-4aef6992a5b8" providerId="ADAL" clId="{660A0FE8-6A1B-4794-B80D-FD81F17D597C}" dt="2022-06-28T23:27:42.620" v="3472"/>
        <pc:sldMkLst>
          <pc:docMk/>
          <pc:sldMk cId="1036187087" sldId="270"/>
        </pc:sldMkLst>
      </pc:sldChg>
      <pc:sldChg chg="add">
        <pc:chgData name="Ahmad Asgharian Rezaei" userId="be00758d-fdcf-4ae4-b1ff-4aef6992a5b8" providerId="ADAL" clId="{660A0FE8-6A1B-4794-B80D-FD81F17D597C}" dt="2022-06-28T23:27:42.620" v="3472"/>
        <pc:sldMkLst>
          <pc:docMk/>
          <pc:sldMk cId="3636856056" sldId="271"/>
        </pc:sldMkLst>
      </pc:sldChg>
      <pc:sldChg chg="add">
        <pc:chgData name="Ahmad Asgharian Rezaei" userId="be00758d-fdcf-4ae4-b1ff-4aef6992a5b8" providerId="ADAL" clId="{660A0FE8-6A1B-4794-B80D-FD81F17D597C}" dt="2022-06-28T23:27:42.620" v="3472"/>
        <pc:sldMkLst>
          <pc:docMk/>
          <pc:sldMk cId="3806520716" sldId="272"/>
        </pc:sldMkLst>
      </pc:sldChg>
      <pc:sldChg chg="add">
        <pc:chgData name="Ahmad Asgharian Rezaei" userId="be00758d-fdcf-4ae4-b1ff-4aef6992a5b8" providerId="ADAL" clId="{660A0FE8-6A1B-4794-B80D-FD81F17D597C}" dt="2022-06-28T23:27:42.620" v="3472"/>
        <pc:sldMkLst>
          <pc:docMk/>
          <pc:sldMk cId="4076045261" sldId="273"/>
        </pc:sldMkLst>
      </pc:sldChg>
      <pc:sldChg chg="add del">
        <pc:chgData name="Ahmad Asgharian Rezaei" userId="be00758d-fdcf-4ae4-b1ff-4aef6992a5b8" providerId="ADAL" clId="{660A0FE8-6A1B-4794-B80D-FD81F17D597C}" dt="2022-06-28T23:55:00.182" v="4149" actId="2696"/>
        <pc:sldMkLst>
          <pc:docMk/>
          <pc:sldMk cId="2247674259" sldId="275"/>
        </pc:sldMkLst>
      </pc:sldChg>
      <pc:sldChg chg="modSp add">
        <pc:chgData name="Ahmad Asgharian Rezaei" userId="be00758d-fdcf-4ae4-b1ff-4aef6992a5b8" providerId="ADAL" clId="{660A0FE8-6A1B-4794-B80D-FD81F17D597C}" dt="2022-06-28T23:55:22.148" v="4151"/>
        <pc:sldMkLst>
          <pc:docMk/>
          <pc:sldMk cId="2464843640" sldId="276"/>
        </pc:sldMkLst>
        <pc:spChg chg="mod">
          <ac:chgData name="Ahmad Asgharian Rezaei" userId="be00758d-fdcf-4ae4-b1ff-4aef6992a5b8" providerId="ADAL" clId="{660A0FE8-6A1B-4794-B80D-FD81F17D597C}" dt="2022-06-28T23:55:22.148" v="4151"/>
          <ac:spMkLst>
            <pc:docMk/>
            <pc:sldMk cId="2464843640" sldId="276"/>
            <ac:spMk id="3" creationId="{E89F2664-DB30-4F29-8F45-F365571CA1B0}"/>
          </ac:spMkLst>
        </pc:spChg>
      </pc:sldChg>
      <pc:sldChg chg="modSp add mod modNotesTx">
        <pc:chgData name="Ahmad Asgharian Rezaei" userId="be00758d-fdcf-4ae4-b1ff-4aef6992a5b8" providerId="ADAL" clId="{660A0FE8-6A1B-4794-B80D-FD81F17D597C}" dt="2022-06-28T23:37:06.850" v="3755" actId="20577"/>
        <pc:sldMkLst>
          <pc:docMk/>
          <pc:sldMk cId="4221277212" sldId="277"/>
        </pc:sldMkLst>
        <pc:spChg chg="mod">
          <ac:chgData name="Ahmad Asgharian Rezaei" userId="be00758d-fdcf-4ae4-b1ff-4aef6992a5b8" providerId="ADAL" clId="{660A0FE8-6A1B-4794-B80D-FD81F17D597C}" dt="2022-06-28T23:36:45.133" v="3749"/>
          <ac:spMkLst>
            <pc:docMk/>
            <pc:sldMk cId="4221277212" sldId="277"/>
            <ac:spMk id="3" creationId="{51BD1B95-6B41-4DEE-B991-65893F87E3AA}"/>
          </ac:spMkLst>
        </pc:spChg>
      </pc:sldChg>
      <pc:sldChg chg="modSp add mod">
        <pc:chgData name="Ahmad Asgharian Rezaei" userId="be00758d-fdcf-4ae4-b1ff-4aef6992a5b8" providerId="ADAL" clId="{660A0FE8-6A1B-4794-B80D-FD81F17D597C}" dt="2022-06-30T07:39:16.776" v="4167" actId="20577"/>
        <pc:sldMkLst>
          <pc:docMk/>
          <pc:sldMk cId="1062439549" sldId="278"/>
        </pc:sldMkLst>
        <pc:spChg chg="mod">
          <ac:chgData name="Ahmad Asgharian Rezaei" userId="be00758d-fdcf-4ae4-b1ff-4aef6992a5b8" providerId="ADAL" clId="{660A0FE8-6A1B-4794-B80D-FD81F17D597C}" dt="2022-06-30T07:39:16.776" v="4167" actId="20577"/>
          <ac:spMkLst>
            <pc:docMk/>
            <pc:sldMk cId="1062439549" sldId="278"/>
            <ac:spMk id="2" creationId="{EFCE4D39-1D44-4BCE-9730-4CD2D06800E4}"/>
          </ac:spMkLst>
        </pc:spChg>
      </pc:sldChg>
      <pc:sldChg chg="add">
        <pc:chgData name="Ahmad Asgharian Rezaei" userId="be00758d-fdcf-4ae4-b1ff-4aef6992a5b8" providerId="ADAL" clId="{660A0FE8-6A1B-4794-B80D-FD81F17D597C}" dt="2022-06-28T23:27:42.620" v="3472"/>
        <pc:sldMkLst>
          <pc:docMk/>
          <pc:sldMk cId="3388956367" sldId="279"/>
        </pc:sldMkLst>
      </pc:sldChg>
      <pc:sldChg chg="add">
        <pc:chgData name="Ahmad Asgharian Rezaei" userId="be00758d-fdcf-4ae4-b1ff-4aef6992a5b8" providerId="ADAL" clId="{660A0FE8-6A1B-4794-B80D-FD81F17D597C}" dt="2022-06-28T23:27:42.620" v="3472"/>
        <pc:sldMkLst>
          <pc:docMk/>
          <pc:sldMk cId="3995956330" sldId="280"/>
        </pc:sldMkLst>
      </pc:sldChg>
      <pc:sldChg chg="add">
        <pc:chgData name="Ahmad Asgharian Rezaei" userId="be00758d-fdcf-4ae4-b1ff-4aef6992a5b8" providerId="ADAL" clId="{660A0FE8-6A1B-4794-B80D-FD81F17D597C}" dt="2022-06-28T23:27:42.620" v="3472"/>
        <pc:sldMkLst>
          <pc:docMk/>
          <pc:sldMk cId="2564134702" sldId="281"/>
        </pc:sldMkLst>
      </pc:sldChg>
      <pc:sldChg chg="add">
        <pc:chgData name="Ahmad Asgharian Rezaei" userId="be00758d-fdcf-4ae4-b1ff-4aef6992a5b8" providerId="ADAL" clId="{660A0FE8-6A1B-4794-B80D-FD81F17D597C}" dt="2022-06-28T23:27:42.620" v="3472"/>
        <pc:sldMkLst>
          <pc:docMk/>
          <pc:sldMk cId="404712866" sldId="282"/>
        </pc:sldMkLst>
      </pc:sldChg>
      <pc:sldChg chg="add">
        <pc:chgData name="Ahmad Asgharian Rezaei" userId="be00758d-fdcf-4ae4-b1ff-4aef6992a5b8" providerId="ADAL" clId="{660A0FE8-6A1B-4794-B80D-FD81F17D597C}" dt="2022-06-28T23:27:42.620" v="3472"/>
        <pc:sldMkLst>
          <pc:docMk/>
          <pc:sldMk cId="1396835258" sldId="283"/>
        </pc:sldMkLst>
      </pc:sldChg>
      <pc:sldChg chg="add">
        <pc:chgData name="Ahmad Asgharian Rezaei" userId="be00758d-fdcf-4ae4-b1ff-4aef6992a5b8" providerId="ADAL" clId="{660A0FE8-6A1B-4794-B80D-FD81F17D597C}" dt="2022-06-28T23:27:42.620" v="3472"/>
        <pc:sldMkLst>
          <pc:docMk/>
          <pc:sldMk cId="4168343574" sldId="284"/>
        </pc:sldMkLst>
      </pc:sldChg>
      <pc:sldChg chg="modSp add mod">
        <pc:chgData name="Ahmad Asgharian Rezaei" userId="be00758d-fdcf-4ae4-b1ff-4aef6992a5b8" providerId="ADAL" clId="{660A0FE8-6A1B-4794-B80D-FD81F17D597C}" dt="2022-06-28T23:29:21.939" v="3598" actId="20577"/>
        <pc:sldMkLst>
          <pc:docMk/>
          <pc:sldMk cId="1156776398" sldId="285"/>
        </pc:sldMkLst>
        <pc:spChg chg="mod">
          <ac:chgData name="Ahmad Asgharian Rezaei" userId="be00758d-fdcf-4ae4-b1ff-4aef6992a5b8" providerId="ADAL" clId="{660A0FE8-6A1B-4794-B80D-FD81F17D597C}" dt="2022-06-28T23:29:21.939" v="3598" actId="20577"/>
          <ac:spMkLst>
            <pc:docMk/>
            <pc:sldMk cId="1156776398" sldId="285"/>
            <ac:spMk id="3" creationId="{1A6FB0D5-866C-AF7E-1008-D048EF1DCCC8}"/>
          </ac:spMkLst>
        </pc:spChg>
      </pc:sldChg>
      <pc:sldChg chg="add">
        <pc:chgData name="Ahmad Asgharian Rezaei" userId="be00758d-fdcf-4ae4-b1ff-4aef6992a5b8" providerId="ADAL" clId="{660A0FE8-6A1B-4794-B80D-FD81F17D597C}" dt="2022-06-28T23:30:44.539" v="3599"/>
        <pc:sldMkLst>
          <pc:docMk/>
          <pc:sldMk cId="1132505624" sldId="286"/>
        </pc:sldMkLst>
      </pc:sldChg>
      <pc:sldChg chg="add">
        <pc:chgData name="Ahmad Asgharian Rezaei" userId="be00758d-fdcf-4ae4-b1ff-4aef6992a5b8" providerId="ADAL" clId="{660A0FE8-6A1B-4794-B80D-FD81F17D597C}" dt="2022-06-28T23:30:44.539" v="3599"/>
        <pc:sldMkLst>
          <pc:docMk/>
          <pc:sldMk cId="2263614421" sldId="287"/>
        </pc:sldMkLst>
      </pc:sldChg>
      <pc:sldChg chg="add">
        <pc:chgData name="Ahmad Asgharian Rezaei" userId="be00758d-fdcf-4ae4-b1ff-4aef6992a5b8" providerId="ADAL" clId="{660A0FE8-6A1B-4794-B80D-FD81F17D597C}" dt="2022-06-28T23:30:44.539" v="3599"/>
        <pc:sldMkLst>
          <pc:docMk/>
          <pc:sldMk cId="1303963596" sldId="288"/>
        </pc:sldMkLst>
      </pc:sldChg>
      <pc:sldChg chg="add">
        <pc:chgData name="Ahmad Asgharian Rezaei" userId="be00758d-fdcf-4ae4-b1ff-4aef6992a5b8" providerId="ADAL" clId="{660A0FE8-6A1B-4794-B80D-FD81F17D597C}" dt="2022-06-28T23:30:44.539" v="3599"/>
        <pc:sldMkLst>
          <pc:docMk/>
          <pc:sldMk cId="652451339" sldId="289"/>
        </pc:sldMkLst>
      </pc:sldChg>
      <pc:sldChg chg="add">
        <pc:chgData name="Ahmad Asgharian Rezaei" userId="be00758d-fdcf-4ae4-b1ff-4aef6992a5b8" providerId="ADAL" clId="{660A0FE8-6A1B-4794-B80D-FD81F17D597C}" dt="2022-06-28T23:30:44.539" v="3599"/>
        <pc:sldMkLst>
          <pc:docMk/>
          <pc:sldMk cId="2875783701" sldId="290"/>
        </pc:sldMkLst>
      </pc:sldChg>
      <pc:sldChg chg="add">
        <pc:chgData name="Ahmad Asgharian Rezaei" userId="be00758d-fdcf-4ae4-b1ff-4aef6992a5b8" providerId="ADAL" clId="{660A0FE8-6A1B-4794-B80D-FD81F17D597C}" dt="2022-06-28T23:30:44.539" v="3599"/>
        <pc:sldMkLst>
          <pc:docMk/>
          <pc:sldMk cId="4094440190" sldId="291"/>
        </pc:sldMkLst>
      </pc:sldChg>
      <pc:sldChg chg="add">
        <pc:chgData name="Ahmad Asgharian Rezaei" userId="be00758d-fdcf-4ae4-b1ff-4aef6992a5b8" providerId="ADAL" clId="{660A0FE8-6A1B-4794-B80D-FD81F17D597C}" dt="2022-06-28T23:30:44.539" v="3599"/>
        <pc:sldMkLst>
          <pc:docMk/>
          <pc:sldMk cId="1703336564" sldId="292"/>
        </pc:sldMkLst>
      </pc:sldChg>
      <pc:sldChg chg="add">
        <pc:chgData name="Ahmad Asgharian Rezaei" userId="be00758d-fdcf-4ae4-b1ff-4aef6992a5b8" providerId="ADAL" clId="{660A0FE8-6A1B-4794-B80D-FD81F17D597C}" dt="2022-06-28T23:30:44.539" v="3599"/>
        <pc:sldMkLst>
          <pc:docMk/>
          <pc:sldMk cId="1125531793" sldId="293"/>
        </pc:sldMkLst>
      </pc:sldChg>
      <pc:sldChg chg="add">
        <pc:chgData name="Ahmad Asgharian Rezaei" userId="be00758d-fdcf-4ae4-b1ff-4aef6992a5b8" providerId="ADAL" clId="{660A0FE8-6A1B-4794-B80D-FD81F17D597C}" dt="2022-06-28T23:30:44.539" v="3599"/>
        <pc:sldMkLst>
          <pc:docMk/>
          <pc:sldMk cId="3228087697" sldId="294"/>
        </pc:sldMkLst>
      </pc:sldChg>
      <pc:sldChg chg="add">
        <pc:chgData name="Ahmad Asgharian Rezaei" userId="be00758d-fdcf-4ae4-b1ff-4aef6992a5b8" providerId="ADAL" clId="{660A0FE8-6A1B-4794-B80D-FD81F17D597C}" dt="2022-06-28T23:30:44.539" v="3599"/>
        <pc:sldMkLst>
          <pc:docMk/>
          <pc:sldMk cId="2896022161" sldId="295"/>
        </pc:sldMkLst>
      </pc:sldChg>
      <pc:sldChg chg="modSp add mod">
        <pc:chgData name="Ahmad Asgharian Rezaei" userId="be00758d-fdcf-4ae4-b1ff-4aef6992a5b8" providerId="ADAL" clId="{660A0FE8-6A1B-4794-B80D-FD81F17D597C}" dt="2022-06-29T08:45:40.363" v="4166" actId="5793"/>
        <pc:sldMkLst>
          <pc:docMk/>
          <pc:sldMk cId="3137745502" sldId="296"/>
        </pc:sldMkLst>
        <pc:spChg chg="mod">
          <ac:chgData name="Ahmad Asgharian Rezaei" userId="be00758d-fdcf-4ae4-b1ff-4aef6992a5b8" providerId="ADAL" clId="{660A0FE8-6A1B-4794-B80D-FD81F17D597C}" dt="2022-06-29T08:45:40.363" v="4166" actId="5793"/>
          <ac:spMkLst>
            <pc:docMk/>
            <pc:sldMk cId="3137745502" sldId="296"/>
            <ac:spMk id="3" creationId="{77FFC272-4AC4-4507-8CD8-040394682684}"/>
          </ac:spMkLst>
        </pc:spChg>
      </pc:sldChg>
      <pc:sldChg chg="add">
        <pc:chgData name="Ahmad Asgharian Rezaei" userId="be00758d-fdcf-4ae4-b1ff-4aef6992a5b8" providerId="ADAL" clId="{660A0FE8-6A1B-4794-B80D-FD81F17D597C}" dt="2022-06-28T23:30:44.539" v="3599"/>
        <pc:sldMkLst>
          <pc:docMk/>
          <pc:sldMk cId="18879582" sldId="297"/>
        </pc:sldMkLst>
      </pc:sldChg>
      <pc:sldChg chg="add">
        <pc:chgData name="Ahmad Asgharian Rezaei" userId="be00758d-fdcf-4ae4-b1ff-4aef6992a5b8" providerId="ADAL" clId="{660A0FE8-6A1B-4794-B80D-FD81F17D597C}" dt="2022-06-28T23:30:44.539" v="3599"/>
        <pc:sldMkLst>
          <pc:docMk/>
          <pc:sldMk cId="2016672661" sldId="298"/>
        </pc:sldMkLst>
      </pc:sldChg>
      <pc:sldChg chg="add">
        <pc:chgData name="Ahmad Asgharian Rezaei" userId="be00758d-fdcf-4ae4-b1ff-4aef6992a5b8" providerId="ADAL" clId="{660A0FE8-6A1B-4794-B80D-FD81F17D597C}" dt="2022-06-28T23:30:44.539" v="3599"/>
        <pc:sldMkLst>
          <pc:docMk/>
          <pc:sldMk cId="853337556" sldId="299"/>
        </pc:sldMkLst>
      </pc:sldChg>
      <pc:sldChg chg="modSp add mod">
        <pc:chgData name="Ahmad Asgharian Rezaei" userId="be00758d-fdcf-4ae4-b1ff-4aef6992a5b8" providerId="ADAL" clId="{660A0FE8-6A1B-4794-B80D-FD81F17D597C}" dt="2022-06-28T23:34:16.067" v="3746" actId="20577"/>
        <pc:sldMkLst>
          <pc:docMk/>
          <pc:sldMk cId="3800700833" sldId="300"/>
        </pc:sldMkLst>
        <pc:spChg chg="mod">
          <ac:chgData name="Ahmad Asgharian Rezaei" userId="be00758d-fdcf-4ae4-b1ff-4aef6992a5b8" providerId="ADAL" clId="{660A0FE8-6A1B-4794-B80D-FD81F17D597C}" dt="2022-06-28T23:33:18.746" v="3638" actId="20577"/>
          <ac:spMkLst>
            <pc:docMk/>
            <pc:sldMk cId="3800700833" sldId="300"/>
            <ac:spMk id="2" creationId="{E0E12459-70B0-7639-7B42-FB91B28DE438}"/>
          </ac:spMkLst>
        </pc:spChg>
        <pc:spChg chg="mod">
          <ac:chgData name="Ahmad Asgharian Rezaei" userId="be00758d-fdcf-4ae4-b1ff-4aef6992a5b8" providerId="ADAL" clId="{660A0FE8-6A1B-4794-B80D-FD81F17D597C}" dt="2022-06-28T23:34:16.067" v="3746" actId="20577"/>
          <ac:spMkLst>
            <pc:docMk/>
            <pc:sldMk cId="3800700833" sldId="300"/>
            <ac:spMk id="3" creationId="{420C07DB-DC11-954F-B001-28D884C46A7E}"/>
          </ac:spMkLst>
        </pc:spChg>
      </pc:sldChg>
      <pc:sldChg chg="add">
        <pc:chgData name="Ahmad Asgharian Rezaei" userId="be00758d-fdcf-4ae4-b1ff-4aef6992a5b8" providerId="ADAL" clId="{660A0FE8-6A1B-4794-B80D-FD81F17D597C}" dt="2022-06-28T23:34:26.554" v="3747"/>
        <pc:sldMkLst>
          <pc:docMk/>
          <pc:sldMk cId="3328491903" sldId="301"/>
        </pc:sldMkLst>
      </pc:sldChg>
      <pc:sldChg chg="modSp new mod">
        <pc:chgData name="Ahmad Asgharian Rezaei" userId="be00758d-fdcf-4ae4-b1ff-4aef6992a5b8" providerId="ADAL" clId="{660A0FE8-6A1B-4794-B80D-FD81F17D597C}" dt="2022-06-28T23:39:54.443" v="3829"/>
        <pc:sldMkLst>
          <pc:docMk/>
          <pc:sldMk cId="1569589598" sldId="302"/>
        </pc:sldMkLst>
        <pc:spChg chg="mod">
          <ac:chgData name="Ahmad Asgharian Rezaei" userId="be00758d-fdcf-4ae4-b1ff-4aef6992a5b8" providerId="ADAL" clId="{660A0FE8-6A1B-4794-B80D-FD81F17D597C}" dt="2022-06-28T23:39:54.443" v="3829"/>
          <ac:spMkLst>
            <pc:docMk/>
            <pc:sldMk cId="1569589598" sldId="302"/>
            <ac:spMk id="2" creationId="{3FB977FE-B0CC-632B-B860-1CA55F6B4E4A}"/>
          </ac:spMkLst>
        </pc:spChg>
        <pc:spChg chg="mod">
          <ac:chgData name="Ahmad Asgharian Rezaei" userId="be00758d-fdcf-4ae4-b1ff-4aef6992a5b8" providerId="ADAL" clId="{660A0FE8-6A1B-4794-B80D-FD81F17D597C}" dt="2022-06-28T23:39:40.057" v="3822" actId="207"/>
          <ac:spMkLst>
            <pc:docMk/>
            <pc:sldMk cId="1569589598" sldId="302"/>
            <ac:spMk id="3" creationId="{0E72257B-3C7A-C2A0-42C2-81199E49D12A}"/>
          </ac:spMkLst>
        </pc:spChg>
      </pc:sldChg>
      <pc:sldChg chg="modSp add mod">
        <pc:chgData name="Ahmad Asgharian Rezaei" userId="be00758d-fdcf-4ae4-b1ff-4aef6992a5b8" providerId="ADAL" clId="{660A0FE8-6A1B-4794-B80D-FD81F17D597C}" dt="2022-06-29T07:21:18.360" v="4163" actId="20577"/>
        <pc:sldMkLst>
          <pc:docMk/>
          <pc:sldMk cId="2332458" sldId="303"/>
        </pc:sldMkLst>
        <pc:spChg chg="mod">
          <ac:chgData name="Ahmad Asgharian Rezaei" userId="be00758d-fdcf-4ae4-b1ff-4aef6992a5b8" providerId="ADAL" clId="{660A0FE8-6A1B-4794-B80D-FD81F17D597C}" dt="2022-06-28T23:39:59.761" v="3832" actId="20577"/>
          <ac:spMkLst>
            <pc:docMk/>
            <pc:sldMk cId="2332458" sldId="303"/>
            <ac:spMk id="2" creationId="{3FB977FE-B0CC-632B-B860-1CA55F6B4E4A}"/>
          </ac:spMkLst>
        </pc:spChg>
        <pc:spChg chg="mod">
          <ac:chgData name="Ahmad Asgharian Rezaei" userId="be00758d-fdcf-4ae4-b1ff-4aef6992a5b8" providerId="ADAL" clId="{660A0FE8-6A1B-4794-B80D-FD81F17D597C}" dt="2022-06-29T07:21:18.360" v="4163" actId="20577"/>
          <ac:spMkLst>
            <pc:docMk/>
            <pc:sldMk cId="2332458" sldId="303"/>
            <ac:spMk id="3" creationId="{0E72257B-3C7A-C2A0-42C2-81199E49D12A}"/>
          </ac:spMkLst>
        </pc:spChg>
      </pc:sldChg>
      <pc:sldChg chg="modSp add mod ord">
        <pc:chgData name="Ahmad Asgharian Rezaei" userId="be00758d-fdcf-4ae4-b1ff-4aef6992a5b8" providerId="ADAL" clId="{660A0FE8-6A1B-4794-B80D-FD81F17D597C}" dt="2022-06-28T23:54:10.884" v="4140"/>
        <pc:sldMkLst>
          <pc:docMk/>
          <pc:sldMk cId="4083813047" sldId="304"/>
        </pc:sldMkLst>
        <pc:spChg chg="mod">
          <ac:chgData name="Ahmad Asgharian Rezaei" userId="be00758d-fdcf-4ae4-b1ff-4aef6992a5b8" providerId="ADAL" clId="{660A0FE8-6A1B-4794-B80D-FD81F17D597C}" dt="2022-06-28T23:47:24.623" v="4067" actId="20577"/>
          <ac:spMkLst>
            <pc:docMk/>
            <pc:sldMk cId="4083813047" sldId="304"/>
            <ac:spMk id="3" creationId="{0E72257B-3C7A-C2A0-42C2-81199E49D12A}"/>
          </ac:spMkLst>
        </pc:spChg>
      </pc:sldChg>
      <pc:sldChg chg="modSp add mod ord">
        <pc:chgData name="Ahmad Asgharian Rezaei" userId="be00758d-fdcf-4ae4-b1ff-4aef6992a5b8" providerId="ADAL" clId="{660A0FE8-6A1B-4794-B80D-FD81F17D597C}" dt="2022-06-28T23:54:36.415" v="4148" actId="20577"/>
        <pc:sldMkLst>
          <pc:docMk/>
          <pc:sldMk cId="4054253213" sldId="305"/>
        </pc:sldMkLst>
        <pc:spChg chg="mod">
          <ac:chgData name="Ahmad Asgharian Rezaei" userId="be00758d-fdcf-4ae4-b1ff-4aef6992a5b8" providerId="ADAL" clId="{660A0FE8-6A1B-4794-B80D-FD81F17D597C}" dt="2022-06-28T23:54:36.415" v="4148" actId="20577"/>
          <ac:spMkLst>
            <pc:docMk/>
            <pc:sldMk cId="4054253213" sldId="305"/>
            <ac:spMk id="3" creationId="{0E72257B-3C7A-C2A0-42C2-81199E49D12A}"/>
          </ac:spMkLst>
        </pc:spChg>
      </pc:sldChg>
      <pc:sldChg chg="modSp new mod">
        <pc:chgData name="Ahmad Asgharian Rezaei" userId="be00758d-fdcf-4ae4-b1ff-4aef6992a5b8" providerId="ADAL" clId="{660A0FE8-6A1B-4794-B80D-FD81F17D597C}" dt="2022-06-28T23:58:09.985" v="4160" actId="207"/>
        <pc:sldMkLst>
          <pc:docMk/>
          <pc:sldMk cId="4016268138" sldId="306"/>
        </pc:sldMkLst>
        <pc:spChg chg="mod">
          <ac:chgData name="Ahmad Asgharian Rezaei" userId="be00758d-fdcf-4ae4-b1ff-4aef6992a5b8" providerId="ADAL" clId="{660A0FE8-6A1B-4794-B80D-FD81F17D597C}" dt="2022-06-28T23:56:05.406" v="4153"/>
          <ac:spMkLst>
            <pc:docMk/>
            <pc:sldMk cId="4016268138" sldId="306"/>
            <ac:spMk id="2" creationId="{C4E6A41C-F521-8F1B-C862-B1FD1E3A032D}"/>
          </ac:spMkLst>
        </pc:spChg>
        <pc:spChg chg="mod">
          <ac:chgData name="Ahmad Asgharian Rezaei" userId="be00758d-fdcf-4ae4-b1ff-4aef6992a5b8" providerId="ADAL" clId="{660A0FE8-6A1B-4794-B80D-FD81F17D597C}" dt="2022-06-28T23:58:09.985" v="4160" actId="207"/>
          <ac:spMkLst>
            <pc:docMk/>
            <pc:sldMk cId="4016268138" sldId="306"/>
            <ac:spMk id="3" creationId="{B69AC5C7-78FF-01AF-BD56-DEAB81430C9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060497-7CB3-4AF9-A88D-F08C164CB9D7}" type="datetimeFigureOut">
              <a:rPr lang="en-AU" smtClean="0"/>
              <a:t>4/07/2023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89C44A-DD9B-401F-8495-8D54E49D413B}" type="slidenum">
              <a:rPr lang="en-AU" smtClean="0"/>
              <a:t>‹#›</a:t>
            </a:fld>
            <a:endParaRPr lang="en-AU"/>
          </a:p>
        </p:txBody>
      </p:sp>
    </p:spTree>
    <p:extLst>
      <p:ext uri="{BB962C8B-B14F-4D97-AF65-F5344CB8AC3E}">
        <p14:creationId xmlns:p14="http://schemas.microsoft.com/office/powerpoint/2010/main" val="1569883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b="0" i="0" dirty="0">
                <a:solidFill>
                  <a:srgbClr val="FF0000"/>
                </a:solidFill>
                <a:effectLst/>
                <a:latin typeface="Calibri" panose="020F0502020204030204" pitchFamily="34" charset="0"/>
              </a:rPr>
              <a:t>For Scenario A, the heuristic approach would be better due to the simplicity of the query and the size of the table. </a:t>
            </a:r>
            <a:br>
              <a:rPr lang="en-AU" dirty="0"/>
            </a:br>
            <a:endParaRPr lang="en-AU" dirty="0"/>
          </a:p>
        </p:txBody>
      </p:sp>
      <p:sp>
        <p:nvSpPr>
          <p:cNvPr id="4" name="Slide Number Placeholder 3"/>
          <p:cNvSpPr>
            <a:spLocks noGrp="1"/>
          </p:cNvSpPr>
          <p:nvPr>
            <p:ph type="sldNum" sz="quarter" idx="5"/>
          </p:nvPr>
        </p:nvSpPr>
        <p:spPr/>
        <p:txBody>
          <a:bodyPr/>
          <a:lstStyle/>
          <a:p>
            <a:fld id="{1750F078-591D-4F63-9EA6-56DF6A296E1B}" type="slidenum">
              <a:rPr lang="en-AU" smtClean="0"/>
              <a:t>32</a:t>
            </a:fld>
            <a:endParaRPr lang="en-AU"/>
          </a:p>
        </p:txBody>
      </p:sp>
    </p:spTree>
    <p:extLst>
      <p:ext uri="{BB962C8B-B14F-4D97-AF65-F5344CB8AC3E}">
        <p14:creationId xmlns:p14="http://schemas.microsoft.com/office/powerpoint/2010/main" val="1917007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b="0" i="0" dirty="0">
                <a:solidFill>
                  <a:srgbClr val="FF0000"/>
                </a:solidFill>
                <a:effectLst/>
                <a:latin typeface="Calibri" panose="020F0502020204030204" pitchFamily="34" charset="0"/>
              </a:rPr>
              <a:t>For Scenario A, the heuristic approach would be better due to the simplicity of the query and the size of the table. </a:t>
            </a:r>
            <a:br>
              <a:rPr lang="en-AU" dirty="0"/>
            </a:br>
            <a:endParaRPr lang="en-AU" dirty="0"/>
          </a:p>
        </p:txBody>
      </p:sp>
      <p:sp>
        <p:nvSpPr>
          <p:cNvPr id="4" name="Slide Number Placeholder 3"/>
          <p:cNvSpPr>
            <a:spLocks noGrp="1"/>
          </p:cNvSpPr>
          <p:nvPr>
            <p:ph type="sldNum" sz="quarter" idx="5"/>
          </p:nvPr>
        </p:nvSpPr>
        <p:spPr/>
        <p:txBody>
          <a:bodyPr/>
          <a:lstStyle/>
          <a:p>
            <a:fld id="{1750F078-591D-4F63-9EA6-56DF6A296E1B}" type="slidenum">
              <a:rPr lang="en-AU" smtClean="0"/>
              <a:t>33</a:t>
            </a:fld>
            <a:endParaRPr lang="en-AU"/>
          </a:p>
        </p:txBody>
      </p:sp>
    </p:spTree>
    <p:extLst>
      <p:ext uri="{BB962C8B-B14F-4D97-AF65-F5344CB8AC3E}">
        <p14:creationId xmlns:p14="http://schemas.microsoft.com/office/powerpoint/2010/main" val="10819353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b="0" i="0" dirty="0">
                <a:solidFill>
                  <a:srgbClr val="FF0000"/>
                </a:solidFill>
                <a:effectLst/>
                <a:latin typeface="Calibri" panose="020F0502020204030204" pitchFamily="34" charset="0"/>
              </a:rPr>
              <a:t>For Scenario B, the enumerating approach would be more suitable due to the complexity of the query even if the size of each table is smaller than the table in Scenario A.</a:t>
            </a:r>
            <a:r>
              <a:rPr lang="en-AU" dirty="0"/>
              <a:t> </a:t>
            </a:r>
            <a:br>
              <a:rPr lang="en-AU" dirty="0"/>
            </a:br>
            <a:endParaRPr lang="en-AU" dirty="0"/>
          </a:p>
        </p:txBody>
      </p:sp>
      <p:sp>
        <p:nvSpPr>
          <p:cNvPr id="4" name="Slide Number Placeholder 3"/>
          <p:cNvSpPr>
            <a:spLocks noGrp="1"/>
          </p:cNvSpPr>
          <p:nvPr>
            <p:ph type="sldNum" sz="quarter" idx="5"/>
          </p:nvPr>
        </p:nvSpPr>
        <p:spPr/>
        <p:txBody>
          <a:bodyPr/>
          <a:lstStyle/>
          <a:p>
            <a:fld id="{1750F078-591D-4F63-9EA6-56DF6A296E1B}" type="slidenum">
              <a:rPr lang="en-AU" smtClean="0"/>
              <a:t>34</a:t>
            </a:fld>
            <a:endParaRPr lang="en-AU"/>
          </a:p>
        </p:txBody>
      </p:sp>
    </p:spTree>
    <p:extLst>
      <p:ext uri="{BB962C8B-B14F-4D97-AF65-F5344CB8AC3E}">
        <p14:creationId xmlns:p14="http://schemas.microsoft.com/office/powerpoint/2010/main" val="818755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b="0" i="0" dirty="0">
                <a:solidFill>
                  <a:srgbClr val="FF0000"/>
                </a:solidFill>
                <a:effectLst/>
                <a:latin typeface="Calibri" panose="020F0502020204030204" pitchFamily="34" charset="0"/>
              </a:rPr>
              <a:t>For Scenario B, the enumerating approach would be more suitable due to the complexity of the query even if the size of each table is smaller than the table in Scenario A.</a:t>
            </a:r>
            <a:r>
              <a:rPr lang="en-AU" dirty="0"/>
              <a:t> </a:t>
            </a:r>
            <a:br>
              <a:rPr lang="en-AU" dirty="0"/>
            </a:br>
            <a:endParaRPr lang="en-AU" dirty="0"/>
          </a:p>
        </p:txBody>
      </p:sp>
      <p:sp>
        <p:nvSpPr>
          <p:cNvPr id="4" name="Slide Number Placeholder 3"/>
          <p:cNvSpPr>
            <a:spLocks noGrp="1"/>
          </p:cNvSpPr>
          <p:nvPr>
            <p:ph type="sldNum" sz="quarter" idx="5"/>
          </p:nvPr>
        </p:nvSpPr>
        <p:spPr/>
        <p:txBody>
          <a:bodyPr/>
          <a:lstStyle/>
          <a:p>
            <a:fld id="{1750F078-591D-4F63-9EA6-56DF6A296E1B}" type="slidenum">
              <a:rPr lang="en-AU" smtClean="0"/>
              <a:t>35</a:t>
            </a:fld>
            <a:endParaRPr lang="en-AU"/>
          </a:p>
        </p:txBody>
      </p:sp>
    </p:spTree>
    <p:extLst>
      <p:ext uri="{BB962C8B-B14F-4D97-AF65-F5344CB8AC3E}">
        <p14:creationId xmlns:p14="http://schemas.microsoft.com/office/powerpoint/2010/main" val="18084575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34FE6-2F89-1C28-0F49-9AD45A5957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5BE8787B-EBEE-0059-0247-66C1F3FDAB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D1DAF881-4177-C46B-9661-7E8868BFDCDD}"/>
              </a:ext>
            </a:extLst>
          </p:cNvPr>
          <p:cNvSpPr>
            <a:spLocks noGrp="1"/>
          </p:cNvSpPr>
          <p:nvPr>
            <p:ph type="dt" sz="half" idx="10"/>
          </p:nvPr>
        </p:nvSpPr>
        <p:spPr/>
        <p:txBody>
          <a:bodyPr/>
          <a:lstStyle/>
          <a:p>
            <a:fld id="{A9ACD4E0-1A1B-4439-80BF-7884625335D0}" type="datetimeFigureOut">
              <a:rPr lang="en-AU" smtClean="0"/>
              <a:t>4/07/2023</a:t>
            </a:fld>
            <a:endParaRPr lang="en-AU"/>
          </a:p>
        </p:txBody>
      </p:sp>
      <p:sp>
        <p:nvSpPr>
          <p:cNvPr id="5" name="Footer Placeholder 4">
            <a:extLst>
              <a:ext uri="{FF2B5EF4-FFF2-40B4-BE49-F238E27FC236}">
                <a16:creationId xmlns:a16="http://schemas.microsoft.com/office/drawing/2014/main" id="{91037604-A307-1D21-89CA-9D137ADD210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30C2769-3B5C-F7E0-188D-0C2D50BFB638}"/>
              </a:ext>
            </a:extLst>
          </p:cNvPr>
          <p:cNvSpPr>
            <a:spLocks noGrp="1"/>
          </p:cNvSpPr>
          <p:nvPr>
            <p:ph type="sldNum" sz="quarter" idx="12"/>
          </p:nvPr>
        </p:nvSpPr>
        <p:spPr/>
        <p:txBody>
          <a:bodyPr/>
          <a:lstStyle/>
          <a:p>
            <a:fld id="{E8B5479E-56CD-4B30-B58D-30D08E2F855F}" type="slidenum">
              <a:rPr lang="en-AU" smtClean="0"/>
              <a:t>‹#›</a:t>
            </a:fld>
            <a:endParaRPr lang="en-AU"/>
          </a:p>
        </p:txBody>
      </p:sp>
    </p:spTree>
    <p:extLst>
      <p:ext uri="{BB962C8B-B14F-4D97-AF65-F5344CB8AC3E}">
        <p14:creationId xmlns:p14="http://schemas.microsoft.com/office/powerpoint/2010/main" val="1486318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BA2B4-D143-CA4D-FAA5-619E5627AF3B}"/>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B530EFD4-9625-68DB-4961-EC43FF4B62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78C5649-45A0-0264-E330-EB3BF8600BF1}"/>
              </a:ext>
            </a:extLst>
          </p:cNvPr>
          <p:cNvSpPr>
            <a:spLocks noGrp="1"/>
          </p:cNvSpPr>
          <p:nvPr>
            <p:ph type="dt" sz="half" idx="10"/>
          </p:nvPr>
        </p:nvSpPr>
        <p:spPr/>
        <p:txBody>
          <a:bodyPr/>
          <a:lstStyle/>
          <a:p>
            <a:fld id="{A9ACD4E0-1A1B-4439-80BF-7884625335D0}" type="datetimeFigureOut">
              <a:rPr lang="en-AU" smtClean="0"/>
              <a:t>4/07/2023</a:t>
            </a:fld>
            <a:endParaRPr lang="en-AU"/>
          </a:p>
        </p:txBody>
      </p:sp>
      <p:sp>
        <p:nvSpPr>
          <p:cNvPr id="5" name="Footer Placeholder 4">
            <a:extLst>
              <a:ext uri="{FF2B5EF4-FFF2-40B4-BE49-F238E27FC236}">
                <a16:creationId xmlns:a16="http://schemas.microsoft.com/office/drawing/2014/main" id="{F16C60D9-CF16-1EC1-DA2F-BAE10278373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5013CEE-0E18-75D8-8DF5-EBFCD86E8A9D}"/>
              </a:ext>
            </a:extLst>
          </p:cNvPr>
          <p:cNvSpPr>
            <a:spLocks noGrp="1"/>
          </p:cNvSpPr>
          <p:nvPr>
            <p:ph type="sldNum" sz="quarter" idx="12"/>
          </p:nvPr>
        </p:nvSpPr>
        <p:spPr/>
        <p:txBody>
          <a:bodyPr/>
          <a:lstStyle/>
          <a:p>
            <a:fld id="{E8B5479E-56CD-4B30-B58D-30D08E2F855F}" type="slidenum">
              <a:rPr lang="en-AU" smtClean="0"/>
              <a:t>‹#›</a:t>
            </a:fld>
            <a:endParaRPr lang="en-AU"/>
          </a:p>
        </p:txBody>
      </p:sp>
    </p:spTree>
    <p:extLst>
      <p:ext uri="{BB962C8B-B14F-4D97-AF65-F5344CB8AC3E}">
        <p14:creationId xmlns:p14="http://schemas.microsoft.com/office/powerpoint/2010/main" val="3271332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37440-F8A9-982F-E91D-54CB9E6FAE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EE26163B-278E-A995-7C13-3CD5322DF3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EAA251-A89C-9D9A-3BF0-7488DBF6A1A8}"/>
              </a:ext>
            </a:extLst>
          </p:cNvPr>
          <p:cNvSpPr>
            <a:spLocks noGrp="1"/>
          </p:cNvSpPr>
          <p:nvPr>
            <p:ph type="dt" sz="half" idx="10"/>
          </p:nvPr>
        </p:nvSpPr>
        <p:spPr/>
        <p:txBody>
          <a:bodyPr/>
          <a:lstStyle/>
          <a:p>
            <a:fld id="{A9ACD4E0-1A1B-4439-80BF-7884625335D0}" type="datetimeFigureOut">
              <a:rPr lang="en-AU" smtClean="0"/>
              <a:t>4/07/2023</a:t>
            </a:fld>
            <a:endParaRPr lang="en-AU"/>
          </a:p>
        </p:txBody>
      </p:sp>
      <p:sp>
        <p:nvSpPr>
          <p:cNvPr id="5" name="Footer Placeholder 4">
            <a:extLst>
              <a:ext uri="{FF2B5EF4-FFF2-40B4-BE49-F238E27FC236}">
                <a16:creationId xmlns:a16="http://schemas.microsoft.com/office/drawing/2014/main" id="{D53439E5-8870-ABB4-7EE2-A69F30961FF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AB9E3B5-A5E1-E9CF-8C3A-2DA1626996EA}"/>
              </a:ext>
            </a:extLst>
          </p:cNvPr>
          <p:cNvSpPr>
            <a:spLocks noGrp="1"/>
          </p:cNvSpPr>
          <p:nvPr>
            <p:ph type="sldNum" sz="quarter" idx="12"/>
          </p:nvPr>
        </p:nvSpPr>
        <p:spPr/>
        <p:txBody>
          <a:bodyPr/>
          <a:lstStyle/>
          <a:p>
            <a:fld id="{E8B5479E-56CD-4B30-B58D-30D08E2F855F}" type="slidenum">
              <a:rPr lang="en-AU" smtClean="0"/>
              <a:t>‹#›</a:t>
            </a:fld>
            <a:endParaRPr lang="en-AU"/>
          </a:p>
        </p:txBody>
      </p:sp>
    </p:spTree>
    <p:extLst>
      <p:ext uri="{BB962C8B-B14F-4D97-AF65-F5344CB8AC3E}">
        <p14:creationId xmlns:p14="http://schemas.microsoft.com/office/powerpoint/2010/main" val="646625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302DF-B2B1-6397-C7DB-1B55FEBFB688}"/>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23609AEF-7EF9-1D3A-3053-1C4C887794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BFC84E39-2E90-2A96-8F44-EFD1B378BF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AB35DE71-B1ED-41E7-955B-4C693D445DC6}"/>
              </a:ext>
            </a:extLst>
          </p:cNvPr>
          <p:cNvSpPr>
            <a:spLocks noGrp="1"/>
          </p:cNvSpPr>
          <p:nvPr>
            <p:ph type="dt" sz="half" idx="10"/>
          </p:nvPr>
        </p:nvSpPr>
        <p:spPr/>
        <p:txBody>
          <a:bodyPr/>
          <a:lstStyle/>
          <a:p>
            <a:fld id="{A9ACD4E0-1A1B-4439-80BF-7884625335D0}" type="datetimeFigureOut">
              <a:rPr lang="en-AU" smtClean="0"/>
              <a:t>4/07/2023</a:t>
            </a:fld>
            <a:endParaRPr lang="en-AU"/>
          </a:p>
        </p:txBody>
      </p:sp>
      <p:sp>
        <p:nvSpPr>
          <p:cNvPr id="6" name="Footer Placeholder 5">
            <a:extLst>
              <a:ext uri="{FF2B5EF4-FFF2-40B4-BE49-F238E27FC236}">
                <a16:creationId xmlns:a16="http://schemas.microsoft.com/office/drawing/2014/main" id="{B650350E-6A76-C9FC-2567-019A82378E9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4028385-9FB3-B3B5-FAC0-60D8E9B06DE7}"/>
              </a:ext>
            </a:extLst>
          </p:cNvPr>
          <p:cNvSpPr>
            <a:spLocks noGrp="1"/>
          </p:cNvSpPr>
          <p:nvPr>
            <p:ph type="sldNum" sz="quarter" idx="12"/>
          </p:nvPr>
        </p:nvSpPr>
        <p:spPr/>
        <p:txBody>
          <a:bodyPr/>
          <a:lstStyle/>
          <a:p>
            <a:fld id="{E8B5479E-56CD-4B30-B58D-30D08E2F855F}" type="slidenum">
              <a:rPr lang="en-AU" smtClean="0"/>
              <a:t>‹#›</a:t>
            </a:fld>
            <a:endParaRPr lang="en-AU"/>
          </a:p>
        </p:txBody>
      </p:sp>
    </p:spTree>
    <p:extLst>
      <p:ext uri="{BB962C8B-B14F-4D97-AF65-F5344CB8AC3E}">
        <p14:creationId xmlns:p14="http://schemas.microsoft.com/office/powerpoint/2010/main" val="151096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0E534-8CBA-2082-2C4B-3426E9EC2F7F}"/>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A896811-80AA-424E-67F3-600550DAD6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C03249-A01C-D062-54DE-35B9CAFDCB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4743CBCB-CE9E-FF60-171C-56B2F281DE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95FAFA-9E1B-AA78-3AB8-1B38183984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B53108FC-A9F5-01E4-2BEA-3459F277F35D}"/>
              </a:ext>
            </a:extLst>
          </p:cNvPr>
          <p:cNvSpPr>
            <a:spLocks noGrp="1"/>
          </p:cNvSpPr>
          <p:nvPr>
            <p:ph type="dt" sz="half" idx="10"/>
          </p:nvPr>
        </p:nvSpPr>
        <p:spPr/>
        <p:txBody>
          <a:bodyPr/>
          <a:lstStyle/>
          <a:p>
            <a:fld id="{A9ACD4E0-1A1B-4439-80BF-7884625335D0}" type="datetimeFigureOut">
              <a:rPr lang="en-AU" smtClean="0"/>
              <a:t>4/07/2023</a:t>
            </a:fld>
            <a:endParaRPr lang="en-AU"/>
          </a:p>
        </p:txBody>
      </p:sp>
      <p:sp>
        <p:nvSpPr>
          <p:cNvPr id="8" name="Footer Placeholder 7">
            <a:extLst>
              <a:ext uri="{FF2B5EF4-FFF2-40B4-BE49-F238E27FC236}">
                <a16:creationId xmlns:a16="http://schemas.microsoft.com/office/drawing/2014/main" id="{476D9C54-80EC-4B85-A852-CA84038409AD}"/>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EE545501-7CF8-AAC8-3EDC-525251641DCD}"/>
              </a:ext>
            </a:extLst>
          </p:cNvPr>
          <p:cNvSpPr>
            <a:spLocks noGrp="1"/>
          </p:cNvSpPr>
          <p:nvPr>
            <p:ph type="sldNum" sz="quarter" idx="12"/>
          </p:nvPr>
        </p:nvSpPr>
        <p:spPr/>
        <p:txBody>
          <a:bodyPr/>
          <a:lstStyle/>
          <a:p>
            <a:fld id="{E8B5479E-56CD-4B30-B58D-30D08E2F855F}" type="slidenum">
              <a:rPr lang="en-AU" smtClean="0"/>
              <a:t>‹#›</a:t>
            </a:fld>
            <a:endParaRPr lang="en-AU"/>
          </a:p>
        </p:txBody>
      </p:sp>
    </p:spTree>
    <p:extLst>
      <p:ext uri="{BB962C8B-B14F-4D97-AF65-F5344CB8AC3E}">
        <p14:creationId xmlns:p14="http://schemas.microsoft.com/office/powerpoint/2010/main" val="3772021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4226C-0B31-91F5-E2E8-76361177F5B7}"/>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C5D27B4E-2EAC-34B2-D03C-7DEFD55D7C67}"/>
              </a:ext>
            </a:extLst>
          </p:cNvPr>
          <p:cNvSpPr>
            <a:spLocks noGrp="1"/>
          </p:cNvSpPr>
          <p:nvPr>
            <p:ph type="dt" sz="half" idx="10"/>
          </p:nvPr>
        </p:nvSpPr>
        <p:spPr/>
        <p:txBody>
          <a:bodyPr/>
          <a:lstStyle/>
          <a:p>
            <a:fld id="{A9ACD4E0-1A1B-4439-80BF-7884625335D0}" type="datetimeFigureOut">
              <a:rPr lang="en-AU" smtClean="0"/>
              <a:t>4/07/2023</a:t>
            </a:fld>
            <a:endParaRPr lang="en-AU"/>
          </a:p>
        </p:txBody>
      </p:sp>
      <p:sp>
        <p:nvSpPr>
          <p:cNvPr id="4" name="Footer Placeholder 3">
            <a:extLst>
              <a:ext uri="{FF2B5EF4-FFF2-40B4-BE49-F238E27FC236}">
                <a16:creationId xmlns:a16="http://schemas.microsoft.com/office/drawing/2014/main" id="{CFF64D04-4327-3957-2055-A79F926574AD}"/>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3B83D1E8-4E7C-FE00-FBCE-3216FD4DA718}"/>
              </a:ext>
            </a:extLst>
          </p:cNvPr>
          <p:cNvSpPr>
            <a:spLocks noGrp="1"/>
          </p:cNvSpPr>
          <p:nvPr>
            <p:ph type="sldNum" sz="quarter" idx="12"/>
          </p:nvPr>
        </p:nvSpPr>
        <p:spPr/>
        <p:txBody>
          <a:bodyPr/>
          <a:lstStyle/>
          <a:p>
            <a:fld id="{E8B5479E-56CD-4B30-B58D-30D08E2F855F}" type="slidenum">
              <a:rPr lang="en-AU" smtClean="0"/>
              <a:t>‹#›</a:t>
            </a:fld>
            <a:endParaRPr lang="en-AU"/>
          </a:p>
        </p:txBody>
      </p:sp>
    </p:spTree>
    <p:extLst>
      <p:ext uri="{BB962C8B-B14F-4D97-AF65-F5344CB8AC3E}">
        <p14:creationId xmlns:p14="http://schemas.microsoft.com/office/powerpoint/2010/main" val="2807771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C1F18D-6DFB-0AF6-1530-1EFB8E2C5667}"/>
              </a:ext>
            </a:extLst>
          </p:cNvPr>
          <p:cNvSpPr>
            <a:spLocks noGrp="1"/>
          </p:cNvSpPr>
          <p:nvPr>
            <p:ph type="dt" sz="half" idx="10"/>
          </p:nvPr>
        </p:nvSpPr>
        <p:spPr/>
        <p:txBody>
          <a:bodyPr/>
          <a:lstStyle/>
          <a:p>
            <a:fld id="{A9ACD4E0-1A1B-4439-80BF-7884625335D0}" type="datetimeFigureOut">
              <a:rPr lang="en-AU" smtClean="0"/>
              <a:t>4/07/2023</a:t>
            </a:fld>
            <a:endParaRPr lang="en-AU"/>
          </a:p>
        </p:txBody>
      </p:sp>
      <p:sp>
        <p:nvSpPr>
          <p:cNvPr id="3" name="Footer Placeholder 2">
            <a:extLst>
              <a:ext uri="{FF2B5EF4-FFF2-40B4-BE49-F238E27FC236}">
                <a16:creationId xmlns:a16="http://schemas.microsoft.com/office/drawing/2014/main" id="{F7EBD4D7-0C77-7FD9-DBDE-5ACE9D6F91B4}"/>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2F6DF60-E0FA-EFCE-F863-926826932D81}"/>
              </a:ext>
            </a:extLst>
          </p:cNvPr>
          <p:cNvSpPr>
            <a:spLocks noGrp="1"/>
          </p:cNvSpPr>
          <p:nvPr>
            <p:ph type="sldNum" sz="quarter" idx="12"/>
          </p:nvPr>
        </p:nvSpPr>
        <p:spPr/>
        <p:txBody>
          <a:bodyPr/>
          <a:lstStyle/>
          <a:p>
            <a:fld id="{E8B5479E-56CD-4B30-B58D-30D08E2F855F}" type="slidenum">
              <a:rPr lang="en-AU" smtClean="0"/>
              <a:t>‹#›</a:t>
            </a:fld>
            <a:endParaRPr lang="en-AU"/>
          </a:p>
        </p:txBody>
      </p:sp>
    </p:spTree>
    <p:extLst>
      <p:ext uri="{BB962C8B-B14F-4D97-AF65-F5344CB8AC3E}">
        <p14:creationId xmlns:p14="http://schemas.microsoft.com/office/powerpoint/2010/main" val="1504474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C1D9A-7A84-1B85-DA8C-B4138C1303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D2DC9E47-052B-69DB-264A-A0156CBDF1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E75D232F-3095-F507-605C-66B5407174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0A1D7E-7893-38B6-82D9-47CEFC7E4BB5}"/>
              </a:ext>
            </a:extLst>
          </p:cNvPr>
          <p:cNvSpPr>
            <a:spLocks noGrp="1"/>
          </p:cNvSpPr>
          <p:nvPr>
            <p:ph type="dt" sz="half" idx="10"/>
          </p:nvPr>
        </p:nvSpPr>
        <p:spPr/>
        <p:txBody>
          <a:bodyPr/>
          <a:lstStyle/>
          <a:p>
            <a:fld id="{A9ACD4E0-1A1B-4439-80BF-7884625335D0}" type="datetimeFigureOut">
              <a:rPr lang="en-AU" smtClean="0"/>
              <a:t>4/07/2023</a:t>
            </a:fld>
            <a:endParaRPr lang="en-AU"/>
          </a:p>
        </p:txBody>
      </p:sp>
      <p:sp>
        <p:nvSpPr>
          <p:cNvPr id="6" name="Footer Placeholder 5">
            <a:extLst>
              <a:ext uri="{FF2B5EF4-FFF2-40B4-BE49-F238E27FC236}">
                <a16:creationId xmlns:a16="http://schemas.microsoft.com/office/drawing/2014/main" id="{5FDCA86C-7FA9-E3F4-A373-ED89A0F6EBA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F41937A-6DE8-E971-ABE2-15E5EBD0F2D0}"/>
              </a:ext>
            </a:extLst>
          </p:cNvPr>
          <p:cNvSpPr>
            <a:spLocks noGrp="1"/>
          </p:cNvSpPr>
          <p:nvPr>
            <p:ph type="sldNum" sz="quarter" idx="12"/>
          </p:nvPr>
        </p:nvSpPr>
        <p:spPr/>
        <p:txBody>
          <a:bodyPr/>
          <a:lstStyle/>
          <a:p>
            <a:fld id="{E8B5479E-56CD-4B30-B58D-30D08E2F855F}" type="slidenum">
              <a:rPr lang="en-AU" smtClean="0"/>
              <a:t>‹#›</a:t>
            </a:fld>
            <a:endParaRPr lang="en-AU"/>
          </a:p>
        </p:txBody>
      </p:sp>
    </p:spTree>
    <p:extLst>
      <p:ext uri="{BB962C8B-B14F-4D97-AF65-F5344CB8AC3E}">
        <p14:creationId xmlns:p14="http://schemas.microsoft.com/office/powerpoint/2010/main" val="92513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9C7E3-811C-5BF5-5C03-E974E42BD2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3ACC9B18-DA90-8EF4-4C50-01CEBBD8C2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4A6B7C61-17EB-E6E7-1092-2F1B4E4ECD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50AD8D-90A8-4C94-D81F-9145DEB395CB}"/>
              </a:ext>
            </a:extLst>
          </p:cNvPr>
          <p:cNvSpPr>
            <a:spLocks noGrp="1"/>
          </p:cNvSpPr>
          <p:nvPr>
            <p:ph type="dt" sz="half" idx="10"/>
          </p:nvPr>
        </p:nvSpPr>
        <p:spPr/>
        <p:txBody>
          <a:bodyPr/>
          <a:lstStyle/>
          <a:p>
            <a:fld id="{A9ACD4E0-1A1B-4439-80BF-7884625335D0}" type="datetimeFigureOut">
              <a:rPr lang="en-AU" smtClean="0"/>
              <a:t>4/07/2023</a:t>
            </a:fld>
            <a:endParaRPr lang="en-AU"/>
          </a:p>
        </p:txBody>
      </p:sp>
      <p:sp>
        <p:nvSpPr>
          <p:cNvPr id="6" name="Footer Placeholder 5">
            <a:extLst>
              <a:ext uri="{FF2B5EF4-FFF2-40B4-BE49-F238E27FC236}">
                <a16:creationId xmlns:a16="http://schemas.microsoft.com/office/drawing/2014/main" id="{A3C30D04-752D-15FA-FEC1-A0F6F112B98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FB24C33-AE73-75C2-7BA2-D8EF3E684FE2}"/>
              </a:ext>
            </a:extLst>
          </p:cNvPr>
          <p:cNvSpPr>
            <a:spLocks noGrp="1"/>
          </p:cNvSpPr>
          <p:nvPr>
            <p:ph type="sldNum" sz="quarter" idx="12"/>
          </p:nvPr>
        </p:nvSpPr>
        <p:spPr/>
        <p:txBody>
          <a:bodyPr/>
          <a:lstStyle/>
          <a:p>
            <a:fld id="{E8B5479E-56CD-4B30-B58D-30D08E2F855F}" type="slidenum">
              <a:rPr lang="en-AU" smtClean="0"/>
              <a:t>‹#›</a:t>
            </a:fld>
            <a:endParaRPr lang="en-AU"/>
          </a:p>
        </p:txBody>
      </p:sp>
    </p:spTree>
    <p:extLst>
      <p:ext uri="{BB962C8B-B14F-4D97-AF65-F5344CB8AC3E}">
        <p14:creationId xmlns:p14="http://schemas.microsoft.com/office/powerpoint/2010/main" val="684065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CE736-6F08-056A-CEA2-F39B3D3543DE}"/>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0518AB2-D80C-97C0-6485-39EF5A993D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50906A4-FA5E-AAE3-8F19-568A551A2DCF}"/>
              </a:ext>
            </a:extLst>
          </p:cNvPr>
          <p:cNvSpPr>
            <a:spLocks noGrp="1"/>
          </p:cNvSpPr>
          <p:nvPr>
            <p:ph type="dt" sz="half" idx="10"/>
          </p:nvPr>
        </p:nvSpPr>
        <p:spPr/>
        <p:txBody>
          <a:bodyPr/>
          <a:lstStyle/>
          <a:p>
            <a:fld id="{A9ACD4E0-1A1B-4439-80BF-7884625335D0}" type="datetimeFigureOut">
              <a:rPr lang="en-AU" smtClean="0"/>
              <a:t>4/07/2023</a:t>
            </a:fld>
            <a:endParaRPr lang="en-AU"/>
          </a:p>
        </p:txBody>
      </p:sp>
      <p:sp>
        <p:nvSpPr>
          <p:cNvPr id="5" name="Footer Placeholder 4">
            <a:extLst>
              <a:ext uri="{FF2B5EF4-FFF2-40B4-BE49-F238E27FC236}">
                <a16:creationId xmlns:a16="http://schemas.microsoft.com/office/drawing/2014/main" id="{6BBD3663-AB5E-A818-B153-66D88405DCA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C628366-DBF4-B0B5-EB91-94E70049654F}"/>
              </a:ext>
            </a:extLst>
          </p:cNvPr>
          <p:cNvSpPr>
            <a:spLocks noGrp="1"/>
          </p:cNvSpPr>
          <p:nvPr>
            <p:ph type="sldNum" sz="quarter" idx="12"/>
          </p:nvPr>
        </p:nvSpPr>
        <p:spPr/>
        <p:txBody>
          <a:bodyPr/>
          <a:lstStyle/>
          <a:p>
            <a:fld id="{E8B5479E-56CD-4B30-B58D-30D08E2F855F}" type="slidenum">
              <a:rPr lang="en-AU" smtClean="0"/>
              <a:t>‹#›</a:t>
            </a:fld>
            <a:endParaRPr lang="en-AU"/>
          </a:p>
        </p:txBody>
      </p:sp>
    </p:spTree>
    <p:extLst>
      <p:ext uri="{BB962C8B-B14F-4D97-AF65-F5344CB8AC3E}">
        <p14:creationId xmlns:p14="http://schemas.microsoft.com/office/powerpoint/2010/main" val="4210071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D0C507-24B9-B50E-30FC-D501C3A0CA5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D73EFB4-C44D-E98B-FDB4-DECF8B1D0A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5A7E27F-9AC0-9F1F-91CB-7ECD9717BABC}"/>
              </a:ext>
            </a:extLst>
          </p:cNvPr>
          <p:cNvSpPr>
            <a:spLocks noGrp="1"/>
          </p:cNvSpPr>
          <p:nvPr>
            <p:ph type="dt" sz="half" idx="10"/>
          </p:nvPr>
        </p:nvSpPr>
        <p:spPr/>
        <p:txBody>
          <a:bodyPr/>
          <a:lstStyle/>
          <a:p>
            <a:fld id="{A9ACD4E0-1A1B-4439-80BF-7884625335D0}" type="datetimeFigureOut">
              <a:rPr lang="en-AU" smtClean="0"/>
              <a:t>4/07/2023</a:t>
            </a:fld>
            <a:endParaRPr lang="en-AU"/>
          </a:p>
        </p:txBody>
      </p:sp>
      <p:sp>
        <p:nvSpPr>
          <p:cNvPr id="5" name="Footer Placeholder 4">
            <a:extLst>
              <a:ext uri="{FF2B5EF4-FFF2-40B4-BE49-F238E27FC236}">
                <a16:creationId xmlns:a16="http://schemas.microsoft.com/office/drawing/2014/main" id="{A2ECA7BE-6285-E9D5-39BD-F693C59B135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BB8F997-DD11-10FF-78CA-2C5CE4F0F5C5}"/>
              </a:ext>
            </a:extLst>
          </p:cNvPr>
          <p:cNvSpPr>
            <a:spLocks noGrp="1"/>
          </p:cNvSpPr>
          <p:nvPr>
            <p:ph type="sldNum" sz="quarter" idx="12"/>
          </p:nvPr>
        </p:nvSpPr>
        <p:spPr/>
        <p:txBody>
          <a:bodyPr/>
          <a:lstStyle/>
          <a:p>
            <a:fld id="{E8B5479E-56CD-4B30-B58D-30D08E2F855F}" type="slidenum">
              <a:rPr lang="en-AU" smtClean="0"/>
              <a:t>‹#›</a:t>
            </a:fld>
            <a:endParaRPr lang="en-AU"/>
          </a:p>
        </p:txBody>
      </p:sp>
    </p:spTree>
    <p:extLst>
      <p:ext uri="{BB962C8B-B14F-4D97-AF65-F5344CB8AC3E}">
        <p14:creationId xmlns:p14="http://schemas.microsoft.com/office/powerpoint/2010/main" val="2550204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85750"/>
            <a:ext cx="11176000" cy="467916"/>
          </a:xfrm>
        </p:spPr>
        <p:txBody>
          <a:bodyPr/>
          <a:lstStyle/>
          <a:p>
            <a:r>
              <a:rPr lang="en-US"/>
              <a:t>Click to edit Master title style</a:t>
            </a:r>
            <a:endParaRPr lang="en-AU"/>
          </a:p>
        </p:txBody>
      </p:sp>
      <p:sp>
        <p:nvSpPr>
          <p:cNvPr id="3" name="Text Placeholder 2"/>
          <p:cNvSpPr>
            <a:spLocks noGrp="1"/>
          </p:cNvSpPr>
          <p:nvPr>
            <p:ph type="body" sz="half" idx="1"/>
          </p:nvPr>
        </p:nvSpPr>
        <p:spPr>
          <a:xfrm>
            <a:off x="609600" y="971550"/>
            <a:ext cx="5350933" cy="51542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231467" y="971550"/>
            <a:ext cx="5350933" cy="51542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Rectangle 4">
            <a:extLst>
              <a:ext uri="{FF2B5EF4-FFF2-40B4-BE49-F238E27FC236}">
                <a16:creationId xmlns:a16="http://schemas.microsoft.com/office/drawing/2014/main" id="{F1BF39F7-F946-489E-B71B-9E788F06F46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3C668F33-4D3A-492C-958F-6097177B83E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B61B87F4-2C1C-448D-81AD-81BD2A2543B8}"/>
              </a:ext>
            </a:extLst>
          </p:cNvPr>
          <p:cNvSpPr>
            <a:spLocks noGrp="1" noChangeArrowheads="1"/>
          </p:cNvSpPr>
          <p:nvPr>
            <p:ph type="sldNum" sz="quarter"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240392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B6E9C8-E3A0-3D97-70A4-D6A16818DD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C4BF6A7-32F5-21E6-33B4-5E5C6579C0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EEF49B7-7696-21A4-DDA5-A751A407F6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ACD4E0-1A1B-4439-80BF-7884625335D0}" type="datetimeFigureOut">
              <a:rPr lang="en-AU" smtClean="0"/>
              <a:t>4/07/2023</a:t>
            </a:fld>
            <a:endParaRPr lang="en-AU"/>
          </a:p>
        </p:txBody>
      </p:sp>
      <p:sp>
        <p:nvSpPr>
          <p:cNvPr id="5" name="Footer Placeholder 4">
            <a:extLst>
              <a:ext uri="{FF2B5EF4-FFF2-40B4-BE49-F238E27FC236}">
                <a16:creationId xmlns:a16="http://schemas.microsoft.com/office/drawing/2014/main" id="{C28BE907-46EC-44A9-7EB6-48A2799565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8E70847A-A311-0627-F089-772D361549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B5479E-56CD-4B30-B58D-30D08E2F855F}" type="slidenum">
              <a:rPr lang="en-AU" smtClean="0"/>
              <a:t>‹#›</a:t>
            </a:fld>
            <a:endParaRPr lang="en-AU"/>
          </a:p>
        </p:txBody>
      </p:sp>
    </p:spTree>
    <p:extLst>
      <p:ext uri="{BB962C8B-B14F-4D97-AF65-F5344CB8AC3E}">
        <p14:creationId xmlns:p14="http://schemas.microsoft.com/office/powerpoint/2010/main" val="39030354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B0BC8-7A87-9BA2-D632-ED97D2F68669}"/>
              </a:ext>
            </a:extLst>
          </p:cNvPr>
          <p:cNvSpPr>
            <a:spLocks noGrp="1"/>
          </p:cNvSpPr>
          <p:nvPr>
            <p:ph type="ctrTitle"/>
          </p:nvPr>
        </p:nvSpPr>
        <p:spPr/>
        <p:txBody>
          <a:bodyPr/>
          <a:lstStyle/>
          <a:p>
            <a:r>
              <a:rPr lang="en-AU" dirty="0"/>
              <a:t>Advanced Database Systems</a:t>
            </a:r>
            <a:br>
              <a:rPr lang="en-AU" dirty="0"/>
            </a:br>
            <a:r>
              <a:rPr lang="en-AU" dirty="0"/>
              <a:t>Winter Semester</a:t>
            </a:r>
          </a:p>
        </p:txBody>
      </p:sp>
      <p:sp>
        <p:nvSpPr>
          <p:cNvPr id="3" name="Subtitle 2">
            <a:extLst>
              <a:ext uri="{FF2B5EF4-FFF2-40B4-BE49-F238E27FC236}">
                <a16:creationId xmlns:a16="http://schemas.microsoft.com/office/drawing/2014/main" id="{1A6FB0D5-866C-AF7E-1008-D048EF1DCCC8}"/>
              </a:ext>
            </a:extLst>
          </p:cNvPr>
          <p:cNvSpPr>
            <a:spLocks noGrp="1"/>
          </p:cNvSpPr>
          <p:nvPr>
            <p:ph type="subTitle" idx="1"/>
          </p:nvPr>
        </p:nvSpPr>
        <p:spPr/>
        <p:txBody>
          <a:bodyPr/>
          <a:lstStyle/>
          <a:p>
            <a:r>
              <a:rPr lang="en-AU" dirty="0"/>
              <a:t>Week 2- Part One (RAID Systems, </a:t>
            </a:r>
            <a:r>
              <a:rPr lang="en-AU" dirty="0" err="1"/>
              <a:t>Failvote</a:t>
            </a:r>
            <a:r>
              <a:rPr lang="en-AU" dirty="0"/>
              <a:t>, Message Passing)</a:t>
            </a:r>
          </a:p>
          <a:p>
            <a:r>
              <a:rPr lang="en-AU" dirty="0"/>
              <a:t>Ahmad</a:t>
            </a:r>
          </a:p>
        </p:txBody>
      </p:sp>
    </p:spTree>
    <p:extLst>
      <p:ext uri="{BB962C8B-B14F-4D97-AF65-F5344CB8AC3E}">
        <p14:creationId xmlns:p14="http://schemas.microsoft.com/office/powerpoint/2010/main" val="786187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17662-9283-6DE7-DF9C-AE8D9BF532D9}"/>
              </a:ext>
            </a:extLst>
          </p:cNvPr>
          <p:cNvSpPr>
            <a:spLocks noGrp="1"/>
          </p:cNvSpPr>
          <p:nvPr>
            <p:ph type="title"/>
          </p:nvPr>
        </p:nvSpPr>
        <p:spPr/>
        <p:txBody>
          <a:bodyPr/>
          <a:lstStyle/>
          <a:p>
            <a:r>
              <a:rPr lang="en-AU" dirty="0"/>
              <a:t>Question 1</a:t>
            </a:r>
          </a:p>
        </p:txBody>
      </p:sp>
      <p:sp>
        <p:nvSpPr>
          <p:cNvPr id="3" name="Content Placeholder 2">
            <a:extLst>
              <a:ext uri="{FF2B5EF4-FFF2-40B4-BE49-F238E27FC236}">
                <a16:creationId xmlns:a16="http://schemas.microsoft.com/office/drawing/2014/main" id="{52163186-D196-7AF8-3F57-3B0466ECB4B6}"/>
              </a:ext>
            </a:extLst>
          </p:cNvPr>
          <p:cNvSpPr>
            <a:spLocks noGrp="1"/>
          </p:cNvSpPr>
          <p:nvPr>
            <p:ph idx="1"/>
          </p:nvPr>
        </p:nvSpPr>
        <p:spPr/>
        <p:txBody>
          <a:bodyPr/>
          <a:lstStyle/>
          <a:p>
            <a:r>
              <a:rPr lang="en-AU" dirty="0"/>
              <a:t>Which of the following RAID configurations that we saw in class has the lowest disk space utilization? Your answer needs to have explanations with calculations for each case. </a:t>
            </a:r>
          </a:p>
          <a:p>
            <a:r>
              <a:rPr lang="en-AU" dirty="0"/>
              <a:t>(a) RAID 0 with 2 disks </a:t>
            </a:r>
          </a:p>
          <a:p>
            <a:r>
              <a:rPr lang="en-AU" dirty="0"/>
              <a:t>(b) RAID 1 with 2 disks </a:t>
            </a:r>
          </a:p>
          <a:p>
            <a:r>
              <a:rPr lang="en-AU" dirty="0"/>
              <a:t>(c) RAID 3 with 3 disks </a:t>
            </a:r>
          </a:p>
          <a:p>
            <a:r>
              <a:rPr lang="en-AU" dirty="0"/>
              <a:t>Where does this lack of utilization of space go, i.e., where we can use such a configuration as it has some benefits gained due to the loss of space utilization? </a:t>
            </a:r>
          </a:p>
          <a:p>
            <a:endParaRPr lang="en-AU" dirty="0"/>
          </a:p>
        </p:txBody>
      </p:sp>
    </p:spTree>
    <p:extLst>
      <p:ext uri="{BB962C8B-B14F-4D97-AF65-F5344CB8AC3E}">
        <p14:creationId xmlns:p14="http://schemas.microsoft.com/office/powerpoint/2010/main" val="2005527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A59AF-0D8E-41BF-B15B-F592C714580F}"/>
              </a:ext>
            </a:extLst>
          </p:cNvPr>
          <p:cNvSpPr>
            <a:spLocks noGrp="1"/>
          </p:cNvSpPr>
          <p:nvPr>
            <p:ph type="title"/>
          </p:nvPr>
        </p:nvSpPr>
        <p:spPr/>
        <p:txBody>
          <a:bodyPr/>
          <a:lstStyle/>
          <a:p>
            <a:r>
              <a:rPr lang="en-AU" dirty="0"/>
              <a:t>A review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FC2285-F1BD-45E7-A65A-70A74DE3A159}"/>
                  </a:ext>
                </a:extLst>
              </p:cNvPr>
              <p:cNvSpPr>
                <a:spLocks noGrp="1"/>
              </p:cNvSpPr>
              <p:nvPr>
                <p:ph idx="1"/>
              </p:nvPr>
            </p:nvSpPr>
            <p:spPr/>
            <p:txBody>
              <a:bodyPr/>
              <a:lstStyle/>
              <a:p>
                <a:pPr marL="342900" indent="-342900">
                  <a:buFont typeface="+mj-lt"/>
                  <a:buAutoNum type="alphaLcParenR"/>
                </a:pPr>
                <a:r>
                  <a:rPr lang="en-AU" sz="1800" b="1" dirty="0">
                    <a:effectLst/>
                    <a:latin typeface="Calibri" panose="020F0502020204030204" pitchFamily="34" charset="0"/>
                    <a:ea typeface="DengXian" panose="02010600030101010101" pitchFamily="2" charset="-122"/>
                  </a:rPr>
                  <a:t>Mean time to failure:</a:t>
                </a:r>
              </a:p>
              <a:p>
                <a:pPr lvl="1"/>
                <a:r>
                  <a:rPr lang="en-AU" dirty="0">
                    <a:latin typeface="Calibri" panose="020F0502020204030204" pitchFamily="34" charset="0"/>
                    <a:ea typeface="DengXian" panose="02010600030101010101" pitchFamily="2" charset="-122"/>
                  </a:rPr>
                  <a:t>Definition</a:t>
                </a:r>
              </a:p>
              <a:p>
                <a:pPr lvl="2"/>
                <a:r>
                  <a:rPr lang="en-AU" sz="1800" dirty="0">
                    <a:solidFill>
                      <a:srgbClr val="FF0000"/>
                    </a:solidFill>
                    <a:effectLst/>
                    <a:latin typeface="Calibri" panose="020F0502020204030204" pitchFamily="34" charset="0"/>
                    <a:ea typeface="DengXian" panose="02010600030101010101" pitchFamily="2" charset="-122"/>
                  </a:rPr>
                  <a:t>The time elapsed before a failure occurs. </a:t>
                </a:r>
                <a:endParaRPr lang="en-AU" dirty="0">
                  <a:latin typeface="Calibri" panose="020F0502020204030204" pitchFamily="34" charset="0"/>
                  <a:ea typeface="DengXian" panose="02010600030101010101" pitchFamily="2" charset="-122"/>
                </a:endParaRPr>
              </a:p>
              <a:p>
                <a:pPr lvl="1"/>
                <a:r>
                  <a:rPr lang="en-AU" dirty="0">
                    <a:latin typeface="Calibri" panose="020F0502020204030204" pitchFamily="34" charset="0"/>
                    <a:ea typeface="DengXian" panose="02010600030101010101" pitchFamily="2" charset="-122"/>
                  </a:rPr>
                  <a:t>Show it on the Graph?</a:t>
                </a:r>
              </a:p>
              <a:p>
                <a:pPr lvl="1"/>
                <a:r>
                  <a:rPr lang="en-AU" dirty="0">
                    <a:latin typeface="Calibri" panose="020F0502020204030204" pitchFamily="34" charset="0"/>
                    <a:ea typeface="DengXian" panose="02010600030101010101" pitchFamily="2" charset="-122"/>
                  </a:rPr>
                  <a:t>If </a:t>
                </a:r>
                <a14:m>
                  <m:oMath xmlns:m="http://schemas.openxmlformats.org/officeDocument/2006/math">
                    <m:r>
                      <a:rPr lang="en-AU" b="0" i="1" smtClean="0">
                        <a:latin typeface="Cambria Math" panose="02040503050406030204" pitchFamily="18" charset="0"/>
                        <a:ea typeface="DengXian" panose="02010600030101010101" pitchFamily="2" charset="-122"/>
                      </a:rPr>
                      <m:t>𝑝</m:t>
                    </m:r>
                  </m:oMath>
                </a14:m>
                <a:r>
                  <a:rPr lang="en-AU" dirty="0">
                    <a:latin typeface="Calibri" panose="020F0502020204030204" pitchFamily="34" charset="0"/>
                    <a:ea typeface="DengXian" panose="02010600030101010101" pitchFamily="2" charset="-122"/>
                  </a:rPr>
                  <a:t> is the probability of failure, how MTTF it calculated?</a:t>
                </a:r>
              </a:p>
              <a:p>
                <a:pPr lvl="2"/>
                <a14:m>
                  <m:oMath xmlns:m="http://schemas.openxmlformats.org/officeDocument/2006/math">
                    <m:r>
                      <a:rPr lang="en-AU" b="0" i="1" smtClean="0">
                        <a:solidFill>
                          <a:srgbClr val="FF0000"/>
                        </a:solidFill>
                        <a:latin typeface="Cambria Math" panose="02040503050406030204" pitchFamily="18" charset="0"/>
                        <a:ea typeface="DengXian" panose="02010600030101010101" pitchFamily="2" charset="-122"/>
                      </a:rPr>
                      <m:t>1/</m:t>
                    </m:r>
                    <m:r>
                      <a:rPr lang="en-AU" b="0" i="1" smtClean="0">
                        <a:solidFill>
                          <a:srgbClr val="FF0000"/>
                        </a:solidFill>
                        <a:latin typeface="Cambria Math" panose="02040503050406030204" pitchFamily="18" charset="0"/>
                        <a:ea typeface="DengXian" panose="02010600030101010101" pitchFamily="2" charset="-122"/>
                      </a:rPr>
                      <m:t>𝑝</m:t>
                    </m:r>
                  </m:oMath>
                </a14:m>
                <a:endParaRPr lang="en-AU" dirty="0">
                  <a:solidFill>
                    <a:srgbClr val="FF0000"/>
                  </a:solidFill>
                  <a:latin typeface="Calibri" panose="020F0502020204030204" pitchFamily="34" charset="0"/>
                  <a:ea typeface="DengXian" panose="02010600030101010101" pitchFamily="2" charset="-122"/>
                </a:endParaRPr>
              </a:p>
            </p:txBody>
          </p:sp>
        </mc:Choice>
        <mc:Fallback xmlns="">
          <p:sp>
            <p:nvSpPr>
              <p:cNvPr id="3" name="Content Placeholder 2">
                <a:extLst>
                  <a:ext uri="{FF2B5EF4-FFF2-40B4-BE49-F238E27FC236}">
                    <a16:creationId xmlns:a16="http://schemas.microsoft.com/office/drawing/2014/main" id="{CDFC2285-F1BD-45E7-A65A-70A74DE3A159}"/>
                  </a:ext>
                </a:extLst>
              </p:cNvPr>
              <p:cNvSpPr>
                <a:spLocks noGrp="1" noRot="1" noChangeAspect="1" noMove="1" noResize="1" noEditPoints="1" noAdjustHandles="1" noChangeArrowheads="1" noChangeShapeType="1" noTextEdit="1"/>
              </p:cNvSpPr>
              <p:nvPr>
                <p:ph idx="1"/>
              </p:nvPr>
            </p:nvSpPr>
            <p:spPr>
              <a:blipFill>
                <a:blip r:embed="rId2"/>
                <a:stretch>
                  <a:fillRect l="-522" t="-1261"/>
                </a:stretch>
              </a:blipFill>
            </p:spPr>
            <p:txBody>
              <a:bodyPr/>
              <a:lstStyle/>
              <a:p>
                <a:r>
                  <a:rPr lang="en-AU">
                    <a:noFill/>
                  </a:rPr>
                  <a:t> </a:t>
                </a:r>
              </a:p>
            </p:txBody>
          </p:sp>
        </mc:Fallback>
      </mc:AlternateContent>
      <p:pic>
        <p:nvPicPr>
          <p:cNvPr id="4" name="Picture 3">
            <a:extLst>
              <a:ext uri="{FF2B5EF4-FFF2-40B4-BE49-F238E27FC236}">
                <a16:creationId xmlns:a16="http://schemas.microsoft.com/office/drawing/2014/main" id="{971A64D0-528B-4CE8-B93B-AF37621B1757}"/>
              </a:ext>
            </a:extLst>
          </p:cNvPr>
          <p:cNvPicPr>
            <a:picLocks noChangeAspect="1"/>
          </p:cNvPicPr>
          <p:nvPr/>
        </p:nvPicPr>
        <p:blipFill>
          <a:blip r:embed="rId3"/>
          <a:stretch>
            <a:fillRect/>
          </a:stretch>
        </p:blipFill>
        <p:spPr>
          <a:xfrm>
            <a:off x="4759952" y="4378399"/>
            <a:ext cx="7286625" cy="2247900"/>
          </a:xfrm>
          <a:prstGeom prst="rect">
            <a:avLst/>
          </a:prstGeom>
        </p:spPr>
      </p:pic>
      <p:cxnSp>
        <p:nvCxnSpPr>
          <p:cNvPr id="6" name="Straight Connector 5">
            <a:extLst>
              <a:ext uri="{FF2B5EF4-FFF2-40B4-BE49-F238E27FC236}">
                <a16:creationId xmlns:a16="http://schemas.microsoft.com/office/drawing/2014/main" id="{8B909498-6019-4C7E-BBAB-B256CF3BCFED}"/>
              </a:ext>
            </a:extLst>
          </p:cNvPr>
          <p:cNvCxnSpPr/>
          <p:nvPr/>
        </p:nvCxnSpPr>
        <p:spPr>
          <a:xfrm>
            <a:off x="5657419" y="5041407"/>
            <a:ext cx="875304" cy="0"/>
          </a:xfrm>
          <a:prstGeom prst="line">
            <a:avLst/>
          </a:prstGeom>
          <a:ln w="76200">
            <a:solidFill>
              <a:srgbClr val="C00000"/>
            </a:solidFill>
          </a:ln>
        </p:spPr>
        <p:style>
          <a:lnRef idx="3">
            <a:schemeClr val="accent2"/>
          </a:lnRef>
          <a:fillRef idx="0">
            <a:schemeClr val="accent2"/>
          </a:fillRef>
          <a:effectRef idx="2">
            <a:schemeClr val="accent2"/>
          </a:effectRef>
          <a:fontRef idx="minor">
            <a:schemeClr val="tx1"/>
          </a:fontRef>
        </p:style>
      </p:cxnSp>
      <p:sp>
        <p:nvSpPr>
          <p:cNvPr id="7" name="TextBox 6">
            <a:extLst>
              <a:ext uri="{FF2B5EF4-FFF2-40B4-BE49-F238E27FC236}">
                <a16:creationId xmlns:a16="http://schemas.microsoft.com/office/drawing/2014/main" id="{BAF40EBF-70AE-4C5C-ADCE-B2097BB5779A}"/>
              </a:ext>
            </a:extLst>
          </p:cNvPr>
          <p:cNvSpPr txBox="1"/>
          <p:nvPr/>
        </p:nvSpPr>
        <p:spPr>
          <a:xfrm>
            <a:off x="5737473" y="4592071"/>
            <a:ext cx="715196" cy="369332"/>
          </a:xfrm>
          <a:prstGeom prst="rect">
            <a:avLst/>
          </a:prstGeom>
          <a:noFill/>
        </p:spPr>
        <p:txBody>
          <a:bodyPr wrap="none" rtlCol="0">
            <a:spAutoFit/>
          </a:bodyPr>
          <a:lstStyle/>
          <a:p>
            <a:r>
              <a:rPr lang="en-AU" dirty="0">
                <a:solidFill>
                  <a:srgbClr val="FF0000"/>
                </a:solidFill>
              </a:rPr>
              <a:t>MTTF</a:t>
            </a:r>
          </a:p>
        </p:txBody>
      </p:sp>
    </p:spTree>
    <p:extLst>
      <p:ext uri="{BB962C8B-B14F-4D97-AF65-F5344CB8AC3E}">
        <p14:creationId xmlns:p14="http://schemas.microsoft.com/office/powerpoint/2010/main" val="791334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E61D6-936A-4E00-A057-91C73CBAF94F}"/>
              </a:ext>
            </a:extLst>
          </p:cNvPr>
          <p:cNvSpPr>
            <a:spLocks noGrp="1"/>
          </p:cNvSpPr>
          <p:nvPr>
            <p:ph type="title"/>
          </p:nvPr>
        </p:nvSpPr>
        <p:spPr/>
        <p:txBody>
          <a:bodyPr/>
          <a:lstStyle/>
          <a:p>
            <a:r>
              <a:rPr lang="en-AU" dirty="0"/>
              <a:t>(Review) Baseline: One Disk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EF1247E-C8E7-4BAC-82F9-6B40C562DB8A}"/>
                  </a:ext>
                </a:extLst>
              </p:cNvPr>
              <p:cNvSpPr>
                <a:spLocks noGrp="1"/>
              </p:cNvSpPr>
              <p:nvPr>
                <p:ph idx="1"/>
              </p:nvPr>
            </p:nvSpPr>
            <p:spPr/>
            <p:txBody>
              <a:bodyPr/>
              <a:lstStyle/>
              <a:p>
                <a:r>
                  <a:rPr lang="en-AU" dirty="0"/>
                  <a:t>MTTF: </a:t>
                </a:r>
                <a14:m>
                  <m:oMath xmlns:m="http://schemas.openxmlformats.org/officeDocument/2006/math">
                    <m:r>
                      <a:rPr lang="en-AU" b="0" i="1" smtClean="0">
                        <a:latin typeface="Cambria Math" panose="02040503050406030204" pitchFamily="18" charset="0"/>
                      </a:rPr>
                      <m:t>1/</m:t>
                    </m:r>
                    <m:r>
                      <a:rPr lang="en-AU" b="0" i="1" smtClean="0">
                        <a:latin typeface="Cambria Math" panose="02040503050406030204" pitchFamily="18" charset="0"/>
                      </a:rPr>
                      <m:t>𝑝</m:t>
                    </m:r>
                  </m:oMath>
                </a14:m>
                <a:endParaRPr lang="en-AU" dirty="0"/>
              </a:p>
              <a:p>
                <a:pPr lvl="1"/>
                <a14:m>
                  <m:oMath xmlns:m="http://schemas.openxmlformats.org/officeDocument/2006/math">
                    <m:r>
                      <a:rPr lang="en-AU" b="0" i="1" smtClean="0">
                        <a:latin typeface="Cambria Math" panose="02040503050406030204" pitchFamily="18" charset="0"/>
                      </a:rPr>
                      <m:t>𝑝</m:t>
                    </m:r>
                  </m:oMath>
                </a14:m>
                <a:r>
                  <a:rPr lang="en-AU" dirty="0"/>
                  <a:t>: probability of failure of disk</a:t>
                </a:r>
              </a:p>
              <a:p>
                <a:pPr lvl="1"/>
                <a14:m>
                  <m:oMath xmlns:m="http://schemas.openxmlformats.org/officeDocument/2006/math">
                    <m:r>
                      <a:rPr lang="en-AU" b="0" i="1" smtClean="0">
                        <a:latin typeface="Cambria Math" panose="02040503050406030204" pitchFamily="18" charset="0"/>
                      </a:rPr>
                      <m:t>𝑀𝑇𝑇𝐹</m:t>
                    </m:r>
                    <m:d>
                      <m:dPr>
                        <m:ctrlPr>
                          <a:rPr lang="en-AU" b="0" i="1" smtClean="0">
                            <a:latin typeface="Cambria Math" panose="02040503050406030204" pitchFamily="18" charset="0"/>
                          </a:rPr>
                        </m:ctrlPr>
                      </m:dPr>
                      <m:e>
                        <m:r>
                          <a:rPr lang="en-AU" b="0" i="1" smtClean="0">
                            <a:latin typeface="Cambria Math" panose="02040503050406030204" pitchFamily="18" charset="0"/>
                          </a:rPr>
                          <m:t>𝑑𝑖𝑠𝑘</m:t>
                        </m:r>
                      </m:e>
                    </m:d>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𝑝</m:t>
                        </m:r>
                      </m:den>
                    </m:f>
                  </m:oMath>
                </a14:m>
                <a:endParaRPr lang="en-AU" dirty="0"/>
              </a:p>
            </p:txBody>
          </p:sp>
        </mc:Choice>
        <mc:Fallback xmlns="">
          <p:sp>
            <p:nvSpPr>
              <p:cNvPr id="3" name="Content Placeholder 2">
                <a:extLst>
                  <a:ext uri="{FF2B5EF4-FFF2-40B4-BE49-F238E27FC236}">
                    <a16:creationId xmlns:a16="http://schemas.microsoft.com/office/drawing/2014/main" id="{9EF1247E-C8E7-4BAC-82F9-6B40C562DB8A}"/>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AU">
                    <a:noFill/>
                  </a:rPr>
                  <a:t> </a:t>
                </a:r>
              </a:p>
            </p:txBody>
          </p:sp>
        </mc:Fallback>
      </mc:AlternateContent>
      <p:pic>
        <p:nvPicPr>
          <p:cNvPr id="5" name="Picture 4">
            <a:extLst>
              <a:ext uri="{FF2B5EF4-FFF2-40B4-BE49-F238E27FC236}">
                <a16:creationId xmlns:a16="http://schemas.microsoft.com/office/drawing/2014/main" id="{BE8318FA-6AC1-4550-9760-5EF004CA6C9E}"/>
              </a:ext>
            </a:extLst>
          </p:cNvPr>
          <p:cNvPicPr>
            <a:picLocks noChangeAspect="1"/>
          </p:cNvPicPr>
          <p:nvPr/>
        </p:nvPicPr>
        <p:blipFill>
          <a:blip r:embed="rId3"/>
          <a:stretch>
            <a:fillRect/>
          </a:stretch>
        </p:blipFill>
        <p:spPr>
          <a:xfrm>
            <a:off x="9472379" y="2393679"/>
            <a:ext cx="1343025" cy="2828925"/>
          </a:xfrm>
          <a:prstGeom prst="rect">
            <a:avLst/>
          </a:prstGeom>
        </p:spPr>
      </p:pic>
    </p:spTree>
    <p:extLst>
      <p:ext uri="{BB962C8B-B14F-4D97-AF65-F5344CB8AC3E}">
        <p14:creationId xmlns:p14="http://schemas.microsoft.com/office/powerpoint/2010/main" val="720212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A426C-8DC7-48D8-8D33-3114F0170EE3}"/>
              </a:ext>
            </a:extLst>
          </p:cNvPr>
          <p:cNvSpPr>
            <a:spLocks noGrp="1"/>
          </p:cNvSpPr>
          <p:nvPr>
            <p:ph type="title"/>
          </p:nvPr>
        </p:nvSpPr>
        <p:spPr/>
        <p:txBody>
          <a:bodyPr/>
          <a:lstStyle/>
          <a:p>
            <a:r>
              <a:rPr lang="en-AU" dirty="0"/>
              <a:t>(Review) Raid 0: Separated Storage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9C1495-49A1-415F-957D-5DF21942A1F3}"/>
                  </a:ext>
                </a:extLst>
              </p:cNvPr>
              <p:cNvSpPr>
                <a:spLocks noGrp="1"/>
              </p:cNvSpPr>
              <p:nvPr>
                <p:ph idx="1"/>
              </p:nvPr>
            </p:nvSpPr>
            <p:spPr>
              <a:xfrm>
                <a:off x="845457" y="1825625"/>
                <a:ext cx="10515600" cy="4351338"/>
              </a:xfrm>
            </p:spPr>
            <p:txBody>
              <a:bodyPr/>
              <a:lstStyle/>
              <a:p>
                <a:r>
                  <a:rPr lang="en-AU" dirty="0"/>
                  <a:t>Advantages:</a:t>
                </a:r>
              </a:p>
              <a:p>
                <a:pPr lvl="1"/>
                <a:r>
                  <a:rPr lang="en-AU" dirty="0"/>
                  <a:t>Double throughput Compared to One Disk</a:t>
                </a:r>
              </a:p>
              <a:p>
                <a:r>
                  <a:rPr lang="en-AU" dirty="0"/>
                  <a:t>Disadvantage:</a:t>
                </a:r>
              </a:p>
              <a:p>
                <a:pPr lvl="1"/>
                <a:r>
                  <a:rPr lang="en-AU" dirty="0"/>
                  <a:t>Shorter MTTF</a:t>
                </a:r>
              </a:p>
              <a:p>
                <a:pPr lvl="1"/>
                <a:r>
                  <a:rPr lang="en-AU" dirty="0"/>
                  <a:t>Fails if one of the disks fail</a:t>
                </a:r>
              </a:p>
              <a:p>
                <a:pPr marL="457200" lvl="1" indent="0">
                  <a:buNone/>
                </a:pPr>
                <a:endParaRPr lang="en-AU" dirty="0"/>
              </a:p>
              <a:p>
                <a:pPr marL="457200" lvl="1"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𝑃</m:t>
                      </m:r>
                      <m:d>
                        <m:dPr>
                          <m:ctrlPr>
                            <a:rPr lang="en-AU" b="0" i="1" smtClean="0">
                              <a:latin typeface="Cambria Math" panose="02040503050406030204" pitchFamily="18" charset="0"/>
                            </a:rPr>
                          </m:ctrlPr>
                        </m:dPr>
                        <m:e>
                          <m:r>
                            <a:rPr lang="en-AU" b="0" i="1" smtClean="0">
                              <a:latin typeface="Cambria Math" panose="02040503050406030204" pitchFamily="18" charset="0"/>
                            </a:rPr>
                            <m:t>𝑓𝑎𝑖𝑙𝑢𝑟𝑒</m:t>
                          </m:r>
                        </m:e>
                      </m:d>
                      <m:r>
                        <a:rPr lang="en-AU" b="0" i="1" smtClean="0">
                          <a:latin typeface="Cambria Math" panose="02040503050406030204" pitchFamily="18" charset="0"/>
                        </a:rPr>
                        <m:t>=</m:t>
                      </m:r>
                      <m:r>
                        <a:rPr lang="en-AU" b="0" i="1" smtClean="0">
                          <a:latin typeface="Cambria Math" panose="02040503050406030204" pitchFamily="18" charset="0"/>
                        </a:rPr>
                        <m:t>𝑃</m:t>
                      </m:r>
                      <m:d>
                        <m:dPr>
                          <m:ctrlPr>
                            <a:rPr lang="en-AU" b="0" i="1" smtClean="0">
                              <a:latin typeface="Cambria Math" panose="02040503050406030204" pitchFamily="18" charset="0"/>
                            </a:rPr>
                          </m:ctrlPr>
                        </m:dPr>
                        <m:e>
                          <m:r>
                            <a:rPr lang="en-AU" b="0" i="1" smtClean="0">
                              <a:latin typeface="Cambria Math" panose="02040503050406030204" pitchFamily="18" charset="0"/>
                            </a:rPr>
                            <m:t>𝐴</m:t>
                          </m:r>
                        </m:e>
                      </m:d>
                      <m:r>
                        <a:rPr lang="en-AU" b="0" i="1" smtClean="0">
                          <a:latin typeface="Cambria Math" panose="02040503050406030204" pitchFamily="18" charset="0"/>
                        </a:rPr>
                        <m:t>+</m:t>
                      </m:r>
                      <m:r>
                        <a:rPr lang="en-AU" b="0" i="1" smtClean="0">
                          <a:latin typeface="Cambria Math" panose="02040503050406030204" pitchFamily="18" charset="0"/>
                        </a:rPr>
                        <m:t>𝑃</m:t>
                      </m:r>
                      <m:d>
                        <m:dPr>
                          <m:ctrlPr>
                            <a:rPr lang="en-AU" b="0" i="1" smtClean="0">
                              <a:latin typeface="Cambria Math" panose="02040503050406030204" pitchFamily="18" charset="0"/>
                            </a:rPr>
                          </m:ctrlPr>
                        </m:dPr>
                        <m:e>
                          <m:r>
                            <a:rPr lang="en-AU" b="0" i="1" smtClean="0">
                              <a:latin typeface="Cambria Math" panose="02040503050406030204" pitchFamily="18" charset="0"/>
                            </a:rPr>
                            <m:t>𝐵</m:t>
                          </m:r>
                        </m:e>
                      </m:d>
                    </m:oMath>
                  </m:oMathPara>
                </a14:m>
                <a:endParaRPr lang="en-AU" b="0" dirty="0"/>
              </a:p>
              <a:p>
                <a:pPr marL="457200" lvl="1"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𝑃</m:t>
                      </m:r>
                      <m:d>
                        <m:dPr>
                          <m:ctrlPr>
                            <a:rPr lang="en-AU" b="0" i="1" smtClean="0">
                              <a:latin typeface="Cambria Math" panose="02040503050406030204" pitchFamily="18" charset="0"/>
                            </a:rPr>
                          </m:ctrlPr>
                        </m:dPr>
                        <m:e>
                          <m:r>
                            <a:rPr lang="en-AU" b="0" i="1" smtClean="0">
                              <a:latin typeface="Cambria Math" panose="02040503050406030204" pitchFamily="18" charset="0"/>
                            </a:rPr>
                            <m:t>𝑓𝑎𝑖𝑙𝑢𝑟𝑒</m:t>
                          </m:r>
                        </m:e>
                      </m:d>
                      <m:r>
                        <a:rPr lang="en-AU" b="0" i="1" smtClean="0">
                          <a:latin typeface="Cambria Math" panose="02040503050406030204" pitchFamily="18" charset="0"/>
                        </a:rPr>
                        <m:t>=2</m:t>
                      </m:r>
                      <m:r>
                        <a:rPr lang="en-AU" b="0" i="1" smtClean="0">
                          <a:latin typeface="Cambria Math" panose="02040503050406030204" pitchFamily="18" charset="0"/>
                        </a:rPr>
                        <m:t>𝑝</m:t>
                      </m:r>
                    </m:oMath>
                  </m:oMathPara>
                </a14:m>
                <a:endParaRPr lang="en-AU" dirty="0"/>
              </a:p>
              <a:p>
                <a:pPr marL="457200" lvl="1"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𝑀𝑇𝑇𝐹</m:t>
                      </m:r>
                      <m:d>
                        <m:dPr>
                          <m:ctrlPr>
                            <a:rPr lang="en-AU" b="0" i="1" smtClean="0">
                              <a:latin typeface="Cambria Math" panose="02040503050406030204" pitchFamily="18" charset="0"/>
                            </a:rPr>
                          </m:ctrlPr>
                        </m:dPr>
                        <m:e>
                          <m:r>
                            <a:rPr lang="en-AU" b="0" i="1" smtClean="0">
                              <a:latin typeface="Cambria Math" panose="02040503050406030204" pitchFamily="18" charset="0"/>
                            </a:rPr>
                            <m:t>𝑅𝑎𝑖</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𝑑</m:t>
                              </m:r>
                            </m:e>
                            <m:sub>
                              <m:r>
                                <a:rPr lang="en-AU" b="0" i="1" smtClean="0">
                                  <a:latin typeface="Cambria Math" panose="02040503050406030204" pitchFamily="18" charset="0"/>
                                </a:rPr>
                                <m:t>0</m:t>
                              </m:r>
                            </m:sub>
                          </m:sSub>
                        </m:e>
                      </m:d>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2</m:t>
                          </m:r>
                          <m:r>
                            <a:rPr lang="en-AU" b="0" i="1" smtClean="0">
                              <a:latin typeface="Cambria Math" panose="02040503050406030204" pitchFamily="18" charset="0"/>
                            </a:rPr>
                            <m:t>𝑝</m:t>
                          </m:r>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2</m:t>
                          </m:r>
                        </m:den>
                      </m:f>
                      <m:r>
                        <a:rPr lang="en-AU" b="0" i="1" smtClean="0">
                          <a:latin typeface="Cambria Math" panose="02040503050406030204" pitchFamily="18" charset="0"/>
                        </a:rPr>
                        <m:t>×</m:t>
                      </m:r>
                      <m:r>
                        <a:rPr lang="en-AU" b="0" i="1" smtClean="0">
                          <a:latin typeface="Cambria Math" panose="02040503050406030204" pitchFamily="18" charset="0"/>
                        </a:rPr>
                        <m:t>𝑀𝑇𝑇𝐹</m:t>
                      </m:r>
                      <m:r>
                        <a:rPr lang="en-AU" b="0" i="1" smtClean="0">
                          <a:latin typeface="Cambria Math" panose="02040503050406030204" pitchFamily="18" charset="0"/>
                        </a:rPr>
                        <m:t>(</m:t>
                      </m:r>
                      <m:r>
                        <a:rPr lang="en-AU" b="0" i="1" smtClean="0">
                          <a:latin typeface="Cambria Math" panose="02040503050406030204" pitchFamily="18" charset="0"/>
                        </a:rPr>
                        <m:t>𝑑𝑖𝑠𝑘</m:t>
                      </m:r>
                      <m:r>
                        <a:rPr lang="en-AU" b="0" i="1" smtClean="0">
                          <a:latin typeface="Cambria Math" panose="02040503050406030204" pitchFamily="18" charset="0"/>
                        </a:rPr>
                        <m:t>)</m:t>
                      </m:r>
                    </m:oMath>
                  </m:oMathPara>
                </a14:m>
                <a:endParaRPr lang="en-AU" dirty="0"/>
              </a:p>
              <a:p>
                <a:pPr lvl="1"/>
                <a:endParaRPr lang="en-AU" dirty="0"/>
              </a:p>
            </p:txBody>
          </p:sp>
        </mc:Choice>
        <mc:Fallback xmlns="">
          <p:sp>
            <p:nvSpPr>
              <p:cNvPr id="3" name="Content Placeholder 2">
                <a:extLst>
                  <a:ext uri="{FF2B5EF4-FFF2-40B4-BE49-F238E27FC236}">
                    <a16:creationId xmlns:a16="http://schemas.microsoft.com/office/drawing/2014/main" id="{D19C1495-49A1-415F-957D-5DF21942A1F3}"/>
                  </a:ext>
                </a:extLst>
              </p:cNvPr>
              <p:cNvSpPr>
                <a:spLocks noGrp="1" noRot="1" noChangeAspect="1" noMove="1" noResize="1" noEditPoints="1" noAdjustHandles="1" noChangeArrowheads="1" noChangeShapeType="1" noTextEdit="1"/>
              </p:cNvSpPr>
              <p:nvPr>
                <p:ph idx="1"/>
              </p:nvPr>
            </p:nvSpPr>
            <p:spPr>
              <a:xfrm>
                <a:off x="845457" y="1825625"/>
                <a:ext cx="10515600" cy="4351338"/>
              </a:xfrm>
              <a:blipFill>
                <a:blip r:embed="rId2"/>
                <a:stretch>
                  <a:fillRect l="-1043" t="-2241"/>
                </a:stretch>
              </a:blipFill>
            </p:spPr>
            <p:txBody>
              <a:bodyPr/>
              <a:lstStyle/>
              <a:p>
                <a:r>
                  <a:rPr lang="en-AU">
                    <a:noFill/>
                  </a:rPr>
                  <a:t> </a:t>
                </a:r>
              </a:p>
            </p:txBody>
          </p:sp>
        </mc:Fallback>
      </mc:AlternateContent>
      <p:pic>
        <p:nvPicPr>
          <p:cNvPr id="5" name="Picture 4">
            <a:extLst>
              <a:ext uri="{FF2B5EF4-FFF2-40B4-BE49-F238E27FC236}">
                <a16:creationId xmlns:a16="http://schemas.microsoft.com/office/drawing/2014/main" id="{1AD93234-C5A9-43E2-884A-7054D36777A3}"/>
              </a:ext>
            </a:extLst>
          </p:cNvPr>
          <p:cNvPicPr>
            <a:picLocks noChangeAspect="1"/>
          </p:cNvPicPr>
          <p:nvPr/>
        </p:nvPicPr>
        <p:blipFill>
          <a:blip r:embed="rId3"/>
          <a:stretch>
            <a:fillRect/>
          </a:stretch>
        </p:blipFill>
        <p:spPr>
          <a:xfrm>
            <a:off x="8231109" y="2185290"/>
            <a:ext cx="3000375" cy="3000375"/>
          </a:xfrm>
          <a:prstGeom prst="rect">
            <a:avLst/>
          </a:prstGeom>
        </p:spPr>
      </p:pic>
    </p:spTree>
    <p:extLst>
      <p:ext uri="{BB962C8B-B14F-4D97-AF65-F5344CB8AC3E}">
        <p14:creationId xmlns:p14="http://schemas.microsoft.com/office/powerpoint/2010/main" val="2531761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C985-72EC-47E3-91F7-A3B8F44403B3}"/>
              </a:ext>
            </a:extLst>
          </p:cNvPr>
          <p:cNvSpPr>
            <a:spLocks noGrp="1"/>
          </p:cNvSpPr>
          <p:nvPr>
            <p:ph type="title"/>
          </p:nvPr>
        </p:nvSpPr>
        <p:spPr/>
        <p:txBody>
          <a:bodyPr/>
          <a:lstStyle/>
          <a:p>
            <a:r>
              <a:rPr lang="en-AU" dirty="0"/>
              <a:t>Raid 1: Mirrored Storage</a:t>
            </a:r>
          </a:p>
        </p:txBody>
      </p:sp>
      <p:sp>
        <p:nvSpPr>
          <p:cNvPr id="3" name="Content Placeholder 2">
            <a:extLst>
              <a:ext uri="{FF2B5EF4-FFF2-40B4-BE49-F238E27FC236}">
                <a16:creationId xmlns:a16="http://schemas.microsoft.com/office/drawing/2014/main" id="{D6AD3136-EBE8-4C76-AC29-B2F0D23C426D}"/>
              </a:ext>
            </a:extLst>
          </p:cNvPr>
          <p:cNvSpPr>
            <a:spLocks noGrp="1"/>
          </p:cNvSpPr>
          <p:nvPr>
            <p:ph idx="1"/>
          </p:nvPr>
        </p:nvSpPr>
        <p:spPr/>
        <p:txBody>
          <a:bodyPr/>
          <a:lstStyle/>
          <a:p>
            <a:r>
              <a:rPr lang="en-AU" dirty="0"/>
              <a:t>Data is mirrored across the two storages</a:t>
            </a:r>
          </a:p>
          <a:p>
            <a:r>
              <a:rPr lang="en-AU" dirty="0"/>
              <a:t>Disadvantages:</a:t>
            </a:r>
          </a:p>
          <a:p>
            <a:pPr lvl="1"/>
            <a:r>
              <a:rPr lang="en-AU" dirty="0"/>
              <a:t>Double Storage</a:t>
            </a:r>
          </a:p>
          <a:p>
            <a:r>
              <a:rPr lang="en-AU" dirty="0"/>
              <a:t>Advantages: Better Fault Tolerance</a:t>
            </a:r>
          </a:p>
          <a:p>
            <a:pPr lvl="1"/>
            <a:r>
              <a:rPr lang="en-AU" dirty="0"/>
              <a:t>How much better?</a:t>
            </a:r>
          </a:p>
        </p:txBody>
      </p:sp>
      <p:pic>
        <p:nvPicPr>
          <p:cNvPr id="5" name="Picture 4">
            <a:extLst>
              <a:ext uri="{FF2B5EF4-FFF2-40B4-BE49-F238E27FC236}">
                <a16:creationId xmlns:a16="http://schemas.microsoft.com/office/drawing/2014/main" id="{8F106624-C7DD-4853-9888-91270EDD0EEC}"/>
              </a:ext>
            </a:extLst>
          </p:cNvPr>
          <p:cNvPicPr>
            <a:picLocks noChangeAspect="1"/>
          </p:cNvPicPr>
          <p:nvPr/>
        </p:nvPicPr>
        <p:blipFill>
          <a:blip r:embed="rId2"/>
          <a:stretch>
            <a:fillRect/>
          </a:stretch>
        </p:blipFill>
        <p:spPr>
          <a:xfrm>
            <a:off x="8568783" y="2944967"/>
            <a:ext cx="2971800" cy="2886075"/>
          </a:xfrm>
          <a:prstGeom prst="rect">
            <a:avLst/>
          </a:prstGeom>
        </p:spPr>
      </p:pic>
    </p:spTree>
    <p:extLst>
      <p:ext uri="{BB962C8B-B14F-4D97-AF65-F5344CB8AC3E}">
        <p14:creationId xmlns:p14="http://schemas.microsoft.com/office/powerpoint/2010/main" val="3140091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C985-72EC-47E3-91F7-A3B8F44403B3}"/>
              </a:ext>
            </a:extLst>
          </p:cNvPr>
          <p:cNvSpPr>
            <a:spLocks noGrp="1"/>
          </p:cNvSpPr>
          <p:nvPr>
            <p:ph type="title"/>
          </p:nvPr>
        </p:nvSpPr>
        <p:spPr/>
        <p:txBody>
          <a:bodyPr/>
          <a:lstStyle/>
          <a:p>
            <a:r>
              <a:rPr lang="en-AU" dirty="0"/>
              <a:t>Raid 1: Mirrored Storage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6AD3136-EBE8-4C76-AC29-B2F0D23C426D}"/>
                  </a:ext>
                </a:extLst>
              </p:cNvPr>
              <p:cNvSpPr>
                <a:spLocks noGrp="1"/>
              </p:cNvSpPr>
              <p:nvPr>
                <p:ph idx="1"/>
              </p:nvPr>
            </p:nvSpPr>
            <p:spPr/>
            <p:txBody>
              <a:bodyPr>
                <a:normAutofit fontScale="85000" lnSpcReduction="10000"/>
              </a:bodyPr>
              <a:lstStyle/>
              <a:p>
                <a:r>
                  <a:rPr lang="en-AU" dirty="0"/>
                  <a:t>Data is mirrored across the two storages</a:t>
                </a:r>
              </a:p>
              <a:p>
                <a:r>
                  <a:rPr lang="en-AU" dirty="0"/>
                  <a:t>Disadvantages:</a:t>
                </a:r>
              </a:p>
              <a:p>
                <a:pPr lvl="1"/>
                <a:r>
                  <a:rPr lang="en-AU" dirty="0"/>
                  <a:t>Double Storage</a:t>
                </a:r>
              </a:p>
              <a:p>
                <a:r>
                  <a:rPr lang="en-AU" dirty="0"/>
                  <a:t>Advantages: Better Fault Tolerance</a:t>
                </a:r>
              </a:p>
              <a:p>
                <a:pPr lvl="1"/>
                <a:r>
                  <a:rPr lang="en-AU" dirty="0"/>
                  <a:t>How much better?</a:t>
                </a:r>
              </a:p>
              <a:p>
                <a:pPr lvl="2"/>
                <a:r>
                  <a:rPr lang="en-AU" dirty="0"/>
                  <a:t>Fails if both of them fail.</a:t>
                </a:r>
              </a:p>
              <a:p>
                <a:pPr marL="0"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𝑃</m:t>
                      </m:r>
                      <m:d>
                        <m:dPr>
                          <m:ctrlPr>
                            <a:rPr lang="en-AU" b="0" i="1" smtClean="0">
                              <a:latin typeface="Cambria Math" panose="02040503050406030204" pitchFamily="18" charset="0"/>
                            </a:rPr>
                          </m:ctrlPr>
                        </m:dPr>
                        <m:e>
                          <m:r>
                            <a:rPr lang="en-AU" b="0" i="1" smtClean="0">
                              <a:latin typeface="Cambria Math" panose="02040503050406030204" pitchFamily="18" charset="0"/>
                            </a:rPr>
                            <m:t>𝑓𝑎𝑖𝑙𝑢𝑟𝑒</m:t>
                          </m:r>
                        </m:e>
                      </m:d>
                      <m:r>
                        <a:rPr lang="en-AU" b="0" i="1" smtClean="0">
                          <a:latin typeface="Cambria Math" panose="02040503050406030204" pitchFamily="18" charset="0"/>
                        </a:rPr>
                        <m:t>=</m:t>
                      </m:r>
                      <m:r>
                        <a:rPr lang="en-AU" b="0" i="1" smtClean="0">
                          <a:latin typeface="Cambria Math" panose="02040503050406030204" pitchFamily="18" charset="0"/>
                        </a:rPr>
                        <m:t>𝑃</m:t>
                      </m:r>
                      <m:d>
                        <m:dPr>
                          <m:ctrlPr>
                            <a:rPr lang="en-AU" b="0" i="1" smtClean="0">
                              <a:latin typeface="Cambria Math" panose="02040503050406030204" pitchFamily="18" charset="0"/>
                            </a:rPr>
                          </m:ctrlPr>
                        </m:dPr>
                        <m:e>
                          <m:r>
                            <a:rPr lang="en-AU" b="0" i="1" smtClean="0">
                              <a:latin typeface="Cambria Math" panose="02040503050406030204" pitchFamily="18" charset="0"/>
                            </a:rPr>
                            <m:t>𝐴</m:t>
                          </m:r>
                          <m:r>
                            <a:rPr lang="en-AU" b="0" i="1" smtClean="0">
                              <a:latin typeface="Cambria Math" panose="02040503050406030204" pitchFamily="18" charset="0"/>
                            </a:rPr>
                            <m:t> &amp; </m:t>
                          </m:r>
                          <m:r>
                            <a:rPr lang="en-AU" b="0" i="1" smtClean="0">
                              <a:latin typeface="Cambria Math" panose="02040503050406030204" pitchFamily="18" charset="0"/>
                            </a:rPr>
                            <m:t>𝐵</m:t>
                          </m:r>
                        </m:e>
                      </m:d>
                    </m:oMath>
                  </m:oMathPara>
                </a14:m>
                <a:endParaRPr lang="en-AU" b="0" dirty="0"/>
              </a:p>
              <a:p>
                <a:pPr marL="0"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𝑃</m:t>
                      </m:r>
                      <m:d>
                        <m:dPr>
                          <m:ctrlPr>
                            <a:rPr lang="en-AU" b="0" i="1" smtClean="0">
                              <a:latin typeface="Cambria Math" panose="02040503050406030204" pitchFamily="18" charset="0"/>
                            </a:rPr>
                          </m:ctrlPr>
                        </m:dPr>
                        <m:e>
                          <m:r>
                            <a:rPr lang="en-AU" b="0" i="1" smtClean="0">
                              <a:latin typeface="Cambria Math" panose="02040503050406030204" pitchFamily="18" charset="0"/>
                            </a:rPr>
                            <m:t>𝑓𝑎𝑖𝑙𝑢𝑟𝑒</m:t>
                          </m:r>
                        </m:e>
                      </m:d>
                      <m:r>
                        <a:rPr lang="en-AU" b="0" i="1" smtClean="0">
                          <a:latin typeface="Cambria Math" panose="02040503050406030204" pitchFamily="18" charset="0"/>
                        </a:rPr>
                        <m:t>=</m:t>
                      </m:r>
                      <m:r>
                        <a:rPr lang="en-AU" b="0" i="1" smtClean="0">
                          <a:latin typeface="Cambria Math" panose="02040503050406030204" pitchFamily="18" charset="0"/>
                        </a:rPr>
                        <m:t>𝑃</m:t>
                      </m:r>
                      <m:d>
                        <m:dPr>
                          <m:ctrlPr>
                            <a:rPr lang="en-AU" b="0" i="1" smtClean="0">
                              <a:latin typeface="Cambria Math" panose="02040503050406030204" pitchFamily="18" charset="0"/>
                            </a:rPr>
                          </m:ctrlPr>
                        </m:dPr>
                        <m:e>
                          <m:r>
                            <a:rPr lang="en-AU" b="0" i="1" smtClean="0">
                              <a:latin typeface="Cambria Math" panose="02040503050406030204" pitchFamily="18" charset="0"/>
                            </a:rPr>
                            <m:t>𝐴</m:t>
                          </m:r>
                        </m:e>
                      </m:d>
                      <m:r>
                        <a:rPr lang="en-AU" b="0" i="1" smtClean="0">
                          <a:latin typeface="Cambria Math" panose="02040503050406030204" pitchFamily="18" charset="0"/>
                        </a:rPr>
                        <m:t>×</m:t>
                      </m:r>
                      <m:r>
                        <a:rPr lang="en-AU" b="0" i="1" smtClean="0">
                          <a:latin typeface="Cambria Math" panose="02040503050406030204" pitchFamily="18" charset="0"/>
                        </a:rPr>
                        <m:t>𝑃</m:t>
                      </m:r>
                      <m:d>
                        <m:dPr>
                          <m:ctrlPr>
                            <a:rPr lang="en-AU" b="0" i="1" smtClean="0">
                              <a:latin typeface="Cambria Math" panose="02040503050406030204" pitchFamily="18" charset="0"/>
                            </a:rPr>
                          </m:ctrlPr>
                        </m:dPr>
                        <m:e>
                          <m:r>
                            <a:rPr lang="en-AU" b="0" i="1" smtClean="0">
                              <a:latin typeface="Cambria Math" panose="02040503050406030204" pitchFamily="18" charset="0"/>
                            </a:rPr>
                            <m:t>𝐵</m:t>
                          </m:r>
                        </m:e>
                      </m:d>
                    </m:oMath>
                  </m:oMathPara>
                </a14:m>
                <a:endParaRPr lang="en-AU" b="0" dirty="0"/>
              </a:p>
              <a:p>
                <a:pPr marL="0"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𝑃</m:t>
                      </m:r>
                      <m:d>
                        <m:dPr>
                          <m:ctrlPr>
                            <a:rPr lang="en-AU" b="0" i="1" smtClean="0">
                              <a:latin typeface="Cambria Math" panose="02040503050406030204" pitchFamily="18" charset="0"/>
                            </a:rPr>
                          </m:ctrlPr>
                        </m:dPr>
                        <m:e>
                          <m:r>
                            <a:rPr lang="en-AU" b="0" i="1" smtClean="0">
                              <a:latin typeface="Cambria Math" panose="02040503050406030204" pitchFamily="18" charset="0"/>
                            </a:rPr>
                            <m:t>𝑓𝑎𝑖𝑙𝑢𝑟𝑒</m:t>
                          </m:r>
                        </m:e>
                      </m:d>
                      <m:r>
                        <a:rPr lang="en-AU" b="0" i="1" smtClean="0">
                          <a:latin typeface="Cambria Math" panose="02040503050406030204" pitchFamily="18" charset="0"/>
                        </a:rPr>
                        <m:t>=</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𝑝</m:t>
                          </m:r>
                        </m:e>
                        <m:sup>
                          <m:r>
                            <a:rPr lang="en-AU" b="0" i="1" smtClean="0">
                              <a:latin typeface="Cambria Math" panose="02040503050406030204" pitchFamily="18" charset="0"/>
                            </a:rPr>
                            <m:t>2</m:t>
                          </m:r>
                        </m:sup>
                      </m:sSup>
                    </m:oMath>
                  </m:oMathPara>
                </a14:m>
                <a:endParaRPr lang="en-AU" dirty="0"/>
              </a:p>
              <a:p>
                <a:pPr marL="0"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𝑀𝑇𝑇𝐹</m:t>
                      </m:r>
                      <m:d>
                        <m:dPr>
                          <m:ctrlPr>
                            <a:rPr lang="en-AU" b="0" i="1" smtClean="0">
                              <a:latin typeface="Cambria Math" panose="02040503050406030204" pitchFamily="18" charset="0"/>
                            </a:rPr>
                          </m:ctrlPr>
                        </m:dPr>
                        <m:e>
                          <m:r>
                            <a:rPr lang="en-AU" b="0" i="1" smtClean="0">
                              <a:latin typeface="Cambria Math" panose="02040503050406030204" pitchFamily="18" charset="0"/>
                            </a:rPr>
                            <m:t>𝑅𝐴𝐼</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𝐷</m:t>
                              </m:r>
                            </m:e>
                            <m:sub>
                              <m:r>
                                <a:rPr lang="en-AU" b="0" i="1" smtClean="0">
                                  <a:latin typeface="Cambria Math" panose="02040503050406030204" pitchFamily="18" charset="0"/>
                                </a:rPr>
                                <m:t>1</m:t>
                              </m:r>
                            </m:sub>
                          </m:sSub>
                        </m:e>
                      </m:d>
                      <m:r>
                        <a:rPr lang="en-AU" b="0" i="1" smtClean="0">
                          <a:latin typeface="Cambria Math" panose="02040503050406030204" pitchFamily="18" charset="0"/>
                        </a:rPr>
                        <m:t>=</m:t>
                      </m:r>
                      <m:sSup>
                        <m:sSupPr>
                          <m:ctrlPr>
                            <a:rPr lang="en-AU" b="0" i="1" smtClean="0">
                              <a:latin typeface="Cambria Math" panose="02040503050406030204" pitchFamily="18" charset="0"/>
                            </a:rPr>
                          </m:ctrlPr>
                        </m:sSupPr>
                        <m:e>
                          <m:d>
                            <m:dPr>
                              <m:ctrlPr>
                                <a:rPr lang="en-AU" b="0" i="1" smtClean="0">
                                  <a:latin typeface="Cambria Math" panose="02040503050406030204" pitchFamily="18" charset="0"/>
                                </a:rPr>
                              </m:ctrlPr>
                            </m:dPr>
                            <m:e>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𝑝</m:t>
                                  </m:r>
                                </m:den>
                              </m:f>
                            </m:e>
                          </m:d>
                        </m:e>
                        <m:sup>
                          <m:r>
                            <a:rPr lang="en-AU" b="0" i="1" smtClean="0">
                              <a:latin typeface="Cambria Math" panose="02040503050406030204" pitchFamily="18" charset="0"/>
                            </a:rPr>
                            <m:t>2</m:t>
                          </m:r>
                        </m:sup>
                      </m:sSup>
                      <m:r>
                        <a:rPr lang="en-AU" b="0" i="1" smtClean="0">
                          <a:latin typeface="Cambria Math" panose="02040503050406030204" pitchFamily="18" charset="0"/>
                        </a:rPr>
                        <m:t>= </m:t>
                      </m:r>
                      <m:r>
                        <a:rPr lang="en-AU" b="0" i="1" smtClean="0">
                          <a:latin typeface="Cambria Math" panose="02040503050406030204" pitchFamily="18" charset="0"/>
                        </a:rPr>
                        <m:t>𝑀𝑇𝑇𝐹</m:t>
                      </m:r>
                      <m:sSup>
                        <m:sSupPr>
                          <m:ctrlPr>
                            <a:rPr lang="en-AU" b="0" i="1" smtClean="0">
                              <a:latin typeface="Cambria Math" panose="02040503050406030204" pitchFamily="18" charset="0"/>
                            </a:rPr>
                          </m:ctrlPr>
                        </m:sSupPr>
                        <m:e>
                          <m:d>
                            <m:dPr>
                              <m:ctrlPr>
                                <a:rPr lang="en-AU" b="0" i="1" smtClean="0">
                                  <a:latin typeface="Cambria Math" panose="02040503050406030204" pitchFamily="18" charset="0"/>
                                </a:rPr>
                              </m:ctrlPr>
                            </m:dPr>
                            <m:e>
                              <m:r>
                                <a:rPr lang="en-AU" b="0" i="1" smtClean="0">
                                  <a:latin typeface="Cambria Math" panose="02040503050406030204" pitchFamily="18" charset="0"/>
                                </a:rPr>
                                <m:t>𝑑𝑖𝑠𝑘</m:t>
                              </m:r>
                            </m:e>
                          </m:d>
                        </m:e>
                        <m:sup>
                          <m:r>
                            <a:rPr lang="en-AU" b="0" i="1" smtClean="0">
                              <a:latin typeface="Cambria Math" panose="02040503050406030204" pitchFamily="18" charset="0"/>
                            </a:rPr>
                            <m:t>2</m:t>
                          </m:r>
                        </m:sup>
                      </m:sSup>
                    </m:oMath>
                  </m:oMathPara>
                </a14:m>
                <a:endParaRPr lang="en-AU" dirty="0"/>
              </a:p>
              <a:p>
                <a:pPr marL="0" indent="0">
                  <a:buNone/>
                </a:pPr>
                <a:r>
                  <a:rPr lang="en-AU" dirty="0"/>
                  <a:t>What about Raid 1 with 3 discs?</a:t>
                </a:r>
              </a:p>
            </p:txBody>
          </p:sp>
        </mc:Choice>
        <mc:Fallback xmlns="">
          <p:sp>
            <p:nvSpPr>
              <p:cNvPr id="3" name="Content Placeholder 2">
                <a:extLst>
                  <a:ext uri="{FF2B5EF4-FFF2-40B4-BE49-F238E27FC236}">
                    <a16:creationId xmlns:a16="http://schemas.microsoft.com/office/drawing/2014/main" id="{D6AD3136-EBE8-4C76-AC29-B2F0D23C426D}"/>
                  </a:ext>
                </a:extLst>
              </p:cNvPr>
              <p:cNvSpPr>
                <a:spLocks noGrp="1" noRot="1" noChangeAspect="1" noMove="1" noResize="1" noEditPoints="1" noAdjustHandles="1" noChangeArrowheads="1" noChangeShapeType="1" noTextEdit="1"/>
              </p:cNvSpPr>
              <p:nvPr>
                <p:ph idx="1"/>
              </p:nvPr>
            </p:nvSpPr>
            <p:spPr>
              <a:blipFill>
                <a:blip r:embed="rId2"/>
                <a:stretch>
                  <a:fillRect l="-928" t="-2661" b="-2661"/>
                </a:stretch>
              </a:blipFill>
            </p:spPr>
            <p:txBody>
              <a:bodyPr/>
              <a:lstStyle/>
              <a:p>
                <a:r>
                  <a:rPr lang="en-AU">
                    <a:noFill/>
                  </a:rPr>
                  <a:t> </a:t>
                </a:r>
              </a:p>
            </p:txBody>
          </p:sp>
        </mc:Fallback>
      </mc:AlternateContent>
      <p:pic>
        <p:nvPicPr>
          <p:cNvPr id="5" name="Picture 4">
            <a:extLst>
              <a:ext uri="{FF2B5EF4-FFF2-40B4-BE49-F238E27FC236}">
                <a16:creationId xmlns:a16="http://schemas.microsoft.com/office/drawing/2014/main" id="{8F106624-C7DD-4853-9888-91270EDD0EEC}"/>
              </a:ext>
            </a:extLst>
          </p:cNvPr>
          <p:cNvPicPr>
            <a:picLocks noChangeAspect="1"/>
          </p:cNvPicPr>
          <p:nvPr/>
        </p:nvPicPr>
        <p:blipFill>
          <a:blip r:embed="rId3"/>
          <a:stretch>
            <a:fillRect/>
          </a:stretch>
        </p:blipFill>
        <p:spPr>
          <a:xfrm>
            <a:off x="9003681" y="2710791"/>
            <a:ext cx="2971800" cy="2886075"/>
          </a:xfrm>
          <a:prstGeom prst="rect">
            <a:avLst/>
          </a:prstGeom>
        </p:spPr>
      </p:pic>
    </p:spTree>
    <p:extLst>
      <p:ext uri="{BB962C8B-B14F-4D97-AF65-F5344CB8AC3E}">
        <p14:creationId xmlns:p14="http://schemas.microsoft.com/office/powerpoint/2010/main" val="1850505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97CBD-258C-48D5-B34B-ACB62E25040C}"/>
              </a:ext>
            </a:extLst>
          </p:cNvPr>
          <p:cNvSpPr>
            <a:spLocks noGrp="1"/>
          </p:cNvSpPr>
          <p:nvPr>
            <p:ph type="title"/>
          </p:nvPr>
        </p:nvSpPr>
        <p:spPr/>
        <p:txBody>
          <a:bodyPr/>
          <a:lstStyle/>
          <a:p>
            <a:r>
              <a:rPr lang="en-AU" dirty="0"/>
              <a:t>Raid 2: Bit-level separation</a:t>
            </a:r>
          </a:p>
        </p:txBody>
      </p:sp>
      <p:sp>
        <p:nvSpPr>
          <p:cNvPr id="3" name="Content Placeholder 2">
            <a:extLst>
              <a:ext uri="{FF2B5EF4-FFF2-40B4-BE49-F238E27FC236}">
                <a16:creationId xmlns:a16="http://schemas.microsoft.com/office/drawing/2014/main" id="{F618EED8-D1CC-41AA-A75A-437FA70C3729}"/>
              </a:ext>
            </a:extLst>
          </p:cNvPr>
          <p:cNvSpPr>
            <a:spLocks noGrp="1"/>
          </p:cNvSpPr>
          <p:nvPr>
            <p:ph idx="1"/>
          </p:nvPr>
        </p:nvSpPr>
        <p:spPr/>
        <p:txBody>
          <a:bodyPr/>
          <a:lstStyle/>
          <a:p>
            <a:r>
              <a:rPr lang="en-AU" dirty="0"/>
              <a:t>Similar to Raid 0, but stores data at the bit level.</a:t>
            </a:r>
          </a:p>
          <a:p>
            <a:r>
              <a:rPr lang="en-AU" dirty="0"/>
              <a:t>Advantages:</a:t>
            </a:r>
          </a:p>
          <a:p>
            <a:pPr lvl="1"/>
            <a:r>
              <a:rPr lang="en-AU" dirty="0"/>
              <a:t>Higher transfer rate</a:t>
            </a:r>
          </a:p>
          <a:p>
            <a:r>
              <a:rPr lang="en-AU" dirty="0"/>
              <a:t>Disadvantages</a:t>
            </a:r>
          </a:p>
          <a:p>
            <a:pPr lvl="1"/>
            <a:r>
              <a:rPr lang="en-AU" dirty="0"/>
              <a:t>Rarely used</a:t>
            </a:r>
          </a:p>
          <a:p>
            <a:pPr lvl="1"/>
            <a:r>
              <a:rPr lang="en-AU" dirty="0"/>
              <a:t>what about MTTF?</a:t>
            </a:r>
          </a:p>
          <a:p>
            <a:endParaRPr lang="en-AU" dirty="0"/>
          </a:p>
        </p:txBody>
      </p:sp>
      <p:pic>
        <p:nvPicPr>
          <p:cNvPr id="5" name="Picture 4">
            <a:extLst>
              <a:ext uri="{FF2B5EF4-FFF2-40B4-BE49-F238E27FC236}">
                <a16:creationId xmlns:a16="http://schemas.microsoft.com/office/drawing/2014/main" id="{AF2A500C-129A-4FB5-A9ED-02A869841771}"/>
              </a:ext>
            </a:extLst>
          </p:cNvPr>
          <p:cNvPicPr>
            <a:picLocks noChangeAspect="1"/>
          </p:cNvPicPr>
          <p:nvPr/>
        </p:nvPicPr>
        <p:blipFill>
          <a:blip r:embed="rId2"/>
          <a:stretch>
            <a:fillRect/>
          </a:stretch>
        </p:blipFill>
        <p:spPr>
          <a:xfrm>
            <a:off x="8677391" y="2520156"/>
            <a:ext cx="3133725" cy="2962275"/>
          </a:xfrm>
          <a:prstGeom prst="rect">
            <a:avLst/>
          </a:prstGeom>
        </p:spPr>
      </p:pic>
    </p:spTree>
    <p:extLst>
      <p:ext uri="{BB962C8B-B14F-4D97-AF65-F5344CB8AC3E}">
        <p14:creationId xmlns:p14="http://schemas.microsoft.com/office/powerpoint/2010/main" val="49016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97CBD-258C-48D5-B34B-ACB62E25040C}"/>
              </a:ext>
            </a:extLst>
          </p:cNvPr>
          <p:cNvSpPr>
            <a:spLocks noGrp="1"/>
          </p:cNvSpPr>
          <p:nvPr>
            <p:ph type="title"/>
          </p:nvPr>
        </p:nvSpPr>
        <p:spPr/>
        <p:txBody>
          <a:bodyPr/>
          <a:lstStyle/>
          <a:p>
            <a:r>
              <a:rPr lang="en-AU" dirty="0"/>
              <a:t>Raid 2: Bit-level separation</a:t>
            </a:r>
          </a:p>
        </p:txBody>
      </p:sp>
      <p:sp>
        <p:nvSpPr>
          <p:cNvPr id="3" name="Content Placeholder 2">
            <a:extLst>
              <a:ext uri="{FF2B5EF4-FFF2-40B4-BE49-F238E27FC236}">
                <a16:creationId xmlns:a16="http://schemas.microsoft.com/office/drawing/2014/main" id="{F618EED8-D1CC-41AA-A75A-437FA70C3729}"/>
              </a:ext>
            </a:extLst>
          </p:cNvPr>
          <p:cNvSpPr>
            <a:spLocks noGrp="1"/>
          </p:cNvSpPr>
          <p:nvPr>
            <p:ph idx="1"/>
          </p:nvPr>
        </p:nvSpPr>
        <p:spPr/>
        <p:txBody>
          <a:bodyPr/>
          <a:lstStyle/>
          <a:p>
            <a:r>
              <a:rPr lang="en-AU" dirty="0"/>
              <a:t>Similar to Raid 0, but stores data at the bit level.</a:t>
            </a:r>
          </a:p>
          <a:p>
            <a:r>
              <a:rPr lang="en-AU" dirty="0"/>
              <a:t>Advantages:</a:t>
            </a:r>
          </a:p>
          <a:p>
            <a:pPr lvl="1"/>
            <a:r>
              <a:rPr lang="en-AU" dirty="0"/>
              <a:t>Higher transfer rate</a:t>
            </a:r>
          </a:p>
          <a:p>
            <a:r>
              <a:rPr lang="en-AU" dirty="0"/>
              <a:t>Disadvantages</a:t>
            </a:r>
          </a:p>
          <a:p>
            <a:pPr lvl="1"/>
            <a:r>
              <a:rPr lang="en-AU" dirty="0"/>
              <a:t>Rarely used</a:t>
            </a:r>
          </a:p>
          <a:p>
            <a:pPr lvl="1"/>
            <a:r>
              <a:rPr lang="en-AU" dirty="0"/>
              <a:t>what about MTTF?</a:t>
            </a:r>
          </a:p>
          <a:p>
            <a:pPr lvl="2"/>
            <a:r>
              <a:rPr lang="en-AU" dirty="0"/>
              <a:t>Is same as the one for Raid 0.</a:t>
            </a:r>
          </a:p>
          <a:p>
            <a:endParaRPr lang="en-AU" dirty="0"/>
          </a:p>
        </p:txBody>
      </p:sp>
      <p:pic>
        <p:nvPicPr>
          <p:cNvPr id="5" name="Picture 4">
            <a:extLst>
              <a:ext uri="{FF2B5EF4-FFF2-40B4-BE49-F238E27FC236}">
                <a16:creationId xmlns:a16="http://schemas.microsoft.com/office/drawing/2014/main" id="{AF2A500C-129A-4FB5-A9ED-02A869841771}"/>
              </a:ext>
            </a:extLst>
          </p:cNvPr>
          <p:cNvPicPr>
            <a:picLocks noChangeAspect="1"/>
          </p:cNvPicPr>
          <p:nvPr/>
        </p:nvPicPr>
        <p:blipFill>
          <a:blip r:embed="rId2"/>
          <a:stretch>
            <a:fillRect/>
          </a:stretch>
        </p:blipFill>
        <p:spPr>
          <a:xfrm>
            <a:off x="8677391" y="2520156"/>
            <a:ext cx="3133725" cy="2962275"/>
          </a:xfrm>
          <a:prstGeom prst="rect">
            <a:avLst/>
          </a:prstGeom>
        </p:spPr>
      </p:pic>
    </p:spTree>
    <p:extLst>
      <p:ext uri="{BB962C8B-B14F-4D97-AF65-F5344CB8AC3E}">
        <p14:creationId xmlns:p14="http://schemas.microsoft.com/office/powerpoint/2010/main" val="734865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082CD-1F42-4F8C-B68C-B6C491FE9402}"/>
              </a:ext>
            </a:extLst>
          </p:cNvPr>
          <p:cNvSpPr>
            <a:spLocks noGrp="1"/>
          </p:cNvSpPr>
          <p:nvPr>
            <p:ph type="title"/>
          </p:nvPr>
        </p:nvSpPr>
        <p:spPr/>
        <p:txBody>
          <a:bodyPr/>
          <a:lstStyle/>
          <a:p>
            <a:r>
              <a:rPr lang="en-AU" dirty="0"/>
              <a:t>Raid 3:Byte Parity Raid</a:t>
            </a:r>
          </a:p>
        </p:txBody>
      </p:sp>
      <p:sp>
        <p:nvSpPr>
          <p:cNvPr id="3" name="Content Placeholder 2">
            <a:extLst>
              <a:ext uri="{FF2B5EF4-FFF2-40B4-BE49-F238E27FC236}">
                <a16:creationId xmlns:a16="http://schemas.microsoft.com/office/drawing/2014/main" id="{5E76D6EB-872F-4F8F-8BCE-71460BA295B2}"/>
              </a:ext>
            </a:extLst>
          </p:cNvPr>
          <p:cNvSpPr>
            <a:spLocks noGrp="1"/>
          </p:cNvSpPr>
          <p:nvPr>
            <p:ph idx="1"/>
          </p:nvPr>
        </p:nvSpPr>
        <p:spPr/>
        <p:txBody>
          <a:bodyPr/>
          <a:lstStyle/>
          <a:p>
            <a:r>
              <a:rPr lang="en-AU" dirty="0"/>
              <a:t>Data stored separately, and a separate parity bit is also stored for each bit</a:t>
            </a:r>
          </a:p>
          <a:p>
            <a:r>
              <a:rPr lang="en-AU" dirty="0"/>
              <a:t>Advantages:</a:t>
            </a:r>
          </a:p>
          <a:p>
            <a:pPr lvl="1"/>
            <a:r>
              <a:rPr lang="en-AU" dirty="0"/>
              <a:t>Higher transfer rate than Raid 0.</a:t>
            </a:r>
          </a:p>
          <a:p>
            <a:r>
              <a:rPr lang="en-AU" dirty="0"/>
              <a:t>Disadvantages:</a:t>
            </a:r>
          </a:p>
          <a:p>
            <a:pPr lvl="1"/>
            <a:r>
              <a:rPr lang="en-AU" dirty="0"/>
              <a:t>Rarely used.</a:t>
            </a:r>
          </a:p>
          <a:p>
            <a:r>
              <a:rPr lang="en-AU" dirty="0"/>
              <a:t>What is the MTTF?</a:t>
            </a:r>
          </a:p>
          <a:p>
            <a:pPr lvl="1"/>
            <a:r>
              <a:rPr lang="en-AU" dirty="0"/>
              <a:t>Breakout rooms.</a:t>
            </a:r>
          </a:p>
        </p:txBody>
      </p:sp>
      <p:pic>
        <p:nvPicPr>
          <p:cNvPr id="5" name="Picture 4">
            <a:extLst>
              <a:ext uri="{FF2B5EF4-FFF2-40B4-BE49-F238E27FC236}">
                <a16:creationId xmlns:a16="http://schemas.microsoft.com/office/drawing/2014/main" id="{383A707E-9A15-438C-BF65-EB473BFB4FF5}"/>
              </a:ext>
            </a:extLst>
          </p:cNvPr>
          <p:cNvPicPr>
            <a:picLocks noChangeAspect="1"/>
          </p:cNvPicPr>
          <p:nvPr/>
        </p:nvPicPr>
        <p:blipFill>
          <a:blip r:embed="rId2"/>
          <a:stretch>
            <a:fillRect/>
          </a:stretch>
        </p:blipFill>
        <p:spPr>
          <a:xfrm>
            <a:off x="8055595" y="2909887"/>
            <a:ext cx="3752850" cy="2867025"/>
          </a:xfrm>
          <a:prstGeom prst="rect">
            <a:avLst/>
          </a:prstGeom>
        </p:spPr>
      </p:pic>
    </p:spTree>
    <p:extLst>
      <p:ext uri="{BB962C8B-B14F-4D97-AF65-F5344CB8AC3E}">
        <p14:creationId xmlns:p14="http://schemas.microsoft.com/office/powerpoint/2010/main" val="2224605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082CD-1F42-4F8C-B68C-B6C491FE9402}"/>
              </a:ext>
            </a:extLst>
          </p:cNvPr>
          <p:cNvSpPr>
            <a:spLocks noGrp="1"/>
          </p:cNvSpPr>
          <p:nvPr>
            <p:ph type="title"/>
          </p:nvPr>
        </p:nvSpPr>
        <p:spPr/>
        <p:txBody>
          <a:bodyPr/>
          <a:lstStyle/>
          <a:p>
            <a:r>
              <a:rPr lang="en-AU" dirty="0"/>
              <a:t>Raid 3:Byte Parity Raid (MTTF)</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E76D6EB-872F-4F8F-8BCE-71460BA295B2}"/>
                  </a:ext>
                </a:extLst>
              </p:cNvPr>
              <p:cNvSpPr>
                <a:spLocks noGrp="1"/>
              </p:cNvSpPr>
              <p:nvPr>
                <p:ph idx="1"/>
              </p:nvPr>
            </p:nvSpPr>
            <p:spPr/>
            <p:txBody>
              <a:bodyPr/>
              <a:lstStyle/>
              <a:p>
                <a:r>
                  <a:rPr lang="en-AU" dirty="0"/>
                  <a:t>Fails, if any two of three disks fail.</a:t>
                </a:r>
              </a:p>
              <a:p>
                <a:pPr marL="0"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𝑃</m:t>
                      </m:r>
                      <m:d>
                        <m:dPr>
                          <m:ctrlPr>
                            <a:rPr lang="en-AU" b="0" i="1" smtClean="0">
                              <a:latin typeface="Cambria Math" panose="02040503050406030204" pitchFamily="18" charset="0"/>
                            </a:rPr>
                          </m:ctrlPr>
                        </m:dPr>
                        <m:e>
                          <m:r>
                            <a:rPr lang="en-AU" b="0" i="1" smtClean="0">
                              <a:latin typeface="Cambria Math" panose="02040503050406030204" pitchFamily="18" charset="0"/>
                            </a:rPr>
                            <m:t>𝑓𝑎𝑖𝑙𝑢𝑟𝑒</m:t>
                          </m:r>
                        </m:e>
                      </m:d>
                      <m:r>
                        <a:rPr lang="en-AU" b="0" i="1" smtClean="0">
                          <a:latin typeface="Cambria Math" panose="02040503050406030204" pitchFamily="18" charset="0"/>
                        </a:rPr>
                        <m:t>= </m:t>
                      </m:r>
                      <m:d>
                        <m:dPr>
                          <m:ctrlPr>
                            <a:rPr lang="en-AU" b="0" i="1" smtClean="0">
                              <a:latin typeface="Cambria Math" panose="02040503050406030204" pitchFamily="18" charset="0"/>
                            </a:rPr>
                          </m:ctrlPr>
                        </m:dPr>
                        <m:e>
                          <m:f>
                            <m:fPr>
                              <m:type m:val="noBar"/>
                              <m:ctrlPr>
                                <a:rPr lang="en-AU" b="0" i="1" smtClean="0">
                                  <a:latin typeface="Cambria Math" panose="02040503050406030204" pitchFamily="18" charset="0"/>
                                </a:rPr>
                              </m:ctrlPr>
                            </m:fPr>
                            <m:num>
                              <m:r>
                                <a:rPr lang="en-AU" b="0" i="1" smtClean="0">
                                  <a:latin typeface="Cambria Math" panose="02040503050406030204" pitchFamily="18" charset="0"/>
                                </a:rPr>
                                <m:t>3</m:t>
                              </m:r>
                            </m:num>
                            <m:den>
                              <m:r>
                                <a:rPr lang="en-AU" b="0" i="1" smtClean="0">
                                  <a:latin typeface="Cambria Math" panose="02040503050406030204" pitchFamily="18" charset="0"/>
                                </a:rPr>
                                <m:t>2</m:t>
                              </m:r>
                            </m:den>
                          </m:f>
                        </m:e>
                      </m:d>
                      <m:r>
                        <a:rPr lang="en-AU" b="0" i="1" smtClean="0">
                          <a:latin typeface="Cambria Math" panose="02040503050406030204" pitchFamily="18" charset="0"/>
                        </a:rPr>
                        <m:t>𝑝</m:t>
                      </m:r>
                      <m:r>
                        <a:rPr lang="en-AU" b="0" i="1" smtClean="0">
                          <a:latin typeface="Cambria Math" panose="02040503050406030204" pitchFamily="18" charset="0"/>
                        </a:rPr>
                        <m:t>×</m:t>
                      </m:r>
                      <m:r>
                        <a:rPr lang="en-AU" b="0" i="1" smtClean="0">
                          <a:latin typeface="Cambria Math" panose="02040503050406030204" pitchFamily="18" charset="0"/>
                        </a:rPr>
                        <m:t>𝑝</m:t>
                      </m:r>
                      <m:r>
                        <a:rPr lang="en-AU" b="0" i="1" smtClean="0">
                          <a:latin typeface="Cambria Math" panose="02040503050406030204" pitchFamily="18" charset="0"/>
                        </a:rPr>
                        <m:t>=3</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𝑝</m:t>
                          </m:r>
                        </m:e>
                        <m:sup>
                          <m:r>
                            <a:rPr lang="en-AU" b="0" i="1" smtClean="0">
                              <a:latin typeface="Cambria Math" panose="02040503050406030204" pitchFamily="18" charset="0"/>
                            </a:rPr>
                            <m:t>2</m:t>
                          </m:r>
                        </m:sup>
                      </m:sSup>
                    </m:oMath>
                  </m:oMathPara>
                </a14:m>
                <a:endParaRPr lang="en-AU" dirty="0"/>
              </a:p>
              <a:p>
                <a:pPr marL="0"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𝑀𝑇𝑇𝐹</m:t>
                      </m:r>
                      <m:d>
                        <m:dPr>
                          <m:ctrlPr>
                            <a:rPr lang="en-AU" b="0" i="1" smtClean="0">
                              <a:latin typeface="Cambria Math" panose="02040503050406030204" pitchFamily="18" charset="0"/>
                            </a:rPr>
                          </m:ctrlPr>
                        </m:dPr>
                        <m:e>
                          <m:r>
                            <a:rPr lang="en-AU" b="0" i="1" smtClean="0">
                              <a:latin typeface="Cambria Math" panose="02040503050406030204" pitchFamily="18" charset="0"/>
                            </a:rPr>
                            <m:t>𝑅𝑎𝑖</m:t>
                          </m:r>
                          <m:sSubSup>
                            <m:sSubSupPr>
                              <m:ctrlPr>
                                <a:rPr lang="en-AU" b="0" i="1" smtClean="0">
                                  <a:latin typeface="Cambria Math" panose="02040503050406030204" pitchFamily="18" charset="0"/>
                                </a:rPr>
                              </m:ctrlPr>
                            </m:sSubSupPr>
                            <m:e>
                              <m:r>
                                <a:rPr lang="en-AU" b="0" i="1" smtClean="0">
                                  <a:latin typeface="Cambria Math" panose="02040503050406030204" pitchFamily="18" charset="0"/>
                                </a:rPr>
                                <m:t>𝑑</m:t>
                              </m:r>
                            </m:e>
                            <m:sub>
                              <m:r>
                                <a:rPr lang="en-AU" b="0" i="1" smtClean="0">
                                  <a:latin typeface="Cambria Math" panose="02040503050406030204" pitchFamily="18" charset="0"/>
                                </a:rPr>
                                <m:t>3</m:t>
                              </m:r>
                            </m:sub>
                            <m:sup>
                              <m:r>
                                <a:rPr lang="en-AU" b="0" i="1" smtClean="0">
                                  <a:latin typeface="Cambria Math" panose="02040503050406030204" pitchFamily="18" charset="0"/>
                                </a:rPr>
                                <m:t>3</m:t>
                              </m:r>
                            </m:sup>
                          </m:sSubSup>
                        </m:e>
                      </m:d>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3</m:t>
                          </m:r>
                        </m:den>
                      </m:f>
                      <m:r>
                        <a:rPr lang="en-AU" b="0" i="1" smtClean="0">
                          <a:latin typeface="Cambria Math" panose="02040503050406030204" pitchFamily="18" charset="0"/>
                        </a:rPr>
                        <m:t>×</m:t>
                      </m:r>
                      <m:sSup>
                        <m:sSupPr>
                          <m:ctrlPr>
                            <a:rPr lang="en-AU" b="0" i="1" smtClean="0">
                              <a:latin typeface="Cambria Math" panose="02040503050406030204" pitchFamily="18" charset="0"/>
                            </a:rPr>
                          </m:ctrlPr>
                        </m:sSupPr>
                        <m:e>
                          <m:d>
                            <m:dPr>
                              <m:ctrlPr>
                                <a:rPr lang="en-AU" b="0" i="1" smtClean="0">
                                  <a:latin typeface="Cambria Math" panose="02040503050406030204" pitchFamily="18" charset="0"/>
                                </a:rPr>
                              </m:ctrlPr>
                            </m:dPr>
                            <m:e>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𝑝</m:t>
                                  </m:r>
                                </m:den>
                              </m:f>
                            </m:e>
                          </m:d>
                        </m:e>
                        <m:sup>
                          <m:r>
                            <a:rPr lang="en-AU" b="0" i="1" smtClean="0">
                              <a:latin typeface="Cambria Math" panose="02040503050406030204" pitchFamily="18" charset="0"/>
                            </a:rPr>
                            <m:t>2</m:t>
                          </m:r>
                        </m:sup>
                      </m:sSup>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3</m:t>
                          </m:r>
                        </m:den>
                      </m:f>
                      <m:r>
                        <a:rPr lang="en-AU" b="0" i="1" smtClean="0">
                          <a:latin typeface="Cambria Math" panose="02040503050406030204" pitchFamily="18" charset="0"/>
                        </a:rPr>
                        <m:t>𝑀𝑇𝑇𝐹</m:t>
                      </m:r>
                      <m:sSup>
                        <m:sSupPr>
                          <m:ctrlPr>
                            <a:rPr lang="en-AU" b="0" i="1" smtClean="0">
                              <a:latin typeface="Cambria Math" panose="02040503050406030204" pitchFamily="18" charset="0"/>
                            </a:rPr>
                          </m:ctrlPr>
                        </m:sSupPr>
                        <m:e>
                          <m:d>
                            <m:dPr>
                              <m:ctrlPr>
                                <a:rPr lang="en-AU" b="0" i="1" smtClean="0">
                                  <a:latin typeface="Cambria Math" panose="02040503050406030204" pitchFamily="18" charset="0"/>
                                </a:rPr>
                              </m:ctrlPr>
                            </m:dPr>
                            <m:e>
                              <m:r>
                                <a:rPr lang="en-AU" b="0" i="1" smtClean="0">
                                  <a:latin typeface="Cambria Math" panose="02040503050406030204" pitchFamily="18" charset="0"/>
                                </a:rPr>
                                <m:t>𝑑𝑖𝑠𝑘</m:t>
                              </m:r>
                            </m:e>
                          </m:d>
                        </m:e>
                        <m:sup>
                          <m:r>
                            <a:rPr lang="en-AU" b="0" i="1" smtClean="0">
                              <a:latin typeface="Cambria Math" panose="02040503050406030204" pitchFamily="18" charset="0"/>
                            </a:rPr>
                            <m:t>2</m:t>
                          </m:r>
                        </m:sup>
                      </m:sSup>
                    </m:oMath>
                  </m:oMathPara>
                </a14:m>
                <a:endParaRPr lang="en-AU" b="0" dirty="0"/>
              </a:p>
              <a:p>
                <a14:m>
                  <m:oMath xmlns:m="http://schemas.openxmlformats.org/officeDocument/2006/math">
                    <m:r>
                      <a:rPr lang="en-AU" b="0" i="1" smtClean="0">
                        <a:latin typeface="Cambria Math" panose="02040503050406030204" pitchFamily="18" charset="0"/>
                      </a:rPr>
                      <m:t>𝑀𝑇𝑇𝐹</m:t>
                    </m:r>
                    <m:d>
                      <m:dPr>
                        <m:ctrlPr>
                          <a:rPr lang="en-AU" b="0" i="1" smtClean="0">
                            <a:latin typeface="Cambria Math" panose="02040503050406030204" pitchFamily="18" charset="0"/>
                          </a:rPr>
                        </m:ctrlPr>
                      </m:dPr>
                      <m:e>
                        <m:r>
                          <a:rPr lang="en-AU" b="0" i="1" smtClean="0">
                            <a:latin typeface="Cambria Math" panose="02040503050406030204" pitchFamily="18" charset="0"/>
                          </a:rPr>
                          <m:t>𝑅𝑎𝑖</m:t>
                        </m:r>
                        <m:sSubSup>
                          <m:sSubSupPr>
                            <m:ctrlPr>
                              <a:rPr lang="en-AU" b="0" i="1" smtClean="0">
                                <a:latin typeface="Cambria Math" panose="02040503050406030204" pitchFamily="18" charset="0"/>
                              </a:rPr>
                            </m:ctrlPr>
                          </m:sSubSupPr>
                          <m:e>
                            <m:r>
                              <a:rPr lang="en-AU" b="0" i="1" smtClean="0">
                                <a:latin typeface="Cambria Math" panose="02040503050406030204" pitchFamily="18" charset="0"/>
                              </a:rPr>
                              <m:t>𝑑</m:t>
                            </m:r>
                          </m:e>
                          <m:sub>
                            <m:r>
                              <a:rPr lang="en-AU" b="0" i="1" smtClean="0">
                                <a:latin typeface="Cambria Math" panose="02040503050406030204" pitchFamily="18" charset="0"/>
                              </a:rPr>
                              <m:t>3</m:t>
                            </m:r>
                          </m:sub>
                          <m:sup>
                            <m:r>
                              <a:rPr lang="en-AU" b="0" i="1" smtClean="0">
                                <a:latin typeface="Cambria Math" panose="02040503050406030204" pitchFamily="18" charset="0"/>
                              </a:rPr>
                              <m:t>3</m:t>
                            </m:r>
                          </m:sup>
                        </m:sSubSup>
                      </m:e>
                    </m:d>
                    <m:r>
                      <a:rPr lang="en-AU" b="0" i="1" smtClean="0">
                        <a:latin typeface="Cambria Math" panose="02040503050406030204" pitchFamily="18" charset="0"/>
                      </a:rPr>
                      <m:t>?</m:t>
                    </m:r>
                    <m:r>
                      <a:rPr lang="en-AU" b="0" i="1" smtClean="0">
                        <a:latin typeface="Cambria Math" panose="02040503050406030204" pitchFamily="18" charset="0"/>
                      </a:rPr>
                      <m:t>𝑀𝑇𝑇𝐹</m:t>
                    </m:r>
                    <m:r>
                      <a:rPr lang="en-AU" b="0" i="1" smtClean="0">
                        <a:latin typeface="Cambria Math" panose="02040503050406030204" pitchFamily="18" charset="0"/>
                      </a:rPr>
                      <m:t>(</m:t>
                    </m:r>
                    <m:r>
                      <a:rPr lang="en-AU" b="0" i="1" smtClean="0">
                        <a:latin typeface="Cambria Math" panose="02040503050406030204" pitchFamily="18" charset="0"/>
                      </a:rPr>
                      <m:t>𝑅𝑎𝑖</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𝑑</m:t>
                        </m:r>
                      </m:e>
                      <m:sub>
                        <m:r>
                          <a:rPr lang="en-AU" b="0" i="1" smtClean="0">
                            <a:latin typeface="Cambria Math" panose="02040503050406030204" pitchFamily="18" charset="0"/>
                          </a:rPr>
                          <m:t>1</m:t>
                        </m:r>
                      </m:sub>
                    </m:sSub>
                    <m:r>
                      <a:rPr lang="en-AU" b="0" i="1" smtClean="0">
                        <a:latin typeface="Cambria Math" panose="02040503050406030204" pitchFamily="18" charset="0"/>
                      </a:rPr>
                      <m:t>)</m:t>
                    </m:r>
                  </m:oMath>
                </a14:m>
                <a:endParaRPr lang="en-AU" dirty="0"/>
              </a:p>
              <a:p>
                <a:pPr lvl="1"/>
                <a:r>
                  <a:rPr lang="en-AU" dirty="0"/>
                  <a:t>Which one is better?</a:t>
                </a:r>
              </a:p>
            </p:txBody>
          </p:sp>
        </mc:Choice>
        <mc:Fallback xmlns="">
          <p:sp>
            <p:nvSpPr>
              <p:cNvPr id="3" name="Content Placeholder 2">
                <a:extLst>
                  <a:ext uri="{FF2B5EF4-FFF2-40B4-BE49-F238E27FC236}">
                    <a16:creationId xmlns:a16="http://schemas.microsoft.com/office/drawing/2014/main" id="{5E76D6EB-872F-4F8F-8BCE-71460BA295B2}"/>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AU">
                    <a:noFill/>
                  </a:rPr>
                  <a:t> </a:t>
                </a:r>
              </a:p>
            </p:txBody>
          </p:sp>
        </mc:Fallback>
      </mc:AlternateContent>
      <p:pic>
        <p:nvPicPr>
          <p:cNvPr id="5" name="Picture 4">
            <a:extLst>
              <a:ext uri="{FF2B5EF4-FFF2-40B4-BE49-F238E27FC236}">
                <a16:creationId xmlns:a16="http://schemas.microsoft.com/office/drawing/2014/main" id="{383A707E-9A15-438C-BF65-EB473BFB4FF5}"/>
              </a:ext>
            </a:extLst>
          </p:cNvPr>
          <p:cNvPicPr>
            <a:picLocks noChangeAspect="1"/>
          </p:cNvPicPr>
          <p:nvPr/>
        </p:nvPicPr>
        <p:blipFill>
          <a:blip r:embed="rId3"/>
          <a:stretch>
            <a:fillRect/>
          </a:stretch>
        </p:blipFill>
        <p:spPr>
          <a:xfrm>
            <a:off x="8439847" y="3990975"/>
            <a:ext cx="3752850" cy="2867025"/>
          </a:xfrm>
          <a:prstGeom prst="rect">
            <a:avLst/>
          </a:prstGeom>
        </p:spPr>
      </p:pic>
    </p:spTree>
    <p:extLst>
      <p:ext uri="{BB962C8B-B14F-4D97-AF65-F5344CB8AC3E}">
        <p14:creationId xmlns:p14="http://schemas.microsoft.com/office/powerpoint/2010/main" val="4223464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082CD-1F42-4F8C-B68C-B6C491FE9402}"/>
              </a:ext>
            </a:extLst>
          </p:cNvPr>
          <p:cNvSpPr>
            <a:spLocks noGrp="1"/>
          </p:cNvSpPr>
          <p:nvPr>
            <p:ph type="title"/>
          </p:nvPr>
        </p:nvSpPr>
        <p:spPr/>
        <p:txBody>
          <a:bodyPr/>
          <a:lstStyle/>
          <a:p>
            <a:r>
              <a:rPr lang="en-AU" dirty="0"/>
              <a:t>Raid 3:Byte Parity Raid (MTTF)</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E76D6EB-872F-4F8F-8BCE-71460BA295B2}"/>
                  </a:ext>
                </a:extLst>
              </p:cNvPr>
              <p:cNvSpPr>
                <a:spLocks noGrp="1"/>
              </p:cNvSpPr>
              <p:nvPr>
                <p:ph idx="1"/>
              </p:nvPr>
            </p:nvSpPr>
            <p:spPr/>
            <p:txBody>
              <a:bodyPr/>
              <a:lstStyle/>
              <a:p>
                <a:r>
                  <a:rPr lang="en-AU" dirty="0"/>
                  <a:t>Fails, if any two of three disks fail.</a:t>
                </a:r>
              </a:p>
              <a:p>
                <a:pPr marL="0"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𝑃</m:t>
                      </m:r>
                      <m:d>
                        <m:dPr>
                          <m:ctrlPr>
                            <a:rPr lang="en-AU" b="0" i="1" smtClean="0">
                              <a:latin typeface="Cambria Math" panose="02040503050406030204" pitchFamily="18" charset="0"/>
                            </a:rPr>
                          </m:ctrlPr>
                        </m:dPr>
                        <m:e>
                          <m:r>
                            <a:rPr lang="en-AU" b="0" i="1" smtClean="0">
                              <a:latin typeface="Cambria Math" panose="02040503050406030204" pitchFamily="18" charset="0"/>
                            </a:rPr>
                            <m:t>𝑓𝑎𝑖𝑙𝑢𝑟𝑒</m:t>
                          </m:r>
                        </m:e>
                      </m:d>
                      <m:r>
                        <a:rPr lang="en-AU" b="0" i="1" smtClean="0">
                          <a:latin typeface="Cambria Math" panose="02040503050406030204" pitchFamily="18" charset="0"/>
                        </a:rPr>
                        <m:t>= </m:t>
                      </m:r>
                      <m:d>
                        <m:dPr>
                          <m:ctrlPr>
                            <a:rPr lang="en-AU" b="0" i="1" smtClean="0">
                              <a:latin typeface="Cambria Math" panose="02040503050406030204" pitchFamily="18" charset="0"/>
                            </a:rPr>
                          </m:ctrlPr>
                        </m:dPr>
                        <m:e>
                          <m:f>
                            <m:fPr>
                              <m:type m:val="noBar"/>
                              <m:ctrlPr>
                                <a:rPr lang="en-AU" b="0" i="1" smtClean="0">
                                  <a:latin typeface="Cambria Math" panose="02040503050406030204" pitchFamily="18" charset="0"/>
                                </a:rPr>
                              </m:ctrlPr>
                            </m:fPr>
                            <m:num>
                              <m:r>
                                <a:rPr lang="en-AU" b="0" i="1" smtClean="0">
                                  <a:latin typeface="Cambria Math" panose="02040503050406030204" pitchFamily="18" charset="0"/>
                                </a:rPr>
                                <m:t>3</m:t>
                              </m:r>
                            </m:num>
                            <m:den>
                              <m:r>
                                <a:rPr lang="en-AU" b="0" i="1" smtClean="0">
                                  <a:latin typeface="Cambria Math" panose="02040503050406030204" pitchFamily="18" charset="0"/>
                                </a:rPr>
                                <m:t>2</m:t>
                              </m:r>
                            </m:den>
                          </m:f>
                        </m:e>
                      </m:d>
                      <m:r>
                        <a:rPr lang="en-AU" b="0" i="1" smtClean="0">
                          <a:latin typeface="Cambria Math" panose="02040503050406030204" pitchFamily="18" charset="0"/>
                        </a:rPr>
                        <m:t>𝑝</m:t>
                      </m:r>
                      <m:r>
                        <a:rPr lang="en-AU" b="0" i="1" smtClean="0">
                          <a:latin typeface="Cambria Math" panose="02040503050406030204" pitchFamily="18" charset="0"/>
                        </a:rPr>
                        <m:t>×</m:t>
                      </m:r>
                      <m:r>
                        <a:rPr lang="en-AU" b="0" i="1" smtClean="0">
                          <a:latin typeface="Cambria Math" panose="02040503050406030204" pitchFamily="18" charset="0"/>
                        </a:rPr>
                        <m:t>𝑝</m:t>
                      </m:r>
                      <m:r>
                        <a:rPr lang="en-AU" b="0" i="1" smtClean="0">
                          <a:latin typeface="Cambria Math" panose="02040503050406030204" pitchFamily="18" charset="0"/>
                        </a:rPr>
                        <m:t>=3</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𝑝</m:t>
                          </m:r>
                        </m:e>
                        <m:sup>
                          <m:r>
                            <a:rPr lang="en-AU" b="0" i="1" smtClean="0">
                              <a:latin typeface="Cambria Math" panose="02040503050406030204" pitchFamily="18" charset="0"/>
                            </a:rPr>
                            <m:t>2</m:t>
                          </m:r>
                        </m:sup>
                      </m:sSup>
                    </m:oMath>
                  </m:oMathPara>
                </a14:m>
                <a:endParaRPr lang="en-AU" dirty="0"/>
              </a:p>
              <a:p>
                <a:pPr marL="0"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𝑀𝑇𝑇𝐹</m:t>
                      </m:r>
                      <m:d>
                        <m:dPr>
                          <m:ctrlPr>
                            <a:rPr lang="en-AU" b="0" i="1" smtClean="0">
                              <a:latin typeface="Cambria Math" panose="02040503050406030204" pitchFamily="18" charset="0"/>
                            </a:rPr>
                          </m:ctrlPr>
                        </m:dPr>
                        <m:e>
                          <m:r>
                            <a:rPr lang="en-AU" b="0" i="1" smtClean="0">
                              <a:latin typeface="Cambria Math" panose="02040503050406030204" pitchFamily="18" charset="0"/>
                            </a:rPr>
                            <m:t>𝑅𝑎𝑖</m:t>
                          </m:r>
                          <m:sSubSup>
                            <m:sSubSupPr>
                              <m:ctrlPr>
                                <a:rPr lang="en-AU" b="0" i="1" smtClean="0">
                                  <a:latin typeface="Cambria Math" panose="02040503050406030204" pitchFamily="18" charset="0"/>
                                </a:rPr>
                              </m:ctrlPr>
                            </m:sSubSupPr>
                            <m:e>
                              <m:r>
                                <a:rPr lang="en-AU" b="0" i="1" smtClean="0">
                                  <a:latin typeface="Cambria Math" panose="02040503050406030204" pitchFamily="18" charset="0"/>
                                </a:rPr>
                                <m:t>𝑑</m:t>
                              </m:r>
                            </m:e>
                            <m:sub>
                              <m:r>
                                <a:rPr lang="en-AU" b="0" i="1" smtClean="0">
                                  <a:latin typeface="Cambria Math" panose="02040503050406030204" pitchFamily="18" charset="0"/>
                                </a:rPr>
                                <m:t>3</m:t>
                              </m:r>
                            </m:sub>
                            <m:sup>
                              <m:r>
                                <a:rPr lang="en-AU" b="0" i="1" smtClean="0">
                                  <a:latin typeface="Cambria Math" panose="02040503050406030204" pitchFamily="18" charset="0"/>
                                </a:rPr>
                                <m:t>3</m:t>
                              </m:r>
                            </m:sup>
                          </m:sSubSup>
                        </m:e>
                      </m:d>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3</m:t>
                          </m:r>
                        </m:den>
                      </m:f>
                      <m:r>
                        <a:rPr lang="en-AU" i="1">
                          <a:latin typeface="Cambria Math" panose="02040503050406030204" pitchFamily="18" charset="0"/>
                        </a:rPr>
                        <m:t>×</m:t>
                      </m:r>
                      <m:sSup>
                        <m:sSupPr>
                          <m:ctrlPr>
                            <a:rPr lang="en-AU" i="1">
                              <a:latin typeface="Cambria Math" panose="02040503050406030204" pitchFamily="18" charset="0"/>
                            </a:rPr>
                          </m:ctrlPr>
                        </m:sSupPr>
                        <m:e>
                          <m:d>
                            <m:dPr>
                              <m:ctrlPr>
                                <a:rPr lang="en-AU" i="1">
                                  <a:latin typeface="Cambria Math" panose="02040503050406030204" pitchFamily="18" charset="0"/>
                                </a:rPr>
                              </m:ctrlPr>
                            </m:dPr>
                            <m:e>
                              <m:f>
                                <m:fPr>
                                  <m:ctrlPr>
                                    <a:rPr lang="en-AU" i="1">
                                      <a:latin typeface="Cambria Math" panose="02040503050406030204" pitchFamily="18" charset="0"/>
                                    </a:rPr>
                                  </m:ctrlPr>
                                </m:fPr>
                                <m:num>
                                  <m:r>
                                    <a:rPr lang="en-AU" i="1">
                                      <a:latin typeface="Cambria Math" panose="02040503050406030204" pitchFamily="18" charset="0"/>
                                    </a:rPr>
                                    <m:t>1</m:t>
                                  </m:r>
                                </m:num>
                                <m:den>
                                  <m:r>
                                    <a:rPr lang="en-AU" i="1">
                                      <a:latin typeface="Cambria Math" panose="02040503050406030204" pitchFamily="18" charset="0"/>
                                    </a:rPr>
                                    <m:t>𝑝</m:t>
                                  </m:r>
                                </m:den>
                              </m:f>
                            </m:e>
                          </m:d>
                        </m:e>
                        <m:sup>
                          <m:r>
                            <a:rPr lang="en-AU" i="1">
                              <a:latin typeface="Cambria Math" panose="02040503050406030204" pitchFamily="18" charset="0"/>
                            </a:rPr>
                            <m:t>2</m:t>
                          </m:r>
                        </m:sup>
                      </m:sSup>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3</m:t>
                          </m:r>
                        </m:den>
                      </m:f>
                      <m:r>
                        <a:rPr lang="en-AU" b="0" i="1" smtClean="0">
                          <a:latin typeface="Cambria Math" panose="02040503050406030204" pitchFamily="18" charset="0"/>
                        </a:rPr>
                        <m:t>𝑀𝑇𝑇𝐹</m:t>
                      </m:r>
                      <m:sSup>
                        <m:sSupPr>
                          <m:ctrlPr>
                            <a:rPr lang="en-AU" b="0" i="1" smtClean="0">
                              <a:latin typeface="Cambria Math" panose="02040503050406030204" pitchFamily="18" charset="0"/>
                            </a:rPr>
                          </m:ctrlPr>
                        </m:sSupPr>
                        <m:e>
                          <m:d>
                            <m:dPr>
                              <m:ctrlPr>
                                <a:rPr lang="en-AU" b="0" i="1" smtClean="0">
                                  <a:latin typeface="Cambria Math" panose="02040503050406030204" pitchFamily="18" charset="0"/>
                                </a:rPr>
                              </m:ctrlPr>
                            </m:dPr>
                            <m:e>
                              <m:r>
                                <a:rPr lang="en-AU" b="0" i="1" smtClean="0">
                                  <a:latin typeface="Cambria Math" panose="02040503050406030204" pitchFamily="18" charset="0"/>
                                </a:rPr>
                                <m:t>𝑑𝑖𝑠𝑘</m:t>
                              </m:r>
                            </m:e>
                          </m:d>
                        </m:e>
                        <m:sup>
                          <m:r>
                            <a:rPr lang="en-AU" b="0" i="1" smtClean="0">
                              <a:latin typeface="Cambria Math" panose="02040503050406030204" pitchFamily="18" charset="0"/>
                            </a:rPr>
                            <m:t>2</m:t>
                          </m:r>
                        </m:sup>
                      </m:sSup>
                    </m:oMath>
                  </m:oMathPara>
                </a14:m>
                <a:endParaRPr lang="en-AU" b="0" dirty="0"/>
              </a:p>
              <a:p>
                <a14:m>
                  <m:oMath xmlns:m="http://schemas.openxmlformats.org/officeDocument/2006/math">
                    <m:r>
                      <a:rPr lang="en-AU" b="0" i="1" smtClean="0">
                        <a:latin typeface="Cambria Math" panose="02040503050406030204" pitchFamily="18" charset="0"/>
                      </a:rPr>
                      <m:t>𝑀𝑇𝑇𝐹</m:t>
                    </m:r>
                    <m:d>
                      <m:dPr>
                        <m:ctrlPr>
                          <a:rPr lang="en-AU" b="0" i="1" smtClean="0">
                            <a:latin typeface="Cambria Math" panose="02040503050406030204" pitchFamily="18" charset="0"/>
                          </a:rPr>
                        </m:ctrlPr>
                      </m:dPr>
                      <m:e>
                        <m:r>
                          <a:rPr lang="en-AU" b="0" i="1" smtClean="0">
                            <a:latin typeface="Cambria Math" panose="02040503050406030204" pitchFamily="18" charset="0"/>
                          </a:rPr>
                          <m:t>𝑅𝑎𝑖</m:t>
                        </m:r>
                        <m:sSubSup>
                          <m:sSubSupPr>
                            <m:ctrlPr>
                              <a:rPr lang="en-AU" b="0" i="1" smtClean="0">
                                <a:latin typeface="Cambria Math" panose="02040503050406030204" pitchFamily="18" charset="0"/>
                              </a:rPr>
                            </m:ctrlPr>
                          </m:sSubSupPr>
                          <m:e>
                            <m:r>
                              <a:rPr lang="en-AU" b="0" i="1" smtClean="0">
                                <a:latin typeface="Cambria Math" panose="02040503050406030204" pitchFamily="18" charset="0"/>
                              </a:rPr>
                              <m:t>𝑑</m:t>
                            </m:r>
                          </m:e>
                          <m:sub>
                            <m:r>
                              <a:rPr lang="en-AU" b="0" i="1" smtClean="0">
                                <a:latin typeface="Cambria Math" panose="02040503050406030204" pitchFamily="18" charset="0"/>
                              </a:rPr>
                              <m:t>3</m:t>
                            </m:r>
                          </m:sub>
                          <m:sup>
                            <m:r>
                              <a:rPr lang="en-AU" b="0" i="1" smtClean="0">
                                <a:latin typeface="Cambria Math" panose="02040503050406030204" pitchFamily="18" charset="0"/>
                              </a:rPr>
                              <m:t>3</m:t>
                            </m:r>
                          </m:sup>
                        </m:sSubSup>
                      </m:e>
                    </m:d>
                    <m:r>
                      <a:rPr lang="en-AU" b="0" i="1" smtClean="0">
                        <a:latin typeface="Cambria Math" panose="02040503050406030204" pitchFamily="18" charset="0"/>
                      </a:rPr>
                      <m:t>?</m:t>
                    </m:r>
                    <m:r>
                      <a:rPr lang="en-AU" b="0" i="1" smtClean="0">
                        <a:latin typeface="Cambria Math" panose="02040503050406030204" pitchFamily="18" charset="0"/>
                      </a:rPr>
                      <m:t>𝑀𝑇𝑇𝐹</m:t>
                    </m:r>
                    <m:r>
                      <a:rPr lang="en-AU" b="0" i="1" smtClean="0">
                        <a:latin typeface="Cambria Math" panose="02040503050406030204" pitchFamily="18" charset="0"/>
                      </a:rPr>
                      <m:t>(</m:t>
                    </m:r>
                    <m:r>
                      <a:rPr lang="en-AU" b="0" i="1" smtClean="0">
                        <a:latin typeface="Cambria Math" panose="02040503050406030204" pitchFamily="18" charset="0"/>
                      </a:rPr>
                      <m:t>𝑅𝑎𝑖</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𝑑</m:t>
                        </m:r>
                      </m:e>
                      <m:sub>
                        <m:r>
                          <a:rPr lang="en-AU" b="0" i="1" smtClean="0">
                            <a:latin typeface="Cambria Math" panose="02040503050406030204" pitchFamily="18" charset="0"/>
                          </a:rPr>
                          <m:t>1</m:t>
                        </m:r>
                      </m:sub>
                    </m:sSub>
                    <m:r>
                      <a:rPr lang="en-AU" b="0" i="1" smtClean="0">
                        <a:latin typeface="Cambria Math" panose="02040503050406030204" pitchFamily="18" charset="0"/>
                      </a:rPr>
                      <m:t>)</m:t>
                    </m:r>
                  </m:oMath>
                </a14:m>
                <a:endParaRPr lang="en-AU" dirty="0"/>
              </a:p>
              <a:p>
                <a:pPr lvl="1"/>
                <a:r>
                  <a:rPr lang="en-AU" dirty="0"/>
                  <a:t>Which one is better?</a:t>
                </a:r>
              </a:p>
              <a:p>
                <a:pPr lvl="1"/>
                <a14:m>
                  <m:oMath xmlns:m="http://schemas.openxmlformats.org/officeDocument/2006/math">
                    <m:r>
                      <a:rPr lang="en-AU" b="0" i="1" smtClean="0">
                        <a:latin typeface="Cambria Math" panose="02040503050406030204" pitchFamily="18" charset="0"/>
                      </a:rPr>
                      <m:t>𝑀𝑇𝑇𝐹</m:t>
                    </m:r>
                    <m:d>
                      <m:dPr>
                        <m:ctrlPr>
                          <a:rPr lang="en-AU" b="0" i="1" smtClean="0">
                            <a:latin typeface="Cambria Math" panose="02040503050406030204" pitchFamily="18" charset="0"/>
                          </a:rPr>
                        </m:ctrlPr>
                      </m:dPr>
                      <m:e>
                        <m:r>
                          <a:rPr lang="en-AU" b="0" i="1" smtClean="0">
                            <a:latin typeface="Cambria Math" panose="02040503050406030204" pitchFamily="18" charset="0"/>
                          </a:rPr>
                          <m:t>𝑅𝑎𝑖</m:t>
                        </m:r>
                        <m:sSubSup>
                          <m:sSubSupPr>
                            <m:ctrlPr>
                              <a:rPr lang="en-AU" b="0" i="1" smtClean="0">
                                <a:latin typeface="Cambria Math" panose="02040503050406030204" pitchFamily="18" charset="0"/>
                              </a:rPr>
                            </m:ctrlPr>
                          </m:sSubSupPr>
                          <m:e>
                            <m:r>
                              <a:rPr lang="en-AU" b="0" i="1" smtClean="0">
                                <a:latin typeface="Cambria Math" panose="02040503050406030204" pitchFamily="18" charset="0"/>
                              </a:rPr>
                              <m:t>𝑑</m:t>
                            </m:r>
                          </m:e>
                          <m:sub>
                            <m:r>
                              <a:rPr lang="en-AU" b="0" i="1" smtClean="0">
                                <a:latin typeface="Cambria Math" panose="02040503050406030204" pitchFamily="18" charset="0"/>
                              </a:rPr>
                              <m:t>3</m:t>
                            </m:r>
                          </m:sub>
                          <m:sup>
                            <m:r>
                              <a:rPr lang="en-AU" b="0" i="1" smtClean="0">
                                <a:latin typeface="Cambria Math" panose="02040503050406030204" pitchFamily="18" charset="0"/>
                              </a:rPr>
                              <m:t>3</m:t>
                            </m:r>
                          </m:sup>
                        </m:sSubSup>
                      </m:e>
                    </m:d>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𝑀𝑇𝑇𝐹</m:t>
                        </m:r>
                        <m:d>
                          <m:dPr>
                            <m:ctrlPr>
                              <a:rPr lang="en-AU" b="0" i="1" smtClean="0">
                                <a:latin typeface="Cambria Math" panose="02040503050406030204" pitchFamily="18" charset="0"/>
                              </a:rPr>
                            </m:ctrlPr>
                          </m:dPr>
                          <m:e>
                            <m:r>
                              <a:rPr lang="en-AU" b="0" i="1" smtClean="0">
                                <a:latin typeface="Cambria Math" panose="02040503050406030204" pitchFamily="18" charset="0"/>
                              </a:rPr>
                              <m:t>𝑅𝑎𝑖</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𝑑</m:t>
                                </m:r>
                              </m:e>
                              <m:sub>
                                <m:r>
                                  <a:rPr lang="en-AU" b="0" i="1" smtClean="0">
                                    <a:latin typeface="Cambria Math" panose="02040503050406030204" pitchFamily="18" charset="0"/>
                                  </a:rPr>
                                  <m:t>1</m:t>
                                </m:r>
                              </m:sub>
                            </m:sSub>
                          </m:e>
                        </m:d>
                      </m:num>
                      <m:den>
                        <m:r>
                          <a:rPr lang="en-AU" b="0" i="1" smtClean="0">
                            <a:latin typeface="Cambria Math" panose="02040503050406030204" pitchFamily="18" charset="0"/>
                          </a:rPr>
                          <m:t>3</m:t>
                        </m:r>
                      </m:den>
                    </m:f>
                  </m:oMath>
                </a14:m>
                <a:endParaRPr lang="en-AU" dirty="0"/>
              </a:p>
              <a:p>
                <a:pPr lvl="1"/>
                <a14:m>
                  <m:oMath xmlns:m="http://schemas.openxmlformats.org/officeDocument/2006/math">
                    <m:r>
                      <a:rPr lang="en-AU" b="0" i="1" smtClean="0">
                        <a:latin typeface="Cambria Math" panose="02040503050406030204" pitchFamily="18" charset="0"/>
                      </a:rPr>
                      <m:t>𝑅𝑎𝑖</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𝑑</m:t>
                        </m:r>
                      </m:e>
                      <m:sub>
                        <m:r>
                          <a:rPr lang="en-AU" b="0" i="1" smtClean="0">
                            <a:latin typeface="Cambria Math" panose="02040503050406030204" pitchFamily="18" charset="0"/>
                          </a:rPr>
                          <m:t>1</m:t>
                        </m:r>
                      </m:sub>
                    </m:sSub>
                  </m:oMath>
                </a14:m>
                <a:r>
                  <a:rPr lang="en-AU" dirty="0"/>
                  <a:t> is better.</a:t>
                </a:r>
              </a:p>
            </p:txBody>
          </p:sp>
        </mc:Choice>
        <mc:Fallback xmlns="">
          <p:sp>
            <p:nvSpPr>
              <p:cNvPr id="3" name="Content Placeholder 2">
                <a:extLst>
                  <a:ext uri="{FF2B5EF4-FFF2-40B4-BE49-F238E27FC236}">
                    <a16:creationId xmlns:a16="http://schemas.microsoft.com/office/drawing/2014/main" id="{5E76D6EB-872F-4F8F-8BCE-71460BA295B2}"/>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AU">
                    <a:noFill/>
                  </a:rPr>
                  <a:t> </a:t>
                </a:r>
              </a:p>
            </p:txBody>
          </p:sp>
        </mc:Fallback>
      </mc:AlternateContent>
      <p:pic>
        <p:nvPicPr>
          <p:cNvPr id="5" name="Picture 4">
            <a:extLst>
              <a:ext uri="{FF2B5EF4-FFF2-40B4-BE49-F238E27FC236}">
                <a16:creationId xmlns:a16="http://schemas.microsoft.com/office/drawing/2014/main" id="{383A707E-9A15-438C-BF65-EB473BFB4FF5}"/>
              </a:ext>
            </a:extLst>
          </p:cNvPr>
          <p:cNvPicPr>
            <a:picLocks noChangeAspect="1"/>
          </p:cNvPicPr>
          <p:nvPr/>
        </p:nvPicPr>
        <p:blipFill>
          <a:blip r:embed="rId3"/>
          <a:stretch>
            <a:fillRect/>
          </a:stretch>
        </p:blipFill>
        <p:spPr>
          <a:xfrm>
            <a:off x="8439847" y="3990975"/>
            <a:ext cx="3752850" cy="2867025"/>
          </a:xfrm>
          <a:prstGeom prst="rect">
            <a:avLst/>
          </a:prstGeom>
        </p:spPr>
      </p:pic>
      <p:pic>
        <p:nvPicPr>
          <p:cNvPr id="7" name="Picture 6">
            <a:extLst>
              <a:ext uri="{FF2B5EF4-FFF2-40B4-BE49-F238E27FC236}">
                <a16:creationId xmlns:a16="http://schemas.microsoft.com/office/drawing/2014/main" id="{4715314C-4D6C-E817-6A40-A8D126DE465C}"/>
              </a:ext>
            </a:extLst>
          </p:cNvPr>
          <p:cNvPicPr>
            <a:picLocks noChangeAspect="1"/>
          </p:cNvPicPr>
          <p:nvPr/>
        </p:nvPicPr>
        <p:blipFill>
          <a:blip r:embed="rId4"/>
          <a:stretch>
            <a:fillRect/>
          </a:stretch>
        </p:blipFill>
        <p:spPr>
          <a:xfrm>
            <a:off x="9068497" y="2319110"/>
            <a:ext cx="1247775" cy="666750"/>
          </a:xfrm>
          <a:prstGeom prst="rect">
            <a:avLst/>
          </a:prstGeom>
        </p:spPr>
      </p:pic>
    </p:spTree>
    <p:extLst>
      <p:ext uri="{BB962C8B-B14F-4D97-AF65-F5344CB8AC3E}">
        <p14:creationId xmlns:p14="http://schemas.microsoft.com/office/powerpoint/2010/main" val="676051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D5D6B-3F2F-4805-9030-686158D409EC}"/>
              </a:ext>
            </a:extLst>
          </p:cNvPr>
          <p:cNvSpPr>
            <a:spLocks noGrp="1"/>
          </p:cNvSpPr>
          <p:nvPr>
            <p:ph type="title"/>
          </p:nvPr>
        </p:nvSpPr>
        <p:spPr/>
        <p:txBody>
          <a:bodyPr/>
          <a:lstStyle/>
          <a:p>
            <a:r>
              <a:rPr lang="en-AU" dirty="0"/>
              <a:t>Raid 4</a:t>
            </a:r>
          </a:p>
        </p:txBody>
      </p:sp>
      <p:sp>
        <p:nvSpPr>
          <p:cNvPr id="3" name="Content Placeholder 2">
            <a:extLst>
              <a:ext uri="{FF2B5EF4-FFF2-40B4-BE49-F238E27FC236}">
                <a16:creationId xmlns:a16="http://schemas.microsoft.com/office/drawing/2014/main" id="{47D9F576-64EB-4A0C-A455-2B4CF3817C93}"/>
              </a:ext>
            </a:extLst>
          </p:cNvPr>
          <p:cNvSpPr>
            <a:spLocks noGrp="1"/>
          </p:cNvSpPr>
          <p:nvPr>
            <p:ph idx="1"/>
          </p:nvPr>
        </p:nvSpPr>
        <p:spPr>
          <a:xfrm>
            <a:off x="845457" y="1825625"/>
            <a:ext cx="10515600" cy="4351338"/>
          </a:xfrm>
        </p:spPr>
        <p:txBody>
          <a:bodyPr/>
          <a:lstStyle/>
          <a:p>
            <a:r>
              <a:rPr lang="en-AU" dirty="0"/>
              <a:t>Similar to Raid 3, but stored at Block Level</a:t>
            </a:r>
          </a:p>
          <a:p>
            <a:r>
              <a:rPr lang="en-AU" dirty="0"/>
              <a:t>Advantages:</a:t>
            </a:r>
          </a:p>
          <a:p>
            <a:pPr lvl="1"/>
            <a:r>
              <a:rPr lang="en-AU" dirty="0"/>
              <a:t>Higher throughput.</a:t>
            </a:r>
          </a:p>
          <a:p>
            <a:r>
              <a:rPr lang="en-AU" dirty="0"/>
              <a:t>Disadvantages:</a:t>
            </a:r>
          </a:p>
          <a:p>
            <a:pPr lvl="1"/>
            <a:r>
              <a:rPr lang="en-AU" dirty="0"/>
              <a:t>Very slow writes</a:t>
            </a:r>
          </a:p>
          <a:p>
            <a:pPr lvl="2"/>
            <a:r>
              <a:rPr lang="en-AU" dirty="0"/>
              <a:t>Disk 3 	has more writes, as parity needs to be updated.</a:t>
            </a:r>
          </a:p>
          <a:p>
            <a:pPr lvl="2"/>
            <a:r>
              <a:rPr lang="en-AU" dirty="0"/>
              <a:t>How to handle this?</a:t>
            </a:r>
          </a:p>
          <a:p>
            <a:r>
              <a:rPr lang="en-AU" dirty="0"/>
              <a:t>What is the MTTF?</a:t>
            </a:r>
          </a:p>
          <a:p>
            <a:endParaRPr lang="en-AU" dirty="0"/>
          </a:p>
        </p:txBody>
      </p:sp>
      <p:pic>
        <p:nvPicPr>
          <p:cNvPr id="5" name="Picture 4">
            <a:extLst>
              <a:ext uri="{FF2B5EF4-FFF2-40B4-BE49-F238E27FC236}">
                <a16:creationId xmlns:a16="http://schemas.microsoft.com/office/drawing/2014/main" id="{4C5482A3-7B9B-4CE4-8D32-8D0DA632B77F}"/>
              </a:ext>
            </a:extLst>
          </p:cNvPr>
          <p:cNvPicPr>
            <a:picLocks noChangeAspect="1"/>
          </p:cNvPicPr>
          <p:nvPr/>
        </p:nvPicPr>
        <p:blipFill>
          <a:blip r:embed="rId2"/>
          <a:stretch>
            <a:fillRect/>
          </a:stretch>
        </p:blipFill>
        <p:spPr>
          <a:xfrm>
            <a:off x="8208111" y="3220263"/>
            <a:ext cx="3514725" cy="2714625"/>
          </a:xfrm>
          <a:prstGeom prst="rect">
            <a:avLst/>
          </a:prstGeom>
        </p:spPr>
      </p:pic>
    </p:spTree>
    <p:extLst>
      <p:ext uri="{BB962C8B-B14F-4D97-AF65-F5344CB8AC3E}">
        <p14:creationId xmlns:p14="http://schemas.microsoft.com/office/powerpoint/2010/main" val="1314513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1AE3D-5DB4-476A-B9EE-6D0A33F46784}"/>
              </a:ext>
            </a:extLst>
          </p:cNvPr>
          <p:cNvSpPr>
            <a:spLocks noGrp="1"/>
          </p:cNvSpPr>
          <p:nvPr>
            <p:ph type="title"/>
          </p:nvPr>
        </p:nvSpPr>
        <p:spPr/>
        <p:txBody>
          <a:bodyPr/>
          <a:lstStyle/>
          <a:p>
            <a:r>
              <a:rPr lang="en-AU" dirty="0"/>
              <a:t>Raid 5</a:t>
            </a:r>
          </a:p>
        </p:txBody>
      </p:sp>
      <p:sp>
        <p:nvSpPr>
          <p:cNvPr id="3" name="Content Placeholder 2">
            <a:extLst>
              <a:ext uri="{FF2B5EF4-FFF2-40B4-BE49-F238E27FC236}">
                <a16:creationId xmlns:a16="http://schemas.microsoft.com/office/drawing/2014/main" id="{1CFE90A7-5AE7-400E-80E2-54AC3454F64E}"/>
              </a:ext>
            </a:extLst>
          </p:cNvPr>
          <p:cNvSpPr>
            <a:spLocks noGrp="1"/>
          </p:cNvSpPr>
          <p:nvPr>
            <p:ph idx="1"/>
          </p:nvPr>
        </p:nvSpPr>
        <p:spPr/>
        <p:txBody>
          <a:bodyPr/>
          <a:lstStyle/>
          <a:p>
            <a:r>
              <a:rPr lang="en-AU" dirty="0"/>
              <a:t>Similar to Raid 4, but Parity is distributed among all disks.</a:t>
            </a:r>
          </a:p>
          <a:p>
            <a:r>
              <a:rPr lang="en-AU" dirty="0"/>
              <a:t>Advantages:</a:t>
            </a:r>
          </a:p>
          <a:p>
            <a:pPr lvl="1"/>
            <a:r>
              <a:rPr lang="en-AU" dirty="0"/>
              <a:t>Higher Throughput</a:t>
            </a:r>
          </a:p>
          <a:p>
            <a:pPr lvl="1"/>
            <a:r>
              <a:rPr lang="en-AU" dirty="0"/>
              <a:t>Better write speed compared to Raid 4</a:t>
            </a:r>
          </a:p>
          <a:p>
            <a:r>
              <a:rPr lang="en-AU" dirty="0"/>
              <a:t>What is the MTTF for Raid 5?</a:t>
            </a:r>
          </a:p>
          <a:p>
            <a:endParaRPr lang="en-AU" dirty="0"/>
          </a:p>
        </p:txBody>
      </p:sp>
      <p:pic>
        <p:nvPicPr>
          <p:cNvPr id="5" name="Picture 4">
            <a:extLst>
              <a:ext uri="{FF2B5EF4-FFF2-40B4-BE49-F238E27FC236}">
                <a16:creationId xmlns:a16="http://schemas.microsoft.com/office/drawing/2014/main" id="{8B0006B2-387A-4E19-B521-530FCBFA0E4A}"/>
              </a:ext>
            </a:extLst>
          </p:cNvPr>
          <p:cNvPicPr>
            <a:picLocks noChangeAspect="1"/>
          </p:cNvPicPr>
          <p:nvPr/>
        </p:nvPicPr>
        <p:blipFill>
          <a:blip r:embed="rId2"/>
          <a:stretch>
            <a:fillRect/>
          </a:stretch>
        </p:blipFill>
        <p:spPr>
          <a:xfrm>
            <a:off x="8020514" y="2816147"/>
            <a:ext cx="3733800" cy="3009900"/>
          </a:xfrm>
          <a:prstGeom prst="rect">
            <a:avLst/>
          </a:prstGeom>
        </p:spPr>
      </p:pic>
    </p:spTree>
    <p:extLst>
      <p:ext uri="{BB962C8B-B14F-4D97-AF65-F5344CB8AC3E}">
        <p14:creationId xmlns:p14="http://schemas.microsoft.com/office/powerpoint/2010/main" val="1099879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56984-EE0F-42D6-8E59-F198C7465DF4}"/>
              </a:ext>
            </a:extLst>
          </p:cNvPr>
          <p:cNvSpPr>
            <a:spLocks noGrp="1"/>
          </p:cNvSpPr>
          <p:nvPr>
            <p:ph type="title"/>
          </p:nvPr>
        </p:nvSpPr>
        <p:spPr/>
        <p:txBody>
          <a:bodyPr/>
          <a:lstStyle/>
          <a:p>
            <a:r>
              <a:rPr lang="en-AU" dirty="0"/>
              <a:t>Raid 6: </a:t>
            </a:r>
          </a:p>
        </p:txBody>
      </p:sp>
      <p:sp>
        <p:nvSpPr>
          <p:cNvPr id="3" name="Content Placeholder 2">
            <a:extLst>
              <a:ext uri="{FF2B5EF4-FFF2-40B4-BE49-F238E27FC236}">
                <a16:creationId xmlns:a16="http://schemas.microsoft.com/office/drawing/2014/main" id="{106F6336-2D23-4EFA-97FF-CF106BCEB7CB}"/>
              </a:ext>
            </a:extLst>
          </p:cNvPr>
          <p:cNvSpPr>
            <a:spLocks noGrp="1"/>
          </p:cNvSpPr>
          <p:nvPr>
            <p:ph idx="1"/>
          </p:nvPr>
        </p:nvSpPr>
        <p:spPr/>
        <p:txBody>
          <a:bodyPr/>
          <a:lstStyle/>
          <a:p>
            <a:r>
              <a:rPr lang="en-AU" dirty="0"/>
              <a:t>Extension of Raid 5 with two more disks</a:t>
            </a:r>
          </a:p>
          <a:p>
            <a:r>
              <a:rPr lang="en-AU" dirty="0"/>
              <a:t>Parities are stored in a way to insure recovery in the case of two failures.</a:t>
            </a:r>
          </a:p>
          <a:p>
            <a:r>
              <a:rPr lang="en-AU" dirty="0"/>
              <a:t>Advantages:</a:t>
            </a:r>
          </a:p>
          <a:p>
            <a:pPr lvl="1"/>
            <a:r>
              <a:rPr lang="en-AU" dirty="0"/>
              <a:t>Higher Throughput</a:t>
            </a:r>
          </a:p>
          <a:p>
            <a:pPr lvl="1"/>
            <a:r>
              <a:rPr lang="en-AU" dirty="0"/>
              <a:t>Longer MTTF</a:t>
            </a:r>
          </a:p>
          <a:p>
            <a:r>
              <a:rPr lang="en-AU" dirty="0"/>
              <a:t>What is MTTF?</a:t>
            </a:r>
          </a:p>
          <a:p>
            <a:pPr lvl="1"/>
            <a:endParaRPr lang="en-AU" dirty="0"/>
          </a:p>
          <a:p>
            <a:endParaRPr lang="en-AU" dirty="0"/>
          </a:p>
        </p:txBody>
      </p:sp>
      <p:pic>
        <p:nvPicPr>
          <p:cNvPr id="7" name="Picture 6">
            <a:extLst>
              <a:ext uri="{FF2B5EF4-FFF2-40B4-BE49-F238E27FC236}">
                <a16:creationId xmlns:a16="http://schemas.microsoft.com/office/drawing/2014/main" id="{A9F30E43-8A0F-4760-B81C-E1DBFE81FE57}"/>
              </a:ext>
            </a:extLst>
          </p:cNvPr>
          <p:cNvPicPr>
            <a:picLocks noChangeAspect="1"/>
          </p:cNvPicPr>
          <p:nvPr/>
        </p:nvPicPr>
        <p:blipFill>
          <a:blip r:embed="rId2"/>
          <a:stretch>
            <a:fillRect/>
          </a:stretch>
        </p:blipFill>
        <p:spPr>
          <a:xfrm>
            <a:off x="5713489" y="3844925"/>
            <a:ext cx="6296025" cy="2647950"/>
          </a:xfrm>
          <a:prstGeom prst="rect">
            <a:avLst/>
          </a:prstGeom>
        </p:spPr>
      </p:pic>
    </p:spTree>
    <p:extLst>
      <p:ext uri="{BB962C8B-B14F-4D97-AF65-F5344CB8AC3E}">
        <p14:creationId xmlns:p14="http://schemas.microsoft.com/office/powerpoint/2010/main" val="283838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328D4-2226-4322-96F5-762D56C72581}"/>
              </a:ext>
            </a:extLst>
          </p:cNvPr>
          <p:cNvSpPr>
            <a:spLocks noGrp="1"/>
          </p:cNvSpPr>
          <p:nvPr>
            <p:ph type="title"/>
          </p:nvPr>
        </p:nvSpPr>
        <p:spPr/>
        <p:txBody>
          <a:bodyPr/>
          <a:lstStyle/>
          <a:p>
            <a:r>
              <a:rPr lang="en-AU" dirty="0"/>
              <a:t>Raid 6: MTTF (Breakout rooms)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AB435F-FF34-4499-B263-CD37F65A2CB3}"/>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𝑃</m:t>
                      </m:r>
                      <m:d>
                        <m:dPr>
                          <m:ctrlPr>
                            <a:rPr lang="en-AU" b="0" i="1" smtClean="0">
                              <a:latin typeface="Cambria Math" panose="02040503050406030204" pitchFamily="18" charset="0"/>
                            </a:rPr>
                          </m:ctrlPr>
                        </m:dPr>
                        <m:e>
                          <m:r>
                            <a:rPr lang="en-AU" b="0" i="1" smtClean="0">
                              <a:latin typeface="Cambria Math" panose="02040503050406030204" pitchFamily="18" charset="0"/>
                            </a:rPr>
                            <m:t>𝐹𝑎𝑖𝑙𝑢𝑟𝑒</m:t>
                          </m:r>
                        </m:e>
                      </m:d>
                      <m:r>
                        <a:rPr lang="en-AU" b="0" i="1" smtClean="0">
                          <a:latin typeface="Cambria Math" panose="02040503050406030204" pitchFamily="18" charset="0"/>
                        </a:rPr>
                        <m:t>=</m:t>
                      </m:r>
                      <m:r>
                        <a:rPr lang="en-AU" b="0" i="1" smtClean="0">
                          <a:latin typeface="Cambria Math" panose="02040503050406030204" pitchFamily="18" charset="0"/>
                        </a:rPr>
                        <m:t>𝑃</m:t>
                      </m:r>
                      <m:d>
                        <m:dPr>
                          <m:ctrlPr>
                            <a:rPr lang="en-AU" b="0" i="1" smtClean="0">
                              <a:latin typeface="Cambria Math" panose="02040503050406030204" pitchFamily="18" charset="0"/>
                            </a:rPr>
                          </m:ctrlPr>
                        </m:dPr>
                        <m:e>
                          <m:r>
                            <a:rPr lang="en-AU" b="0" i="1" smtClean="0">
                              <a:latin typeface="Cambria Math" panose="02040503050406030204" pitchFamily="18" charset="0"/>
                            </a:rPr>
                            <m:t>𝐴</m:t>
                          </m:r>
                          <m:r>
                            <a:rPr lang="en-AU" b="0" i="1" smtClean="0">
                              <a:latin typeface="Cambria Math" panose="02040503050406030204" pitchFamily="18" charset="0"/>
                            </a:rPr>
                            <m:t>&amp;</m:t>
                          </m:r>
                          <m:r>
                            <a:rPr lang="en-AU" b="0" i="1" smtClean="0">
                              <a:latin typeface="Cambria Math" panose="02040503050406030204" pitchFamily="18" charset="0"/>
                            </a:rPr>
                            <m:t>𝐵</m:t>
                          </m:r>
                          <m:r>
                            <a:rPr lang="en-AU" b="0" i="1" smtClean="0">
                              <a:latin typeface="Cambria Math" panose="02040503050406030204" pitchFamily="18" charset="0"/>
                            </a:rPr>
                            <m:t>&amp;</m:t>
                          </m:r>
                          <m:r>
                            <a:rPr lang="en-AU" b="0" i="1" smtClean="0">
                              <a:latin typeface="Cambria Math" panose="02040503050406030204" pitchFamily="18" charset="0"/>
                            </a:rPr>
                            <m:t>𝐶</m:t>
                          </m:r>
                        </m:e>
                      </m:d>
                      <m:r>
                        <a:rPr lang="en-AU" b="0" i="1" smtClean="0">
                          <a:latin typeface="Cambria Math" panose="02040503050406030204" pitchFamily="18" charset="0"/>
                        </a:rPr>
                        <m:t>+</m:t>
                      </m:r>
                      <m:r>
                        <a:rPr lang="en-AU" b="0" i="1" smtClean="0">
                          <a:latin typeface="Cambria Math" panose="02040503050406030204" pitchFamily="18" charset="0"/>
                        </a:rPr>
                        <m:t>𝑃</m:t>
                      </m:r>
                      <m:d>
                        <m:dPr>
                          <m:ctrlPr>
                            <a:rPr lang="en-AU" b="0" i="1" smtClean="0">
                              <a:latin typeface="Cambria Math" panose="02040503050406030204" pitchFamily="18" charset="0"/>
                            </a:rPr>
                          </m:ctrlPr>
                        </m:dPr>
                        <m:e>
                          <m:r>
                            <a:rPr lang="en-AU" b="0" i="1" smtClean="0">
                              <a:latin typeface="Cambria Math" panose="02040503050406030204" pitchFamily="18" charset="0"/>
                            </a:rPr>
                            <m:t>𝐴</m:t>
                          </m:r>
                          <m:r>
                            <a:rPr lang="en-AU" b="0" i="1" smtClean="0">
                              <a:latin typeface="Cambria Math" panose="02040503050406030204" pitchFamily="18" charset="0"/>
                            </a:rPr>
                            <m:t>&amp;</m:t>
                          </m:r>
                          <m:r>
                            <a:rPr lang="en-AU" b="0" i="1" smtClean="0">
                              <a:latin typeface="Cambria Math" panose="02040503050406030204" pitchFamily="18" charset="0"/>
                            </a:rPr>
                            <m:t>𝐵</m:t>
                          </m:r>
                          <m:r>
                            <a:rPr lang="en-AU" b="0" i="1" smtClean="0">
                              <a:latin typeface="Cambria Math" panose="02040503050406030204" pitchFamily="18" charset="0"/>
                            </a:rPr>
                            <m:t>&amp;</m:t>
                          </m:r>
                          <m:r>
                            <a:rPr lang="en-AU" b="0" i="1" smtClean="0">
                              <a:latin typeface="Cambria Math" panose="02040503050406030204" pitchFamily="18" charset="0"/>
                            </a:rPr>
                            <m:t>𝐷</m:t>
                          </m:r>
                        </m:e>
                      </m:d>
                      <m:r>
                        <a:rPr lang="en-AU" b="0" i="1" smtClean="0">
                          <a:latin typeface="Cambria Math" panose="02040503050406030204" pitchFamily="18" charset="0"/>
                        </a:rPr>
                        <m:t>+ …</m:t>
                      </m:r>
                    </m:oMath>
                  </m:oMathPara>
                </a14:m>
                <a:endParaRPr lang="en-AU" b="0" dirty="0"/>
              </a:p>
              <a:p>
                <a:pPr marL="0" indent="0">
                  <a:buNone/>
                </a:pPr>
                <a14:m>
                  <m:oMathPara xmlns:m="http://schemas.openxmlformats.org/officeDocument/2006/math">
                    <m:oMathParaPr>
                      <m:jc m:val="centerGroup"/>
                    </m:oMathParaPr>
                    <m:oMath xmlns:m="http://schemas.openxmlformats.org/officeDocument/2006/math">
                      <m:r>
                        <a:rPr lang="en-AU" i="1">
                          <a:latin typeface="Cambria Math" panose="02040503050406030204" pitchFamily="18" charset="0"/>
                        </a:rPr>
                        <m:t>𝑃</m:t>
                      </m:r>
                      <m:d>
                        <m:dPr>
                          <m:ctrlPr>
                            <a:rPr lang="en-AU" i="1">
                              <a:latin typeface="Cambria Math" panose="02040503050406030204" pitchFamily="18" charset="0"/>
                            </a:rPr>
                          </m:ctrlPr>
                        </m:dPr>
                        <m:e>
                          <m:r>
                            <a:rPr lang="en-AU" i="1">
                              <a:latin typeface="Cambria Math" panose="02040503050406030204" pitchFamily="18" charset="0"/>
                            </a:rPr>
                            <m:t>𝐹𝑎𝑖𝑙𝑢𝑟𝑒</m:t>
                          </m:r>
                        </m:e>
                      </m:d>
                      <m:r>
                        <a:rPr lang="en-AU" b="0" i="1" smtClean="0">
                          <a:latin typeface="Cambria Math" panose="02040503050406030204" pitchFamily="18" charset="0"/>
                        </a:rPr>
                        <m:t>=</m:t>
                      </m:r>
                      <m:d>
                        <m:dPr>
                          <m:ctrlPr>
                            <a:rPr lang="en-AU" i="1">
                              <a:latin typeface="Cambria Math" panose="02040503050406030204" pitchFamily="18" charset="0"/>
                            </a:rPr>
                          </m:ctrlPr>
                        </m:dPr>
                        <m:e>
                          <m:f>
                            <m:fPr>
                              <m:type m:val="noBar"/>
                              <m:ctrlPr>
                                <a:rPr lang="en-AU" i="1">
                                  <a:latin typeface="Cambria Math" panose="02040503050406030204" pitchFamily="18" charset="0"/>
                                </a:rPr>
                              </m:ctrlPr>
                            </m:fPr>
                            <m:num>
                              <m:r>
                                <a:rPr lang="en-AU" b="0" i="1" smtClean="0">
                                  <a:latin typeface="Cambria Math" panose="02040503050406030204" pitchFamily="18" charset="0"/>
                                </a:rPr>
                                <m:t>5</m:t>
                              </m:r>
                            </m:num>
                            <m:den>
                              <m:r>
                                <a:rPr lang="en-AU" b="0" i="1" smtClean="0">
                                  <a:latin typeface="Cambria Math" panose="02040503050406030204" pitchFamily="18" charset="0"/>
                                </a:rPr>
                                <m:t>3</m:t>
                              </m:r>
                            </m:den>
                          </m:f>
                        </m:e>
                      </m:d>
                      <m:sSup>
                        <m:sSupPr>
                          <m:ctrlPr>
                            <a:rPr lang="en-AU" b="0" i="1" smtClean="0">
                              <a:latin typeface="Cambria Math" panose="02040503050406030204" pitchFamily="18" charset="0"/>
                            </a:rPr>
                          </m:ctrlPr>
                        </m:sSupPr>
                        <m:e>
                          <m:r>
                            <a:rPr lang="en-AU" b="0" i="1" smtClean="0">
                              <a:latin typeface="Cambria Math" panose="02040503050406030204" pitchFamily="18" charset="0"/>
                            </a:rPr>
                            <m:t>𝑝</m:t>
                          </m:r>
                        </m:e>
                        <m:sup>
                          <m:r>
                            <a:rPr lang="en-AU" b="0" i="1" smtClean="0">
                              <a:latin typeface="Cambria Math" panose="02040503050406030204" pitchFamily="18" charset="0"/>
                            </a:rPr>
                            <m:t>3</m:t>
                          </m:r>
                        </m:sup>
                      </m:sSup>
                      <m:r>
                        <a:rPr lang="en-AU" b="0" i="1" smtClean="0">
                          <a:latin typeface="Cambria Math" panose="02040503050406030204" pitchFamily="18" charset="0"/>
                        </a:rPr>
                        <m:t>=10</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𝑝</m:t>
                          </m:r>
                        </m:e>
                        <m:sup>
                          <m:r>
                            <a:rPr lang="en-AU" b="0" i="1" smtClean="0">
                              <a:latin typeface="Cambria Math" panose="02040503050406030204" pitchFamily="18" charset="0"/>
                            </a:rPr>
                            <m:t>3</m:t>
                          </m:r>
                        </m:sup>
                      </m:sSup>
                    </m:oMath>
                  </m:oMathPara>
                </a14:m>
                <a:endParaRPr lang="en-AU" dirty="0"/>
              </a:p>
              <a:p>
                <a:pPr marL="0"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𝑀𝑇𝑇𝐹</m:t>
                      </m:r>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10</m:t>
                          </m:r>
                        </m:den>
                      </m:f>
                      <m:r>
                        <a:rPr lang="en-AU" b="0" i="1" smtClean="0">
                          <a:latin typeface="Cambria Math" panose="02040503050406030204" pitchFamily="18" charset="0"/>
                        </a:rPr>
                        <m:t>×</m:t>
                      </m:r>
                      <m:sSup>
                        <m:sSupPr>
                          <m:ctrlPr>
                            <a:rPr lang="en-AU" b="0" i="1" smtClean="0">
                              <a:latin typeface="Cambria Math" panose="02040503050406030204" pitchFamily="18" charset="0"/>
                            </a:rPr>
                          </m:ctrlPr>
                        </m:sSupPr>
                        <m:e>
                          <m:d>
                            <m:dPr>
                              <m:ctrlPr>
                                <a:rPr lang="en-AU" b="0" i="1" smtClean="0">
                                  <a:latin typeface="Cambria Math" panose="02040503050406030204" pitchFamily="18" charset="0"/>
                                </a:rPr>
                              </m:ctrlPr>
                            </m:dPr>
                            <m:e>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𝑝</m:t>
                                  </m:r>
                                </m:den>
                              </m:f>
                            </m:e>
                          </m:d>
                        </m:e>
                        <m:sup>
                          <m:r>
                            <a:rPr lang="en-AU" b="0" i="1" smtClean="0">
                              <a:latin typeface="Cambria Math" panose="02040503050406030204" pitchFamily="18" charset="0"/>
                            </a:rPr>
                            <m:t>3</m:t>
                          </m:r>
                        </m:sup>
                      </m:sSup>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10</m:t>
                          </m:r>
                        </m:den>
                      </m:f>
                      <m:r>
                        <a:rPr lang="en-AU" b="0" i="1" smtClean="0">
                          <a:latin typeface="Cambria Math" panose="02040503050406030204" pitchFamily="18" charset="0"/>
                        </a:rPr>
                        <m:t>𝑀𝑇𝑇𝐹</m:t>
                      </m:r>
                      <m:sSup>
                        <m:sSupPr>
                          <m:ctrlPr>
                            <a:rPr lang="en-AU" b="0" i="1" smtClean="0">
                              <a:latin typeface="Cambria Math" panose="02040503050406030204" pitchFamily="18" charset="0"/>
                            </a:rPr>
                          </m:ctrlPr>
                        </m:sSupPr>
                        <m:e>
                          <m:d>
                            <m:dPr>
                              <m:ctrlPr>
                                <a:rPr lang="en-AU" b="0" i="1" smtClean="0">
                                  <a:latin typeface="Cambria Math" panose="02040503050406030204" pitchFamily="18" charset="0"/>
                                </a:rPr>
                              </m:ctrlPr>
                            </m:dPr>
                            <m:e>
                              <m:r>
                                <a:rPr lang="en-AU" b="0" i="1" smtClean="0">
                                  <a:latin typeface="Cambria Math" panose="02040503050406030204" pitchFamily="18" charset="0"/>
                                </a:rPr>
                                <m:t>𝑑𝑖𝑠𝑘</m:t>
                              </m:r>
                            </m:e>
                          </m:d>
                        </m:e>
                        <m:sup>
                          <m:r>
                            <a:rPr lang="en-AU" b="0" i="1" smtClean="0">
                              <a:latin typeface="Cambria Math" panose="02040503050406030204" pitchFamily="18" charset="0"/>
                            </a:rPr>
                            <m:t>3</m:t>
                          </m:r>
                        </m:sup>
                      </m:sSup>
                    </m:oMath>
                  </m:oMathPara>
                </a14:m>
                <a:endParaRPr lang="en-AU" dirty="0"/>
              </a:p>
            </p:txBody>
          </p:sp>
        </mc:Choice>
        <mc:Fallback xmlns="">
          <p:sp>
            <p:nvSpPr>
              <p:cNvPr id="3" name="Content Placeholder 2">
                <a:extLst>
                  <a:ext uri="{FF2B5EF4-FFF2-40B4-BE49-F238E27FC236}">
                    <a16:creationId xmlns:a16="http://schemas.microsoft.com/office/drawing/2014/main" id="{B2AB435F-FF34-4499-B263-CD37F65A2CB3}"/>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25748930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17662-9283-6DE7-DF9C-AE8D9BF532D9}"/>
              </a:ext>
            </a:extLst>
          </p:cNvPr>
          <p:cNvSpPr>
            <a:spLocks noGrp="1"/>
          </p:cNvSpPr>
          <p:nvPr>
            <p:ph type="title"/>
          </p:nvPr>
        </p:nvSpPr>
        <p:spPr/>
        <p:txBody>
          <a:bodyPr/>
          <a:lstStyle/>
          <a:p>
            <a:r>
              <a:rPr lang="en-AU" dirty="0"/>
              <a:t>Question 1</a:t>
            </a:r>
          </a:p>
        </p:txBody>
      </p:sp>
      <p:sp>
        <p:nvSpPr>
          <p:cNvPr id="3" name="Content Placeholder 2">
            <a:extLst>
              <a:ext uri="{FF2B5EF4-FFF2-40B4-BE49-F238E27FC236}">
                <a16:creationId xmlns:a16="http://schemas.microsoft.com/office/drawing/2014/main" id="{52163186-D196-7AF8-3F57-3B0466ECB4B6}"/>
              </a:ext>
            </a:extLst>
          </p:cNvPr>
          <p:cNvSpPr>
            <a:spLocks noGrp="1"/>
          </p:cNvSpPr>
          <p:nvPr>
            <p:ph idx="1"/>
          </p:nvPr>
        </p:nvSpPr>
        <p:spPr/>
        <p:txBody>
          <a:bodyPr/>
          <a:lstStyle/>
          <a:p>
            <a:r>
              <a:rPr lang="en-AU" dirty="0"/>
              <a:t>Which of the following RAID configurations that we saw in class has the lowest disk space utilization? Your answer needs to have explanations with calculations for each case. </a:t>
            </a:r>
          </a:p>
          <a:p>
            <a:r>
              <a:rPr lang="en-AU" dirty="0"/>
              <a:t>(a) RAID 0 with 2 disks </a:t>
            </a:r>
          </a:p>
          <a:p>
            <a:r>
              <a:rPr lang="en-AU" dirty="0"/>
              <a:t>(b) RAID 1 with 2 disks </a:t>
            </a:r>
          </a:p>
          <a:p>
            <a:r>
              <a:rPr lang="en-AU" dirty="0"/>
              <a:t>(c) RAID 3 with 3 disks </a:t>
            </a:r>
          </a:p>
          <a:p>
            <a:r>
              <a:rPr lang="en-AU" dirty="0"/>
              <a:t>Where does this lack of utilization of space go, i.e., where we can use such a configuration as it has some benefits gained due to the loss of space utilization? </a:t>
            </a:r>
          </a:p>
          <a:p>
            <a:endParaRPr lang="en-AU" dirty="0"/>
          </a:p>
        </p:txBody>
      </p:sp>
    </p:spTree>
    <p:extLst>
      <p:ext uri="{BB962C8B-B14F-4D97-AF65-F5344CB8AC3E}">
        <p14:creationId xmlns:p14="http://schemas.microsoft.com/office/powerpoint/2010/main" val="27632402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0BCF9-ED46-7FCB-05EB-04958A9718A4}"/>
              </a:ext>
            </a:extLst>
          </p:cNvPr>
          <p:cNvSpPr>
            <a:spLocks noGrp="1"/>
          </p:cNvSpPr>
          <p:nvPr>
            <p:ph type="title"/>
          </p:nvPr>
        </p:nvSpPr>
        <p:spPr/>
        <p:txBody>
          <a:bodyPr/>
          <a:lstStyle/>
          <a:p>
            <a:r>
              <a:rPr lang="en-AU" dirty="0"/>
              <a:t>Question 1- Solution</a:t>
            </a:r>
          </a:p>
        </p:txBody>
      </p:sp>
      <p:sp>
        <p:nvSpPr>
          <p:cNvPr id="3" name="Content Placeholder 2">
            <a:extLst>
              <a:ext uri="{FF2B5EF4-FFF2-40B4-BE49-F238E27FC236}">
                <a16:creationId xmlns:a16="http://schemas.microsoft.com/office/drawing/2014/main" id="{7576F7C8-1B1B-8FA8-A613-DB5EC5AA17F7}"/>
              </a:ext>
            </a:extLst>
          </p:cNvPr>
          <p:cNvSpPr>
            <a:spLocks noGrp="1"/>
          </p:cNvSpPr>
          <p:nvPr>
            <p:ph idx="1"/>
          </p:nvPr>
        </p:nvSpPr>
        <p:spPr/>
        <p:txBody>
          <a:bodyPr>
            <a:normAutofit lnSpcReduction="10000"/>
          </a:bodyPr>
          <a:lstStyle/>
          <a:p>
            <a:r>
              <a:rPr lang="en-AU" dirty="0"/>
              <a:t>(a) RAID 0 with 2 disks </a:t>
            </a:r>
          </a:p>
          <a:p>
            <a:pPr lvl="1"/>
            <a:r>
              <a:rPr lang="en-AU" dirty="0">
                <a:solidFill>
                  <a:schemeClr val="accent5">
                    <a:lumMod val="75000"/>
                  </a:schemeClr>
                </a:solidFill>
              </a:rPr>
              <a:t>In case 1, the space utilization is 100% because the two disks store contiguous blocks of a file in RAID 0. </a:t>
            </a:r>
          </a:p>
          <a:p>
            <a:r>
              <a:rPr lang="en-AU" dirty="0"/>
              <a:t>(b) RAID 1 with 2 disks </a:t>
            </a:r>
          </a:p>
          <a:p>
            <a:pPr lvl="1"/>
            <a:r>
              <a:rPr lang="en-AU" dirty="0">
                <a:solidFill>
                  <a:schemeClr val="accent5">
                    <a:lumMod val="75000"/>
                  </a:schemeClr>
                </a:solidFill>
              </a:rPr>
              <a:t>In case 2, the space utilization is 50% because RAID 1 uses mirroring. MTTF increases so for cases where a disk can fail easily this is good. The system operates even when a disk fails. </a:t>
            </a:r>
          </a:p>
          <a:p>
            <a:r>
              <a:rPr lang="en-AU" dirty="0"/>
              <a:t>(c) RAID 3 with 3 disks </a:t>
            </a:r>
          </a:p>
          <a:p>
            <a:pPr lvl="1"/>
            <a:r>
              <a:rPr lang="en-AU" dirty="0">
                <a:solidFill>
                  <a:schemeClr val="accent5">
                    <a:lumMod val="75000"/>
                  </a:schemeClr>
                </a:solidFill>
              </a:rPr>
              <a:t>In case 3, the space utilization is (3-1)/3=66.7 because RAID 3 uses one disk for storing parity data.</a:t>
            </a:r>
          </a:p>
          <a:p>
            <a:r>
              <a:rPr lang="en-AU" dirty="0">
                <a:solidFill>
                  <a:schemeClr val="accent5">
                    <a:lumMod val="75000"/>
                  </a:schemeClr>
                </a:solidFill>
              </a:rPr>
              <a:t>Therefore case 2 has the lowest disk utilization.</a:t>
            </a:r>
          </a:p>
        </p:txBody>
      </p:sp>
    </p:spTree>
    <p:extLst>
      <p:ext uri="{BB962C8B-B14F-4D97-AF65-F5344CB8AC3E}">
        <p14:creationId xmlns:p14="http://schemas.microsoft.com/office/powerpoint/2010/main" val="575760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1378C-2496-2089-4A0B-C9570F9E627D}"/>
              </a:ext>
            </a:extLst>
          </p:cNvPr>
          <p:cNvSpPr>
            <a:spLocks noGrp="1"/>
          </p:cNvSpPr>
          <p:nvPr>
            <p:ph type="title"/>
          </p:nvPr>
        </p:nvSpPr>
        <p:spPr/>
        <p:txBody>
          <a:bodyPr/>
          <a:lstStyle/>
          <a:p>
            <a:r>
              <a:rPr lang="en-AU" dirty="0"/>
              <a:t>Question 2</a:t>
            </a:r>
          </a:p>
        </p:txBody>
      </p:sp>
      <p:sp>
        <p:nvSpPr>
          <p:cNvPr id="3" name="Content Placeholder 2">
            <a:extLst>
              <a:ext uri="{FF2B5EF4-FFF2-40B4-BE49-F238E27FC236}">
                <a16:creationId xmlns:a16="http://schemas.microsoft.com/office/drawing/2014/main" id="{9A0E3840-9B01-D965-77B3-B0274C42DED8}"/>
              </a:ext>
            </a:extLst>
          </p:cNvPr>
          <p:cNvSpPr>
            <a:spLocks noGrp="1"/>
          </p:cNvSpPr>
          <p:nvPr>
            <p:ph idx="1"/>
          </p:nvPr>
        </p:nvSpPr>
        <p:spPr/>
        <p:txBody>
          <a:bodyPr>
            <a:normAutofit/>
          </a:bodyPr>
          <a:lstStyle/>
          <a:p>
            <a:r>
              <a:rPr lang="en-AU" dirty="0"/>
              <a:t>We start with question 2. What is the mean time to failure value for different RAID systems, please review/discuss?</a:t>
            </a:r>
          </a:p>
          <a:p>
            <a:pPr indent="0">
              <a:buNone/>
            </a:pPr>
            <a:r>
              <a:rPr lang="en-AU" sz="1800" dirty="0">
                <a:effectLst/>
                <a:latin typeface="Calibri" panose="020F0502020204030204" pitchFamily="34" charset="0"/>
                <a:ea typeface="DengXian" panose="02010600030101010101" pitchFamily="2" charset="-122"/>
                <a:cs typeface="Calibri" panose="020F0502020204030204" pitchFamily="34" charset="0"/>
              </a:rPr>
              <a:t>a. RAID 0 with 2 disks </a:t>
            </a:r>
            <a:endParaRPr lang="en-AU" sz="1800" dirty="0">
              <a:effectLst/>
              <a:latin typeface="Calibri" panose="020F0502020204030204" pitchFamily="34" charset="0"/>
              <a:ea typeface="DengXian" panose="02010600030101010101" pitchFamily="2" charset="-122"/>
              <a:cs typeface="Arial" panose="020B0604020202020204" pitchFamily="34" charset="0"/>
            </a:endParaRPr>
          </a:p>
          <a:p>
            <a:pPr indent="0">
              <a:buNone/>
            </a:pPr>
            <a:r>
              <a:rPr lang="en-AU" sz="1800" dirty="0">
                <a:effectLst/>
                <a:latin typeface="Calibri" panose="020F0502020204030204" pitchFamily="34" charset="0"/>
                <a:ea typeface="DengXian" panose="02010600030101010101" pitchFamily="2" charset="-122"/>
                <a:cs typeface="Calibri" panose="020F0502020204030204" pitchFamily="34" charset="0"/>
              </a:rPr>
              <a:t>b. RAID 2 with 2 disks </a:t>
            </a:r>
            <a:endParaRPr lang="en-AU" sz="1800" dirty="0">
              <a:effectLst/>
              <a:latin typeface="Calibri" panose="020F0502020204030204" pitchFamily="34" charset="0"/>
              <a:ea typeface="DengXian" panose="02010600030101010101" pitchFamily="2" charset="-122"/>
              <a:cs typeface="Arial" panose="020B0604020202020204" pitchFamily="34" charset="0"/>
            </a:endParaRPr>
          </a:p>
          <a:p>
            <a:pPr indent="0">
              <a:buNone/>
            </a:pPr>
            <a:r>
              <a:rPr lang="en-AU" sz="1800" dirty="0">
                <a:effectLst/>
                <a:latin typeface="Calibri" panose="020F0502020204030204" pitchFamily="34" charset="0"/>
                <a:ea typeface="DengXian" panose="02010600030101010101" pitchFamily="2" charset="-122"/>
                <a:cs typeface="Calibri" panose="020F0502020204030204" pitchFamily="34" charset="0"/>
              </a:rPr>
              <a:t>c. RAID 1 with 2 disks </a:t>
            </a:r>
            <a:endParaRPr lang="en-AU" sz="1800" dirty="0">
              <a:effectLst/>
              <a:latin typeface="Calibri" panose="020F0502020204030204" pitchFamily="34" charset="0"/>
              <a:ea typeface="DengXian" panose="02010600030101010101" pitchFamily="2" charset="-122"/>
              <a:cs typeface="Arial" panose="020B0604020202020204" pitchFamily="34" charset="0"/>
            </a:endParaRPr>
          </a:p>
          <a:p>
            <a:pPr indent="0">
              <a:buNone/>
            </a:pPr>
            <a:r>
              <a:rPr lang="en-AU" sz="1800" dirty="0">
                <a:effectLst/>
                <a:latin typeface="Calibri" panose="020F0502020204030204" pitchFamily="34" charset="0"/>
                <a:ea typeface="DengXian" panose="02010600030101010101" pitchFamily="2" charset="-122"/>
                <a:cs typeface="Calibri" panose="020F0502020204030204" pitchFamily="34" charset="0"/>
              </a:rPr>
              <a:t>d. RAID 1 with 3 disks </a:t>
            </a:r>
            <a:endParaRPr lang="en-AU" sz="1800" dirty="0">
              <a:effectLst/>
              <a:latin typeface="Calibri" panose="020F0502020204030204" pitchFamily="34" charset="0"/>
              <a:ea typeface="DengXian" panose="02010600030101010101" pitchFamily="2" charset="-122"/>
              <a:cs typeface="Arial" panose="020B0604020202020204" pitchFamily="34" charset="0"/>
            </a:endParaRPr>
          </a:p>
          <a:p>
            <a:pPr indent="0">
              <a:buNone/>
            </a:pPr>
            <a:r>
              <a:rPr lang="en-AU" sz="1800" dirty="0">
                <a:effectLst/>
                <a:latin typeface="Calibri" panose="020F0502020204030204" pitchFamily="34" charset="0"/>
                <a:ea typeface="DengXian" panose="02010600030101010101" pitchFamily="2" charset="-122"/>
                <a:cs typeface="Calibri" panose="020F0502020204030204" pitchFamily="34" charset="0"/>
              </a:rPr>
              <a:t>e. RAID 3 with 3 disks </a:t>
            </a:r>
            <a:endParaRPr lang="en-AU" sz="1800" dirty="0">
              <a:effectLst/>
              <a:latin typeface="Calibri" panose="020F0502020204030204" pitchFamily="34" charset="0"/>
              <a:ea typeface="DengXian" panose="02010600030101010101" pitchFamily="2" charset="-122"/>
              <a:cs typeface="Arial" panose="020B0604020202020204" pitchFamily="34" charset="0"/>
            </a:endParaRPr>
          </a:p>
          <a:p>
            <a:pPr indent="0">
              <a:buNone/>
            </a:pPr>
            <a:r>
              <a:rPr lang="en-AU" sz="1800" dirty="0">
                <a:effectLst/>
                <a:latin typeface="Calibri" panose="020F0502020204030204" pitchFamily="34" charset="0"/>
                <a:ea typeface="DengXian" panose="02010600030101010101" pitchFamily="2" charset="-122"/>
                <a:cs typeface="Calibri" panose="020F0502020204030204" pitchFamily="34" charset="0"/>
              </a:rPr>
              <a:t>f. RAID 4 with 3 disks</a:t>
            </a:r>
            <a:endParaRPr lang="en-AU" sz="1800" dirty="0">
              <a:effectLst/>
              <a:latin typeface="Calibri" panose="020F0502020204030204" pitchFamily="34" charset="0"/>
              <a:ea typeface="DengXian" panose="02010600030101010101" pitchFamily="2" charset="-122"/>
              <a:cs typeface="Arial" panose="020B0604020202020204" pitchFamily="34" charset="0"/>
            </a:endParaRPr>
          </a:p>
          <a:p>
            <a:pPr indent="0">
              <a:buNone/>
            </a:pPr>
            <a:r>
              <a:rPr lang="en-AU" sz="1800" dirty="0">
                <a:effectLst/>
                <a:latin typeface="Calibri" panose="020F0502020204030204" pitchFamily="34" charset="0"/>
                <a:ea typeface="DengXian" panose="02010600030101010101" pitchFamily="2" charset="-122"/>
                <a:cs typeface="Calibri" panose="020F0502020204030204" pitchFamily="34" charset="0"/>
              </a:rPr>
              <a:t>g. RAID 5 with 3 disks</a:t>
            </a:r>
            <a:endParaRPr lang="en-AU" sz="1800" dirty="0">
              <a:effectLst/>
              <a:latin typeface="Calibri" panose="020F0502020204030204" pitchFamily="34" charset="0"/>
              <a:ea typeface="DengXian" panose="02010600030101010101" pitchFamily="2" charset="-122"/>
              <a:cs typeface="Arial" panose="020B0604020202020204" pitchFamily="34" charset="0"/>
            </a:endParaRPr>
          </a:p>
          <a:p>
            <a:pPr indent="0">
              <a:buNone/>
            </a:pPr>
            <a:r>
              <a:rPr lang="en-AU" sz="1800" dirty="0">
                <a:effectLst/>
                <a:latin typeface="Calibri" panose="020F0502020204030204" pitchFamily="34" charset="0"/>
                <a:ea typeface="DengXian" panose="02010600030101010101" pitchFamily="2" charset="-122"/>
                <a:cs typeface="Calibri" panose="020F0502020204030204" pitchFamily="34" charset="0"/>
              </a:rPr>
              <a:t>h. RAID 6 with 5 disks </a:t>
            </a:r>
            <a:endParaRPr lang="en-AU" sz="1800" dirty="0">
              <a:effectLst/>
              <a:latin typeface="Calibri" panose="020F0502020204030204" pitchFamily="34" charset="0"/>
              <a:ea typeface="DengXian" panose="02010600030101010101" pitchFamily="2" charset="-122"/>
              <a:cs typeface="Arial" panose="020B0604020202020204" pitchFamily="34" charset="0"/>
            </a:endParaRPr>
          </a:p>
          <a:p>
            <a:pPr marL="457200" lvl="1" indent="0">
              <a:buNone/>
            </a:pPr>
            <a:endParaRPr lang="en-AU" dirty="0"/>
          </a:p>
          <a:p>
            <a:endParaRPr lang="en-AU" dirty="0"/>
          </a:p>
        </p:txBody>
      </p:sp>
    </p:spTree>
    <p:extLst>
      <p:ext uri="{BB962C8B-B14F-4D97-AF65-F5344CB8AC3E}">
        <p14:creationId xmlns:p14="http://schemas.microsoft.com/office/powerpoint/2010/main" val="1483755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E975A-BB4C-430F-8827-BC6537518091}"/>
              </a:ext>
            </a:extLst>
          </p:cNvPr>
          <p:cNvSpPr>
            <a:spLocks noGrp="1"/>
          </p:cNvSpPr>
          <p:nvPr>
            <p:ph type="title"/>
          </p:nvPr>
        </p:nvSpPr>
        <p:spPr/>
        <p:txBody>
          <a:bodyPr/>
          <a:lstStyle/>
          <a:p>
            <a:r>
              <a:rPr lang="en-AU" dirty="0"/>
              <a:t>Voting when failure happens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C977E7B-E0A0-4ED3-88AF-0FFFA8837347}"/>
                  </a:ext>
                </a:extLst>
              </p:cNvPr>
              <p:cNvSpPr>
                <a:spLocks noGrp="1"/>
              </p:cNvSpPr>
              <p:nvPr>
                <p:ph idx="1"/>
              </p:nvPr>
            </p:nvSpPr>
            <p:spPr/>
            <p:txBody>
              <a:bodyPr/>
              <a:lstStyle/>
              <a:p>
                <a:r>
                  <a:rPr lang="en-AU" dirty="0"/>
                  <a:t>When we receive inconsistent readings from different disks, what action should be taken?</a:t>
                </a:r>
              </a:p>
              <a:p>
                <a:pPr lvl="1"/>
                <a:r>
                  <a:rPr lang="en-AU" dirty="0"/>
                  <a:t>A subset of disks read 2, while the rest read 5.</a:t>
                </a:r>
              </a:p>
              <a:p>
                <a:r>
                  <a:rPr lang="en-AU" dirty="0"/>
                  <a:t>Majority voting is the solution to inconsistent reads or any other actions where there is not a consensus.</a:t>
                </a:r>
              </a:p>
              <a:p>
                <a:r>
                  <a:rPr lang="en-AU" dirty="0"/>
                  <a:t>Two types of majority voting:</a:t>
                </a:r>
              </a:p>
              <a:p>
                <a:pPr lvl="1"/>
                <a:r>
                  <a:rPr lang="en-AU" dirty="0" err="1"/>
                  <a:t>Failvote</a:t>
                </a:r>
                <a:r>
                  <a:rPr lang="en-AU" dirty="0"/>
                  <a:t>: Majority of all systems need to commit.</a:t>
                </a:r>
              </a:p>
              <a:p>
                <a:pPr lvl="1"/>
                <a:r>
                  <a:rPr lang="en-AU" dirty="0" err="1"/>
                  <a:t>Failfast</a:t>
                </a:r>
                <a:r>
                  <a:rPr lang="en-AU" dirty="0"/>
                  <a:t>: Only a majority of working systems need to commit.</a:t>
                </a:r>
              </a:p>
              <a:p>
                <a:r>
                  <a:rPr lang="en-AU" dirty="0"/>
                  <a:t>In both cases, define majority intuitively, as half plus one or: </a:t>
                </a:r>
                <a14:m>
                  <m:oMath xmlns:m="http://schemas.openxmlformats.org/officeDocument/2006/math">
                    <m:d>
                      <m:dPr>
                        <m:begChr m:val="⌊"/>
                        <m:endChr m:val="⌋"/>
                        <m:ctrlPr>
                          <a:rPr lang="en-AU" b="0" i="1" smtClean="0">
                            <a:latin typeface="Cambria Math" panose="02040503050406030204" pitchFamily="18" charset="0"/>
                          </a:rPr>
                        </m:ctrlPr>
                      </m:dPr>
                      <m:e>
                        <m:f>
                          <m:fPr>
                            <m:ctrlPr>
                              <a:rPr lang="en-AU" b="0" i="1" smtClean="0">
                                <a:latin typeface="Cambria Math" panose="02040503050406030204" pitchFamily="18" charset="0"/>
                              </a:rPr>
                            </m:ctrlPr>
                          </m:fPr>
                          <m:num>
                            <m:r>
                              <a:rPr lang="en-AU" b="0" i="1" smtClean="0">
                                <a:latin typeface="Cambria Math" panose="02040503050406030204" pitchFamily="18" charset="0"/>
                              </a:rPr>
                              <m:t>𝑛</m:t>
                            </m:r>
                          </m:num>
                          <m:den>
                            <m:r>
                              <a:rPr lang="en-AU" b="0" i="1" smtClean="0">
                                <a:latin typeface="Cambria Math" panose="02040503050406030204" pitchFamily="18" charset="0"/>
                              </a:rPr>
                              <m:t>2</m:t>
                            </m:r>
                          </m:den>
                        </m:f>
                      </m:e>
                    </m:d>
                    <m:r>
                      <a:rPr lang="en-AU" b="0" i="1" smtClean="0">
                        <a:latin typeface="Cambria Math" panose="02040503050406030204" pitchFamily="18" charset="0"/>
                      </a:rPr>
                      <m:t>+1</m:t>
                    </m:r>
                  </m:oMath>
                </a14:m>
                <a:r>
                  <a:rPr lang="en-AU" dirty="0"/>
                  <a:t>.</a:t>
                </a:r>
              </a:p>
            </p:txBody>
          </p:sp>
        </mc:Choice>
        <mc:Fallback xmlns="">
          <p:sp>
            <p:nvSpPr>
              <p:cNvPr id="3" name="Content Placeholder 2">
                <a:extLst>
                  <a:ext uri="{FF2B5EF4-FFF2-40B4-BE49-F238E27FC236}">
                    <a16:creationId xmlns:a16="http://schemas.microsoft.com/office/drawing/2014/main" id="{EC977E7B-E0A0-4ED3-88AF-0FFFA8837347}"/>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AU">
                    <a:noFill/>
                  </a:rPr>
                  <a:t> </a:t>
                </a:r>
              </a:p>
            </p:txBody>
          </p:sp>
        </mc:Fallback>
      </mc:AlternateContent>
    </p:spTree>
    <p:extLst>
      <p:ext uri="{BB962C8B-B14F-4D97-AF65-F5344CB8AC3E}">
        <p14:creationId xmlns:p14="http://schemas.microsoft.com/office/powerpoint/2010/main" val="34412974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3EB16-3D8C-3382-D561-C8F43B548934}"/>
              </a:ext>
            </a:extLst>
          </p:cNvPr>
          <p:cNvSpPr>
            <a:spLocks noGrp="1"/>
          </p:cNvSpPr>
          <p:nvPr>
            <p:ph type="title"/>
          </p:nvPr>
        </p:nvSpPr>
        <p:spPr/>
        <p:txBody>
          <a:bodyPr/>
          <a:lstStyle/>
          <a:p>
            <a:r>
              <a:rPr lang="en-AU" dirty="0"/>
              <a:t>Question 3</a:t>
            </a:r>
          </a:p>
        </p:txBody>
      </p:sp>
      <p:sp>
        <p:nvSpPr>
          <p:cNvPr id="3" name="Content Placeholder 2">
            <a:extLst>
              <a:ext uri="{FF2B5EF4-FFF2-40B4-BE49-F238E27FC236}">
                <a16:creationId xmlns:a16="http://schemas.microsoft.com/office/drawing/2014/main" id="{F4D0EF60-A70F-C7DD-682C-B63F06EFA87B}"/>
              </a:ext>
            </a:extLst>
          </p:cNvPr>
          <p:cNvSpPr>
            <a:spLocks noGrp="1"/>
          </p:cNvSpPr>
          <p:nvPr>
            <p:ph idx="1"/>
          </p:nvPr>
        </p:nvSpPr>
        <p:spPr/>
        <p:txBody>
          <a:bodyPr/>
          <a:lstStyle/>
          <a:p>
            <a:r>
              <a:rPr lang="en-AU" dirty="0"/>
              <a:t>In a </a:t>
            </a:r>
            <a:r>
              <a:rPr lang="en-AU" dirty="0" err="1"/>
              <a:t>Failvote</a:t>
            </a:r>
            <a:r>
              <a:rPr lang="en-AU" dirty="0"/>
              <a:t> system, in which of the following cases can we accept an action?</a:t>
            </a:r>
          </a:p>
        </p:txBody>
      </p:sp>
      <p:pic>
        <p:nvPicPr>
          <p:cNvPr id="5" name="Picture 4">
            <a:extLst>
              <a:ext uri="{FF2B5EF4-FFF2-40B4-BE49-F238E27FC236}">
                <a16:creationId xmlns:a16="http://schemas.microsoft.com/office/drawing/2014/main" id="{92667E7D-113B-D7F4-28BB-26992CCA9349}"/>
              </a:ext>
            </a:extLst>
          </p:cNvPr>
          <p:cNvPicPr>
            <a:picLocks noChangeAspect="1"/>
          </p:cNvPicPr>
          <p:nvPr/>
        </p:nvPicPr>
        <p:blipFill>
          <a:blip r:embed="rId2"/>
          <a:stretch>
            <a:fillRect/>
          </a:stretch>
        </p:blipFill>
        <p:spPr>
          <a:xfrm>
            <a:off x="2440741" y="3429000"/>
            <a:ext cx="7310517" cy="1868854"/>
          </a:xfrm>
          <a:prstGeom prst="rect">
            <a:avLst/>
          </a:prstGeom>
        </p:spPr>
      </p:pic>
    </p:spTree>
    <p:extLst>
      <p:ext uri="{BB962C8B-B14F-4D97-AF65-F5344CB8AC3E}">
        <p14:creationId xmlns:p14="http://schemas.microsoft.com/office/powerpoint/2010/main" val="16864882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3EB16-3D8C-3382-D561-C8F43B548934}"/>
              </a:ext>
            </a:extLst>
          </p:cNvPr>
          <p:cNvSpPr>
            <a:spLocks noGrp="1"/>
          </p:cNvSpPr>
          <p:nvPr>
            <p:ph type="title"/>
          </p:nvPr>
        </p:nvSpPr>
        <p:spPr/>
        <p:txBody>
          <a:bodyPr/>
          <a:lstStyle/>
          <a:p>
            <a:r>
              <a:rPr lang="en-AU" dirty="0"/>
              <a:t>Question 5- Solution</a:t>
            </a:r>
          </a:p>
        </p:txBody>
      </p:sp>
      <p:sp>
        <p:nvSpPr>
          <p:cNvPr id="3" name="Content Placeholder 2">
            <a:extLst>
              <a:ext uri="{FF2B5EF4-FFF2-40B4-BE49-F238E27FC236}">
                <a16:creationId xmlns:a16="http://schemas.microsoft.com/office/drawing/2014/main" id="{F4D0EF60-A70F-C7DD-682C-B63F06EFA87B}"/>
              </a:ext>
            </a:extLst>
          </p:cNvPr>
          <p:cNvSpPr>
            <a:spLocks noGrp="1"/>
          </p:cNvSpPr>
          <p:nvPr>
            <p:ph idx="1"/>
          </p:nvPr>
        </p:nvSpPr>
        <p:spPr/>
        <p:txBody>
          <a:bodyPr/>
          <a:lstStyle/>
          <a:p>
            <a:r>
              <a:rPr lang="en-AU" dirty="0"/>
              <a:t>In a </a:t>
            </a:r>
            <a:r>
              <a:rPr lang="en-AU" dirty="0" err="1"/>
              <a:t>Failvote</a:t>
            </a:r>
            <a:r>
              <a:rPr lang="en-AU" dirty="0"/>
              <a:t> system, in which of the following cases can we accept an action?</a:t>
            </a:r>
          </a:p>
        </p:txBody>
      </p:sp>
      <p:pic>
        <p:nvPicPr>
          <p:cNvPr id="6" name="Picture 5">
            <a:extLst>
              <a:ext uri="{FF2B5EF4-FFF2-40B4-BE49-F238E27FC236}">
                <a16:creationId xmlns:a16="http://schemas.microsoft.com/office/drawing/2014/main" id="{A80177C1-209A-529F-59EE-4E19D0250BE1}"/>
              </a:ext>
            </a:extLst>
          </p:cNvPr>
          <p:cNvPicPr>
            <a:picLocks noChangeAspect="1"/>
          </p:cNvPicPr>
          <p:nvPr/>
        </p:nvPicPr>
        <p:blipFill>
          <a:blip r:embed="rId2"/>
          <a:stretch>
            <a:fillRect/>
          </a:stretch>
        </p:blipFill>
        <p:spPr>
          <a:xfrm>
            <a:off x="2634554" y="3429000"/>
            <a:ext cx="6922891" cy="1786132"/>
          </a:xfrm>
          <a:prstGeom prst="rect">
            <a:avLst/>
          </a:prstGeom>
        </p:spPr>
      </p:pic>
    </p:spTree>
    <p:extLst>
      <p:ext uri="{BB962C8B-B14F-4D97-AF65-F5344CB8AC3E}">
        <p14:creationId xmlns:p14="http://schemas.microsoft.com/office/powerpoint/2010/main" val="19462252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9C008-B354-7392-658A-BB14F31571E7}"/>
              </a:ext>
            </a:extLst>
          </p:cNvPr>
          <p:cNvSpPr>
            <a:spLocks noGrp="1"/>
          </p:cNvSpPr>
          <p:nvPr>
            <p:ph type="title"/>
          </p:nvPr>
        </p:nvSpPr>
        <p:spPr/>
        <p:txBody>
          <a:bodyPr/>
          <a:lstStyle/>
          <a:p>
            <a:r>
              <a:rPr lang="en-AU" dirty="0"/>
              <a:t>Question 4</a:t>
            </a:r>
          </a:p>
        </p:txBody>
      </p:sp>
      <p:sp>
        <p:nvSpPr>
          <p:cNvPr id="3" name="Content Placeholder 2">
            <a:extLst>
              <a:ext uri="{FF2B5EF4-FFF2-40B4-BE49-F238E27FC236}">
                <a16:creationId xmlns:a16="http://schemas.microsoft.com/office/drawing/2014/main" id="{B94D37BC-1DFC-2C86-0E19-70225AE6808E}"/>
              </a:ext>
            </a:extLst>
          </p:cNvPr>
          <p:cNvSpPr>
            <a:spLocks noGrp="1"/>
          </p:cNvSpPr>
          <p:nvPr>
            <p:ph idx="1"/>
          </p:nvPr>
        </p:nvSpPr>
        <p:spPr/>
        <p:txBody>
          <a:bodyPr/>
          <a:lstStyle/>
          <a:p>
            <a:r>
              <a:rPr lang="en-AU" dirty="0"/>
              <a:t>In a </a:t>
            </a:r>
            <a:r>
              <a:rPr lang="en-AU" dirty="0" err="1"/>
              <a:t>Failfast</a:t>
            </a:r>
            <a:r>
              <a:rPr lang="en-AU" dirty="0"/>
              <a:t> system, in which of the following cases can we accept an action?</a:t>
            </a:r>
          </a:p>
          <a:p>
            <a:endParaRPr lang="en-AU" dirty="0"/>
          </a:p>
        </p:txBody>
      </p:sp>
      <p:pic>
        <p:nvPicPr>
          <p:cNvPr id="7" name="Picture 6">
            <a:extLst>
              <a:ext uri="{FF2B5EF4-FFF2-40B4-BE49-F238E27FC236}">
                <a16:creationId xmlns:a16="http://schemas.microsoft.com/office/drawing/2014/main" id="{62212C6E-54D3-4FA6-1327-1AD1DE4E41D7}"/>
              </a:ext>
            </a:extLst>
          </p:cNvPr>
          <p:cNvPicPr>
            <a:picLocks noChangeAspect="1"/>
          </p:cNvPicPr>
          <p:nvPr/>
        </p:nvPicPr>
        <p:blipFill>
          <a:blip r:embed="rId2"/>
          <a:stretch>
            <a:fillRect/>
          </a:stretch>
        </p:blipFill>
        <p:spPr>
          <a:xfrm>
            <a:off x="3058128" y="3429000"/>
            <a:ext cx="6075744" cy="2150706"/>
          </a:xfrm>
          <a:prstGeom prst="rect">
            <a:avLst/>
          </a:prstGeom>
        </p:spPr>
      </p:pic>
    </p:spTree>
    <p:extLst>
      <p:ext uri="{BB962C8B-B14F-4D97-AF65-F5344CB8AC3E}">
        <p14:creationId xmlns:p14="http://schemas.microsoft.com/office/powerpoint/2010/main" val="22920163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9C008-B354-7392-658A-BB14F31571E7}"/>
              </a:ext>
            </a:extLst>
          </p:cNvPr>
          <p:cNvSpPr>
            <a:spLocks noGrp="1"/>
          </p:cNvSpPr>
          <p:nvPr>
            <p:ph type="title"/>
          </p:nvPr>
        </p:nvSpPr>
        <p:spPr/>
        <p:txBody>
          <a:bodyPr/>
          <a:lstStyle/>
          <a:p>
            <a:r>
              <a:rPr lang="en-AU" dirty="0"/>
              <a:t>Question 4- Solution</a:t>
            </a:r>
          </a:p>
        </p:txBody>
      </p:sp>
      <p:sp>
        <p:nvSpPr>
          <p:cNvPr id="3" name="Content Placeholder 2">
            <a:extLst>
              <a:ext uri="{FF2B5EF4-FFF2-40B4-BE49-F238E27FC236}">
                <a16:creationId xmlns:a16="http://schemas.microsoft.com/office/drawing/2014/main" id="{B94D37BC-1DFC-2C86-0E19-70225AE6808E}"/>
              </a:ext>
            </a:extLst>
          </p:cNvPr>
          <p:cNvSpPr>
            <a:spLocks noGrp="1"/>
          </p:cNvSpPr>
          <p:nvPr>
            <p:ph idx="1"/>
          </p:nvPr>
        </p:nvSpPr>
        <p:spPr/>
        <p:txBody>
          <a:bodyPr/>
          <a:lstStyle/>
          <a:p>
            <a:r>
              <a:rPr lang="en-AU" dirty="0"/>
              <a:t>In a </a:t>
            </a:r>
            <a:r>
              <a:rPr lang="en-AU" dirty="0" err="1"/>
              <a:t>Failfast</a:t>
            </a:r>
            <a:r>
              <a:rPr lang="en-AU" dirty="0"/>
              <a:t> system, in which of the following cases can we accept an action?</a:t>
            </a:r>
          </a:p>
          <a:p>
            <a:endParaRPr lang="en-AU" dirty="0"/>
          </a:p>
        </p:txBody>
      </p:sp>
      <p:pic>
        <p:nvPicPr>
          <p:cNvPr id="5" name="Picture 4">
            <a:extLst>
              <a:ext uri="{FF2B5EF4-FFF2-40B4-BE49-F238E27FC236}">
                <a16:creationId xmlns:a16="http://schemas.microsoft.com/office/drawing/2014/main" id="{BF7C08EB-25C2-78F5-55C3-60BADA311244}"/>
              </a:ext>
            </a:extLst>
          </p:cNvPr>
          <p:cNvPicPr>
            <a:picLocks noChangeAspect="1"/>
          </p:cNvPicPr>
          <p:nvPr/>
        </p:nvPicPr>
        <p:blipFill>
          <a:blip r:embed="rId2"/>
          <a:stretch>
            <a:fillRect/>
          </a:stretch>
        </p:blipFill>
        <p:spPr>
          <a:xfrm>
            <a:off x="2991131" y="3429000"/>
            <a:ext cx="6209737" cy="2198137"/>
          </a:xfrm>
          <a:prstGeom prst="rect">
            <a:avLst/>
          </a:prstGeom>
        </p:spPr>
      </p:pic>
    </p:spTree>
    <p:extLst>
      <p:ext uri="{BB962C8B-B14F-4D97-AF65-F5344CB8AC3E}">
        <p14:creationId xmlns:p14="http://schemas.microsoft.com/office/powerpoint/2010/main" val="33422051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2B1CC-1D59-4B5B-970D-4F1182E087CB}"/>
              </a:ext>
            </a:extLst>
          </p:cNvPr>
          <p:cNvSpPr>
            <a:spLocks noGrp="1"/>
          </p:cNvSpPr>
          <p:nvPr>
            <p:ph type="title"/>
          </p:nvPr>
        </p:nvSpPr>
        <p:spPr/>
        <p:txBody>
          <a:bodyPr/>
          <a:lstStyle/>
          <a:p>
            <a:r>
              <a:rPr lang="en-AU" dirty="0"/>
              <a:t>Question 5</a:t>
            </a:r>
          </a:p>
        </p:txBody>
      </p:sp>
      <p:sp>
        <p:nvSpPr>
          <p:cNvPr id="3" name="Content Placeholder 2">
            <a:extLst>
              <a:ext uri="{FF2B5EF4-FFF2-40B4-BE49-F238E27FC236}">
                <a16:creationId xmlns:a16="http://schemas.microsoft.com/office/drawing/2014/main" id="{84F5AC4A-E12E-4F3E-BBA0-EAD0ED8AE2E4}"/>
              </a:ext>
            </a:extLst>
          </p:cNvPr>
          <p:cNvSpPr>
            <a:spLocks noGrp="1"/>
          </p:cNvSpPr>
          <p:nvPr>
            <p:ph idx="1"/>
          </p:nvPr>
        </p:nvSpPr>
        <p:spPr/>
        <p:txBody>
          <a:bodyPr/>
          <a:lstStyle/>
          <a:p>
            <a:r>
              <a:rPr lang="en-AU" dirty="0"/>
              <a:t>There are two nodes in a network that use stable storage and acknowledgment message passing for reliable communication. The stable storage of Node A contains the following record - Received message (In6); Transmitted message(Out3); Out:3 Ack:3 In:6. The stable storage of Node B contains the following record - Received message (In3); Transmitted message(Out6); Out:6 Ack:6 In:3.</a:t>
            </a:r>
          </a:p>
          <a:p>
            <a:r>
              <a:rPr lang="en-AU" dirty="0"/>
              <a:t>Now Node B sends a new message 7 to Node A. What will be in the stable storage of A and B if the message is received correctly, including a correctly received acknowledgement? </a:t>
            </a:r>
          </a:p>
        </p:txBody>
      </p:sp>
    </p:spTree>
    <p:extLst>
      <p:ext uri="{BB962C8B-B14F-4D97-AF65-F5344CB8AC3E}">
        <p14:creationId xmlns:p14="http://schemas.microsoft.com/office/powerpoint/2010/main" val="271794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38A6F-ACFD-4BBA-B445-7D9D3641B0F2}"/>
              </a:ext>
            </a:extLst>
          </p:cNvPr>
          <p:cNvSpPr>
            <a:spLocks noGrp="1"/>
          </p:cNvSpPr>
          <p:nvPr>
            <p:ph type="title"/>
          </p:nvPr>
        </p:nvSpPr>
        <p:spPr/>
        <p:txBody>
          <a:bodyPr/>
          <a:lstStyle/>
          <a:p>
            <a:r>
              <a:rPr lang="en-AU" dirty="0"/>
              <a:t>Solution to Question 5</a:t>
            </a:r>
          </a:p>
        </p:txBody>
      </p:sp>
      <p:sp>
        <p:nvSpPr>
          <p:cNvPr id="5" name="Rectangle 4">
            <a:extLst>
              <a:ext uri="{FF2B5EF4-FFF2-40B4-BE49-F238E27FC236}">
                <a16:creationId xmlns:a16="http://schemas.microsoft.com/office/drawing/2014/main" id="{00A8EEFD-2A7C-4444-BABF-CAF85921806D}"/>
              </a:ext>
            </a:extLst>
          </p:cNvPr>
          <p:cNvSpPr/>
          <p:nvPr/>
        </p:nvSpPr>
        <p:spPr>
          <a:xfrm>
            <a:off x="1126273" y="2810107"/>
            <a:ext cx="3769112" cy="2754352"/>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AU" dirty="0"/>
          </a:p>
        </p:txBody>
      </p:sp>
      <p:sp>
        <p:nvSpPr>
          <p:cNvPr id="9" name="TextBox 8">
            <a:extLst>
              <a:ext uri="{FF2B5EF4-FFF2-40B4-BE49-F238E27FC236}">
                <a16:creationId xmlns:a16="http://schemas.microsoft.com/office/drawing/2014/main" id="{9B36C417-BA9F-40D0-8D2F-15354938763E}"/>
              </a:ext>
            </a:extLst>
          </p:cNvPr>
          <p:cNvSpPr txBox="1"/>
          <p:nvPr/>
        </p:nvSpPr>
        <p:spPr>
          <a:xfrm>
            <a:off x="1126273" y="2810106"/>
            <a:ext cx="3769112" cy="2246769"/>
          </a:xfrm>
          <a:prstGeom prst="rect">
            <a:avLst/>
          </a:prstGeom>
          <a:noFill/>
        </p:spPr>
        <p:txBody>
          <a:bodyPr wrap="square" rtlCol="0">
            <a:spAutoFit/>
          </a:bodyPr>
          <a:lstStyle/>
          <a:p>
            <a:pPr marL="285750" indent="-285750">
              <a:buFont typeface="Arial" panose="020B0604020202020204" pitchFamily="34" charset="0"/>
              <a:buChar char="•"/>
            </a:pPr>
            <a:r>
              <a:rPr lang="en-AU" sz="2800" dirty="0"/>
              <a:t>Transmitted (Out 3)</a:t>
            </a:r>
          </a:p>
          <a:p>
            <a:pPr marL="742950" lvl="1" indent="-285750">
              <a:buFont typeface="Arial" panose="020B0604020202020204" pitchFamily="34" charset="0"/>
              <a:buChar char="•"/>
            </a:pPr>
            <a:r>
              <a:rPr lang="en-AU" sz="2800" dirty="0"/>
              <a:t>Out (3)</a:t>
            </a:r>
          </a:p>
          <a:p>
            <a:pPr marL="742950" lvl="1" indent="-285750">
              <a:buFont typeface="Arial" panose="020B0604020202020204" pitchFamily="34" charset="0"/>
              <a:buChar char="•"/>
            </a:pPr>
            <a:r>
              <a:rPr lang="en-AU" sz="2800" dirty="0"/>
              <a:t>Ack (3)</a:t>
            </a:r>
          </a:p>
          <a:p>
            <a:pPr marL="285750" indent="-285750">
              <a:buFont typeface="Arial" panose="020B0604020202020204" pitchFamily="34" charset="0"/>
              <a:buChar char="•"/>
            </a:pPr>
            <a:r>
              <a:rPr lang="en-AU" sz="2800" dirty="0"/>
              <a:t>Received (In 6)</a:t>
            </a:r>
          </a:p>
          <a:p>
            <a:pPr marL="742950" lvl="1" indent="-285750">
              <a:buFont typeface="Arial" panose="020B0604020202020204" pitchFamily="34" charset="0"/>
              <a:buChar char="•"/>
            </a:pPr>
            <a:r>
              <a:rPr lang="en-AU" sz="2800" dirty="0"/>
              <a:t>In (6)</a:t>
            </a:r>
          </a:p>
        </p:txBody>
      </p:sp>
      <p:sp>
        <p:nvSpPr>
          <p:cNvPr id="10" name="Rectangle 9">
            <a:extLst>
              <a:ext uri="{FF2B5EF4-FFF2-40B4-BE49-F238E27FC236}">
                <a16:creationId xmlns:a16="http://schemas.microsoft.com/office/drawing/2014/main" id="{4B7B9C80-CD78-474A-8C3A-8D7638358FCB}"/>
              </a:ext>
            </a:extLst>
          </p:cNvPr>
          <p:cNvSpPr/>
          <p:nvPr/>
        </p:nvSpPr>
        <p:spPr>
          <a:xfrm>
            <a:off x="7296615" y="2810107"/>
            <a:ext cx="3769112" cy="2754352"/>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AU" dirty="0"/>
          </a:p>
        </p:txBody>
      </p:sp>
      <p:sp>
        <p:nvSpPr>
          <p:cNvPr id="11" name="TextBox 10">
            <a:extLst>
              <a:ext uri="{FF2B5EF4-FFF2-40B4-BE49-F238E27FC236}">
                <a16:creationId xmlns:a16="http://schemas.microsoft.com/office/drawing/2014/main" id="{DEE57C26-142A-4BC3-B468-F81CC3D5B394}"/>
              </a:ext>
            </a:extLst>
          </p:cNvPr>
          <p:cNvSpPr txBox="1"/>
          <p:nvPr/>
        </p:nvSpPr>
        <p:spPr>
          <a:xfrm>
            <a:off x="7296615" y="2810106"/>
            <a:ext cx="3769112" cy="2246769"/>
          </a:xfrm>
          <a:prstGeom prst="rect">
            <a:avLst/>
          </a:prstGeom>
          <a:noFill/>
        </p:spPr>
        <p:txBody>
          <a:bodyPr wrap="square" rtlCol="0">
            <a:spAutoFit/>
          </a:bodyPr>
          <a:lstStyle/>
          <a:p>
            <a:pPr marL="285750" indent="-285750">
              <a:buFont typeface="Arial" panose="020B0604020202020204" pitchFamily="34" charset="0"/>
              <a:buChar char="•"/>
            </a:pPr>
            <a:r>
              <a:rPr lang="en-AU" sz="2800" dirty="0"/>
              <a:t>Transmitted (Out 6)</a:t>
            </a:r>
          </a:p>
          <a:p>
            <a:pPr marL="742950" lvl="1" indent="-285750">
              <a:buFont typeface="Arial" panose="020B0604020202020204" pitchFamily="34" charset="0"/>
              <a:buChar char="•"/>
            </a:pPr>
            <a:r>
              <a:rPr lang="en-AU" sz="2800" dirty="0"/>
              <a:t>Out (6)</a:t>
            </a:r>
          </a:p>
          <a:p>
            <a:pPr marL="742950" lvl="1" indent="-285750">
              <a:buFont typeface="Arial" panose="020B0604020202020204" pitchFamily="34" charset="0"/>
              <a:buChar char="•"/>
            </a:pPr>
            <a:r>
              <a:rPr lang="en-AU" sz="2800" dirty="0"/>
              <a:t>Ack (6)</a:t>
            </a:r>
          </a:p>
          <a:p>
            <a:pPr marL="285750" indent="-285750">
              <a:buFont typeface="Arial" panose="020B0604020202020204" pitchFamily="34" charset="0"/>
              <a:buChar char="•"/>
            </a:pPr>
            <a:r>
              <a:rPr lang="en-AU" sz="2800" dirty="0"/>
              <a:t>Received (In 3)</a:t>
            </a:r>
          </a:p>
          <a:p>
            <a:pPr marL="742950" lvl="1" indent="-285750">
              <a:buFont typeface="Arial" panose="020B0604020202020204" pitchFamily="34" charset="0"/>
              <a:buChar char="•"/>
            </a:pPr>
            <a:r>
              <a:rPr lang="en-AU" sz="2800" dirty="0"/>
              <a:t>In (3)</a:t>
            </a:r>
          </a:p>
        </p:txBody>
      </p:sp>
      <p:cxnSp>
        <p:nvCxnSpPr>
          <p:cNvPr id="13" name="Straight Arrow Connector 12">
            <a:extLst>
              <a:ext uri="{FF2B5EF4-FFF2-40B4-BE49-F238E27FC236}">
                <a16:creationId xmlns:a16="http://schemas.microsoft.com/office/drawing/2014/main" id="{9365B1B4-15AE-499B-968B-9E0EA5787558}"/>
              </a:ext>
            </a:extLst>
          </p:cNvPr>
          <p:cNvCxnSpPr/>
          <p:nvPr/>
        </p:nvCxnSpPr>
        <p:spPr>
          <a:xfrm>
            <a:off x="4331367" y="3080084"/>
            <a:ext cx="2988000" cy="1251284"/>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4" name="Straight Arrow Connector 13">
            <a:extLst>
              <a:ext uri="{FF2B5EF4-FFF2-40B4-BE49-F238E27FC236}">
                <a16:creationId xmlns:a16="http://schemas.microsoft.com/office/drawing/2014/main" id="{A1542404-3E3B-431D-A676-7A6101ED0132}"/>
              </a:ext>
            </a:extLst>
          </p:cNvPr>
          <p:cNvCxnSpPr>
            <a:cxnSpLocks/>
          </p:cNvCxnSpPr>
          <p:nvPr/>
        </p:nvCxnSpPr>
        <p:spPr>
          <a:xfrm flipH="1">
            <a:off x="3947532" y="3080083"/>
            <a:ext cx="3349083" cy="127495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17" name="TextBox 16">
            <a:extLst>
              <a:ext uri="{FF2B5EF4-FFF2-40B4-BE49-F238E27FC236}">
                <a16:creationId xmlns:a16="http://schemas.microsoft.com/office/drawing/2014/main" id="{3573B670-5A86-4369-B729-00ACF948701F}"/>
              </a:ext>
            </a:extLst>
          </p:cNvPr>
          <p:cNvSpPr txBox="1"/>
          <p:nvPr/>
        </p:nvSpPr>
        <p:spPr>
          <a:xfrm>
            <a:off x="2571445" y="2302522"/>
            <a:ext cx="878767" cy="369332"/>
          </a:xfrm>
          <a:prstGeom prst="rect">
            <a:avLst/>
          </a:prstGeom>
          <a:noFill/>
        </p:spPr>
        <p:txBody>
          <a:bodyPr wrap="none" rtlCol="0">
            <a:spAutoFit/>
          </a:bodyPr>
          <a:lstStyle/>
          <a:p>
            <a:r>
              <a:rPr lang="en-AU" dirty="0"/>
              <a:t>Node A</a:t>
            </a:r>
          </a:p>
        </p:txBody>
      </p:sp>
      <p:sp>
        <p:nvSpPr>
          <p:cNvPr id="18" name="TextBox 17">
            <a:extLst>
              <a:ext uri="{FF2B5EF4-FFF2-40B4-BE49-F238E27FC236}">
                <a16:creationId xmlns:a16="http://schemas.microsoft.com/office/drawing/2014/main" id="{0F65C598-8B92-4904-BA43-88908964C561}"/>
              </a:ext>
            </a:extLst>
          </p:cNvPr>
          <p:cNvSpPr txBox="1"/>
          <p:nvPr/>
        </p:nvSpPr>
        <p:spPr>
          <a:xfrm>
            <a:off x="8741790" y="2302522"/>
            <a:ext cx="873957" cy="369332"/>
          </a:xfrm>
          <a:prstGeom prst="rect">
            <a:avLst/>
          </a:prstGeom>
          <a:noFill/>
        </p:spPr>
        <p:txBody>
          <a:bodyPr wrap="none" rtlCol="0">
            <a:spAutoFit/>
          </a:bodyPr>
          <a:lstStyle/>
          <a:p>
            <a:r>
              <a:rPr lang="en-AU" dirty="0"/>
              <a:t>Node B</a:t>
            </a:r>
          </a:p>
        </p:txBody>
      </p:sp>
    </p:spTree>
    <p:extLst>
      <p:ext uri="{BB962C8B-B14F-4D97-AF65-F5344CB8AC3E}">
        <p14:creationId xmlns:p14="http://schemas.microsoft.com/office/powerpoint/2010/main" val="597066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38A6F-ACFD-4BBA-B445-7D9D3641B0F2}"/>
              </a:ext>
            </a:extLst>
          </p:cNvPr>
          <p:cNvSpPr>
            <a:spLocks noGrp="1"/>
          </p:cNvSpPr>
          <p:nvPr>
            <p:ph type="title"/>
          </p:nvPr>
        </p:nvSpPr>
        <p:spPr/>
        <p:txBody>
          <a:bodyPr/>
          <a:lstStyle/>
          <a:p>
            <a:r>
              <a:rPr lang="en-AU" dirty="0"/>
              <a:t>Solution to Question 5</a:t>
            </a:r>
          </a:p>
        </p:txBody>
      </p:sp>
      <p:sp>
        <p:nvSpPr>
          <p:cNvPr id="5" name="Rectangle 4">
            <a:extLst>
              <a:ext uri="{FF2B5EF4-FFF2-40B4-BE49-F238E27FC236}">
                <a16:creationId xmlns:a16="http://schemas.microsoft.com/office/drawing/2014/main" id="{00A8EEFD-2A7C-4444-BABF-CAF85921806D}"/>
              </a:ext>
            </a:extLst>
          </p:cNvPr>
          <p:cNvSpPr/>
          <p:nvPr/>
        </p:nvSpPr>
        <p:spPr>
          <a:xfrm>
            <a:off x="1126273" y="2810107"/>
            <a:ext cx="3769112" cy="2754352"/>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AU" dirty="0"/>
          </a:p>
        </p:txBody>
      </p:sp>
      <p:sp>
        <p:nvSpPr>
          <p:cNvPr id="9" name="TextBox 8">
            <a:extLst>
              <a:ext uri="{FF2B5EF4-FFF2-40B4-BE49-F238E27FC236}">
                <a16:creationId xmlns:a16="http://schemas.microsoft.com/office/drawing/2014/main" id="{9B36C417-BA9F-40D0-8D2F-15354938763E}"/>
              </a:ext>
            </a:extLst>
          </p:cNvPr>
          <p:cNvSpPr txBox="1"/>
          <p:nvPr/>
        </p:nvSpPr>
        <p:spPr>
          <a:xfrm>
            <a:off x="1126273" y="2810106"/>
            <a:ext cx="3769112" cy="2246769"/>
          </a:xfrm>
          <a:prstGeom prst="rect">
            <a:avLst/>
          </a:prstGeom>
          <a:noFill/>
        </p:spPr>
        <p:txBody>
          <a:bodyPr wrap="square" rtlCol="0">
            <a:spAutoFit/>
          </a:bodyPr>
          <a:lstStyle/>
          <a:p>
            <a:pPr marL="285750" indent="-285750">
              <a:buFont typeface="Arial" panose="020B0604020202020204" pitchFamily="34" charset="0"/>
              <a:buChar char="•"/>
            </a:pPr>
            <a:r>
              <a:rPr lang="en-AU" sz="2800" dirty="0"/>
              <a:t>Transmitted (Out 3)</a:t>
            </a:r>
          </a:p>
          <a:p>
            <a:pPr marL="742950" lvl="1" indent="-285750">
              <a:buFont typeface="Arial" panose="020B0604020202020204" pitchFamily="34" charset="0"/>
              <a:buChar char="•"/>
            </a:pPr>
            <a:r>
              <a:rPr lang="en-AU" sz="2800" dirty="0"/>
              <a:t>Out (3)</a:t>
            </a:r>
          </a:p>
          <a:p>
            <a:pPr marL="742950" lvl="1" indent="-285750">
              <a:buFont typeface="Arial" panose="020B0604020202020204" pitchFamily="34" charset="0"/>
              <a:buChar char="•"/>
            </a:pPr>
            <a:r>
              <a:rPr lang="en-AU" sz="2800" dirty="0"/>
              <a:t>Ack (3)</a:t>
            </a:r>
          </a:p>
          <a:p>
            <a:pPr marL="285750" indent="-285750">
              <a:buFont typeface="Arial" panose="020B0604020202020204" pitchFamily="34" charset="0"/>
              <a:buChar char="•"/>
            </a:pPr>
            <a:r>
              <a:rPr lang="en-AU" sz="2800" dirty="0"/>
              <a:t>Received (In 7)</a:t>
            </a:r>
          </a:p>
          <a:p>
            <a:pPr marL="742950" lvl="1" indent="-285750">
              <a:buFont typeface="Arial" panose="020B0604020202020204" pitchFamily="34" charset="0"/>
              <a:buChar char="•"/>
            </a:pPr>
            <a:r>
              <a:rPr lang="en-AU" sz="2800" dirty="0"/>
              <a:t>In (7)</a:t>
            </a:r>
          </a:p>
        </p:txBody>
      </p:sp>
      <p:sp>
        <p:nvSpPr>
          <p:cNvPr id="10" name="Rectangle 9">
            <a:extLst>
              <a:ext uri="{FF2B5EF4-FFF2-40B4-BE49-F238E27FC236}">
                <a16:creationId xmlns:a16="http://schemas.microsoft.com/office/drawing/2014/main" id="{4B7B9C80-CD78-474A-8C3A-8D7638358FCB}"/>
              </a:ext>
            </a:extLst>
          </p:cNvPr>
          <p:cNvSpPr/>
          <p:nvPr/>
        </p:nvSpPr>
        <p:spPr>
          <a:xfrm>
            <a:off x="7296615" y="2810107"/>
            <a:ext cx="3769112" cy="2754352"/>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AU" dirty="0"/>
          </a:p>
        </p:txBody>
      </p:sp>
      <p:sp>
        <p:nvSpPr>
          <p:cNvPr id="11" name="TextBox 10">
            <a:extLst>
              <a:ext uri="{FF2B5EF4-FFF2-40B4-BE49-F238E27FC236}">
                <a16:creationId xmlns:a16="http://schemas.microsoft.com/office/drawing/2014/main" id="{DEE57C26-142A-4BC3-B468-F81CC3D5B394}"/>
              </a:ext>
            </a:extLst>
          </p:cNvPr>
          <p:cNvSpPr txBox="1"/>
          <p:nvPr/>
        </p:nvSpPr>
        <p:spPr>
          <a:xfrm>
            <a:off x="7296615" y="2810106"/>
            <a:ext cx="3769112" cy="2246769"/>
          </a:xfrm>
          <a:prstGeom prst="rect">
            <a:avLst/>
          </a:prstGeom>
          <a:noFill/>
        </p:spPr>
        <p:txBody>
          <a:bodyPr wrap="square" rtlCol="0">
            <a:spAutoFit/>
          </a:bodyPr>
          <a:lstStyle/>
          <a:p>
            <a:pPr marL="285750" indent="-285750">
              <a:buFont typeface="Arial" panose="020B0604020202020204" pitchFamily="34" charset="0"/>
              <a:buChar char="•"/>
            </a:pPr>
            <a:r>
              <a:rPr lang="en-AU" sz="2800" dirty="0"/>
              <a:t>Transmitted (Out 7)</a:t>
            </a:r>
          </a:p>
          <a:p>
            <a:pPr marL="742950" lvl="1" indent="-285750">
              <a:buFont typeface="Arial" panose="020B0604020202020204" pitchFamily="34" charset="0"/>
              <a:buChar char="•"/>
            </a:pPr>
            <a:r>
              <a:rPr lang="en-AU" sz="2800" dirty="0"/>
              <a:t>Out (7)</a:t>
            </a:r>
          </a:p>
          <a:p>
            <a:pPr marL="742950" lvl="1" indent="-285750">
              <a:buFont typeface="Arial" panose="020B0604020202020204" pitchFamily="34" charset="0"/>
              <a:buChar char="•"/>
            </a:pPr>
            <a:r>
              <a:rPr lang="en-AU" sz="2800" dirty="0"/>
              <a:t>Ack (7)</a:t>
            </a:r>
          </a:p>
          <a:p>
            <a:pPr marL="285750" indent="-285750">
              <a:buFont typeface="Arial" panose="020B0604020202020204" pitchFamily="34" charset="0"/>
              <a:buChar char="•"/>
            </a:pPr>
            <a:r>
              <a:rPr lang="en-AU" sz="2800" dirty="0"/>
              <a:t>Received (In 3)</a:t>
            </a:r>
          </a:p>
          <a:p>
            <a:pPr marL="742950" lvl="1" indent="-285750">
              <a:buFont typeface="Arial" panose="020B0604020202020204" pitchFamily="34" charset="0"/>
              <a:buChar char="•"/>
            </a:pPr>
            <a:r>
              <a:rPr lang="en-AU" sz="2800" dirty="0"/>
              <a:t>In (3)</a:t>
            </a:r>
          </a:p>
        </p:txBody>
      </p:sp>
      <p:cxnSp>
        <p:nvCxnSpPr>
          <p:cNvPr id="13" name="Straight Arrow Connector 12">
            <a:extLst>
              <a:ext uri="{FF2B5EF4-FFF2-40B4-BE49-F238E27FC236}">
                <a16:creationId xmlns:a16="http://schemas.microsoft.com/office/drawing/2014/main" id="{9365B1B4-15AE-499B-968B-9E0EA5787558}"/>
              </a:ext>
            </a:extLst>
          </p:cNvPr>
          <p:cNvCxnSpPr/>
          <p:nvPr/>
        </p:nvCxnSpPr>
        <p:spPr>
          <a:xfrm>
            <a:off x="4331367" y="3080084"/>
            <a:ext cx="2988000" cy="1251284"/>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4" name="Straight Arrow Connector 13">
            <a:extLst>
              <a:ext uri="{FF2B5EF4-FFF2-40B4-BE49-F238E27FC236}">
                <a16:creationId xmlns:a16="http://schemas.microsoft.com/office/drawing/2014/main" id="{A1542404-3E3B-431D-A676-7A6101ED0132}"/>
              </a:ext>
            </a:extLst>
          </p:cNvPr>
          <p:cNvCxnSpPr>
            <a:cxnSpLocks/>
          </p:cNvCxnSpPr>
          <p:nvPr/>
        </p:nvCxnSpPr>
        <p:spPr>
          <a:xfrm flipH="1">
            <a:off x="3947532" y="3080083"/>
            <a:ext cx="3349083" cy="127495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17" name="TextBox 16">
            <a:extLst>
              <a:ext uri="{FF2B5EF4-FFF2-40B4-BE49-F238E27FC236}">
                <a16:creationId xmlns:a16="http://schemas.microsoft.com/office/drawing/2014/main" id="{3573B670-5A86-4369-B729-00ACF948701F}"/>
              </a:ext>
            </a:extLst>
          </p:cNvPr>
          <p:cNvSpPr txBox="1"/>
          <p:nvPr/>
        </p:nvSpPr>
        <p:spPr>
          <a:xfrm>
            <a:off x="2571445" y="2302522"/>
            <a:ext cx="878767" cy="369332"/>
          </a:xfrm>
          <a:prstGeom prst="rect">
            <a:avLst/>
          </a:prstGeom>
          <a:noFill/>
        </p:spPr>
        <p:txBody>
          <a:bodyPr wrap="none" rtlCol="0">
            <a:spAutoFit/>
          </a:bodyPr>
          <a:lstStyle/>
          <a:p>
            <a:r>
              <a:rPr lang="en-AU" dirty="0"/>
              <a:t>Node A</a:t>
            </a:r>
          </a:p>
        </p:txBody>
      </p:sp>
      <p:sp>
        <p:nvSpPr>
          <p:cNvPr id="18" name="TextBox 17">
            <a:extLst>
              <a:ext uri="{FF2B5EF4-FFF2-40B4-BE49-F238E27FC236}">
                <a16:creationId xmlns:a16="http://schemas.microsoft.com/office/drawing/2014/main" id="{0F65C598-8B92-4904-BA43-88908964C561}"/>
              </a:ext>
            </a:extLst>
          </p:cNvPr>
          <p:cNvSpPr txBox="1"/>
          <p:nvPr/>
        </p:nvSpPr>
        <p:spPr>
          <a:xfrm>
            <a:off x="8741790" y="2302522"/>
            <a:ext cx="873957" cy="369332"/>
          </a:xfrm>
          <a:prstGeom prst="rect">
            <a:avLst/>
          </a:prstGeom>
          <a:noFill/>
        </p:spPr>
        <p:txBody>
          <a:bodyPr wrap="none" rtlCol="0">
            <a:spAutoFit/>
          </a:bodyPr>
          <a:lstStyle/>
          <a:p>
            <a:r>
              <a:rPr lang="en-AU" dirty="0"/>
              <a:t>Node B</a:t>
            </a:r>
          </a:p>
        </p:txBody>
      </p:sp>
      <p:sp>
        <p:nvSpPr>
          <p:cNvPr id="3" name="TextBox 2">
            <a:extLst>
              <a:ext uri="{FF2B5EF4-FFF2-40B4-BE49-F238E27FC236}">
                <a16:creationId xmlns:a16="http://schemas.microsoft.com/office/drawing/2014/main" id="{C8901D1A-AC32-4A45-9B33-22BD078C6C2B}"/>
              </a:ext>
            </a:extLst>
          </p:cNvPr>
          <p:cNvSpPr txBox="1"/>
          <p:nvPr/>
        </p:nvSpPr>
        <p:spPr>
          <a:xfrm>
            <a:off x="1126273" y="1561321"/>
            <a:ext cx="9738732" cy="646331"/>
          </a:xfrm>
          <a:prstGeom prst="rect">
            <a:avLst/>
          </a:prstGeom>
          <a:noFill/>
        </p:spPr>
        <p:txBody>
          <a:bodyPr wrap="square" rtlCol="0">
            <a:spAutoFit/>
          </a:bodyPr>
          <a:lstStyle/>
          <a:p>
            <a:r>
              <a:rPr lang="en-AU"/>
              <a:t>Now Node B sends a new message 7 to Node A. What will be in the stable storage of A and B if the message is received correctly, including a correctly received acknowledgement? </a:t>
            </a:r>
            <a:endParaRPr lang="en-AU" dirty="0"/>
          </a:p>
        </p:txBody>
      </p:sp>
    </p:spTree>
    <p:extLst>
      <p:ext uri="{BB962C8B-B14F-4D97-AF65-F5344CB8AC3E}">
        <p14:creationId xmlns:p14="http://schemas.microsoft.com/office/powerpoint/2010/main" val="4786107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A94A2-93A8-4476-85A9-1504D93358CC}"/>
              </a:ext>
            </a:extLst>
          </p:cNvPr>
          <p:cNvSpPr>
            <a:spLocks noGrp="1"/>
          </p:cNvSpPr>
          <p:nvPr>
            <p:ph type="title"/>
          </p:nvPr>
        </p:nvSpPr>
        <p:spPr/>
        <p:txBody>
          <a:bodyPr/>
          <a:lstStyle/>
          <a:p>
            <a:r>
              <a:rPr lang="en-AU" dirty="0"/>
              <a:t>Question 6</a:t>
            </a:r>
          </a:p>
        </p:txBody>
      </p:sp>
      <p:sp>
        <p:nvSpPr>
          <p:cNvPr id="3" name="Content Placeholder 2">
            <a:extLst>
              <a:ext uri="{FF2B5EF4-FFF2-40B4-BE49-F238E27FC236}">
                <a16:creationId xmlns:a16="http://schemas.microsoft.com/office/drawing/2014/main" id="{F3A75D0D-7C92-43A7-A32C-7D490558AB27}"/>
              </a:ext>
            </a:extLst>
          </p:cNvPr>
          <p:cNvSpPr>
            <a:spLocks noGrp="1"/>
          </p:cNvSpPr>
          <p:nvPr>
            <p:ph idx="1"/>
          </p:nvPr>
        </p:nvSpPr>
        <p:spPr/>
        <p:txBody>
          <a:bodyPr/>
          <a:lstStyle/>
          <a:p>
            <a:r>
              <a:rPr lang="en-AU" dirty="0"/>
              <a:t>Assume The initial State as of question 3</a:t>
            </a:r>
          </a:p>
          <a:p>
            <a:r>
              <a:rPr lang="en-AU" dirty="0"/>
              <a:t>Now Node B sends a new message 7 to Node A. What will change in the stable storage of A and B if the message is received correctly, but the acknowledgement is not received? </a:t>
            </a:r>
          </a:p>
        </p:txBody>
      </p:sp>
    </p:spTree>
    <p:extLst>
      <p:ext uri="{BB962C8B-B14F-4D97-AF65-F5344CB8AC3E}">
        <p14:creationId xmlns:p14="http://schemas.microsoft.com/office/powerpoint/2010/main" val="2666356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38A6F-ACFD-4BBA-B445-7D9D3641B0F2}"/>
              </a:ext>
            </a:extLst>
          </p:cNvPr>
          <p:cNvSpPr>
            <a:spLocks noGrp="1"/>
          </p:cNvSpPr>
          <p:nvPr>
            <p:ph type="title"/>
          </p:nvPr>
        </p:nvSpPr>
        <p:spPr/>
        <p:txBody>
          <a:bodyPr/>
          <a:lstStyle/>
          <a:p>
            <a:r>
              <a:rPr lang="en-AU" dirty="0"/>
              <a:t>Solution to Question 6</a:t>
            </a:r>
          </a:p>
        </p:txBody>
      </p:sp>
      <p:sp>
        <p:nvSpPr>
          <p:cNvPr id="5" name="Rectangle 4">
            <a:extLst>
              <a:ext uri="{FF2B5EF4-FFF2-40B4-BE49-F238E27FC236}">
                <a16:creationId xmlns:a16="http://schemas.microsoft.com/office/drawing/2014/main" id="{00A8EEFD-2A7C-4444-BABF-CAF85921806D}"/>
              </a:ext>
            </a:extLst>
          </p:cNvPr>
          <p:cNvSpPr/>
          <p:nvPr/>
        </p:nvSpPr>
        <p:spPr>
          <a:xfrm>
            <a:off x="1126273" y="2810107"/>
            <a:ext cx="3769112" cy="2754352"/>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AU" dirty="0"/>
          </a:p>
        </p:txBody>
      </p:sp>
      <p:sp>
        <p:nvSpPr>
          <p:cNvPr id="9" name="TextBox 8">
            <a:extLst>
              <a:ext uri="{FF2B5EF4-FFF2-40B4-BE49-F238E27FC236}">
                <a16:creationId xmlns:a16="http://schemas.microsoft.com/office/drawing/2014/main" id="{9B36C417-BA9F-40D0-8D2F-15354938763E}"/>
              </a:ext>
            </a:extLst>
          </p:cNvPr>
          <p:cNvSpPr txBox="1"/>
          <p:nvPr/>
        </p:nvSpPr>
        <p:spPr>
          <a:xfrm>
            <a:off x="1126273" y="2810106"/>
            <a:ext cx="3769112" cy="2246769"/>
          </a:xfrm>
          <a:prstGeom prst="rect">
            <a:avLst/>
          </a:prstGeom>
          <a:noFill/>
        </p:spPr>
        <p:txBody>
          <a:bodyPr wrap="square" rtlCol="0">
            <a:spAutoFit/>
          </a:bodyPr>
          <a:lstStyle/>
          <a:p>
            <a:pPr marL="285750" indent="-285750">
              <a:buFont typeface="Arial" panose="020B0604020202020204" pitchFamily="34" charset="0"/>
              <a:buChar char="•"/>
            </a:pPr>
            <a:r>
              <a:rPr lang="en-AU" sz="2800" dirty="0"/>
              <a:t>Transmitted (Out 3)</a:t>
            </a:r>
          </a:p>
          <a:p>
            <a:pPr marL="742950" lvl="1" indent="-285750">
              <a:buFont typeface="Arial" panose="020B0604020202020204" pitchFamily="34" charset="0"/>
              <a:buChar char="•"/>
            </a:pPr>
            <a:r>
              <a:rPr lang="en-AU" sz="2800" dirty="0"/>
              <a:t>Out (3)</a:t>
            </a:r>
          </a:p>
          <a:p>
            <a:pPr marL="742950" lvl="1" indent="-285750">
              <a:buFont typeface="Arial" panose="020B0604020202020204" pitchFamily="34" charset="0"/>
              <a:buChar char="•"/>
            </a:pPr>
            <a:r>
              <a:rPr lang="en-AU" sz="2800" dirty="0"/>
              <a:t>Ack (3)</a:t>
            </a:r>
          </a:p>
          <a:p>
            <a:pPr marL="285750" indent="-285750">
              <a:buFont typeface="Arial" panose="020B0604020202020204" pitchFamily="34" charset="0"/>
              <a:buChar char="•"/>
            </a:pPr>
            <a:r>
              <a:rPr lang="en-AU" sz="2800" dirty="0"/>
              <a:t>Received (In 7)</a:t>
            </a:r>
          </a:p>
          <a:p>
            <a:pPr marL="742950" lvl="1" indent="-285750">
              <a:buFont typeface="Arial" panose="020B0604020202020204" pitchFamily="34" charset="0"/>
              <a:buChar char="•"/>
            </a:pPr>
            <a:r>
              <a:rPr lang="en-AU" sz="2800" dirty="0"/>
              <a:t>In (7)</a:t>
            </a:r>
          </a:p>
        </p:txBody>
      </p:sp>
      <p:sp>
        <p:nvSpPr>
          <p:cNvPr id="10" name="Rectangle 9">
            <a:extLst>
              <a:ext uri="{FF2B5EF4-FFF2-40B4-BE49-F238E27FC236}">
                <a16:creationId xmlns:a16="http://schemas.microsoft.com/office/drawing/2014/main" id="{4B7B9C80-CD78-474A-8C3A-8D7638358FCB}"/>
              </a:ext>
            </a:extLst>
          </p:cNvPr>
          <p:cNvSpPr/>
          <p:nvPr/>
        </p:nvSpPr>
        <p:spPr>
          <a:xfrm>
            <a:off x="7296615" y="2810107"/>
            <a:ext cx="3769112" cy="2754352"/>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AU" dirty="0"/>
          </a:p>
        </p:txBody>
      </p:sp>
      <p:sp>
        <p:nvSpPr>
          <p:cNvPr id="11" name="TextBox 10">
            <a:extLst>
              <a:ext uri="{FF2B5EF4-FFF2-40B4-BE49-F238E27FC236}">
                <a16:creationId xmlns:a16="http://schemas.microsoft.com/office/drawing/2014/main" id="{DEE57C26-142A-4BC3-B468-F81CC3D5B394}"/>
              </a:ext>
            </a:extLst>
          </p:cNvPr>
          <p:cNvSpPr txBox="1"/>
          <p:nvPr/>
        </p:nvSpPr>
        <p:spPr>
          <a:xfrm>
            <a:off x="7296615" y="2810106"/>
            <a:ext cx="3769112" cy="2246769"/>
          </a:xfrm>
          <a:prstGeom prst="rect">
            <a:avLst/>
          </a:prstGeom>
          <a:noFill/>
        </p:spPr>
        <p:txBody>
          <a:bodyPr wrap="square" rtlCol="0">
            <a:spAutoFit/>
          </a:bodyPr>
          <a:lstStyle/>
          <a:p>
            <a:pPr marL="285750" indent="-285750">
              <a:buFont typeface="Arial" panose="020B0604020202020204" pitchFamily="34" charset="0"/>
              <a:buChar char="•"/>
            </a:pPr>
            <a:r>
              <a:rPr lang="en-AU" sz="2800" dirty="0"/>
              <a:t>Transmitted (Out 7)</a:t>
            </a:r>
          </a:p>
          <a:p>
            <a:pPr marL="742950" lvl="1" indent="-285750">
              <a:buFont typeface="Arial" panose="020B0604020202020204" pitchFamily="34" charset="0"/>
              <a:buChar char="•"/>
            </a:pPr>
            <a:r>
              <a:rPr lang="en-AU" sz="2800" dirty="0"/>
              <a:t>Out (7)</a:t>
            </a:r>
          </a:p>
          <a:p>
            <a:pPr marL="742950" lvl="1" indent="-285750">
              <a:buFont typeface="Arial" panose="020B0604020202020204" pitchFamily="34" charset="0"/>
              <a:buChar char="•"/>
            </a:pPr>
            <a:r>
              <a:rPr lang="en-AU" sz="2800" dirty="0">
                <a:solidFill>
                  <a:srgbClr val="FF0000"/>
                </a:solidFill>
              </a:rPr>
              <a:t>Ack (6)</a:t>
            </a:r>
          </a:p>
          <a:p>
            <a:pPr marL="285750" indent="-285750">
              <a:buFont typeface="Arial" panose="020B0604020202020204" pitchFamily="34" charset="0"/>
              <a:buChar char="•"/>
            </a:pPr>
            <a:r>
              <a:rPr lang="en-AU" sz="2800" dirty="0"/>
              <a:t>Received (In 3)</a:t>
            </a:r>
          </a:p>
          <a:p>
            <a:pPr marL="742950" lvl="1" indent="-285750">
              <a:buFont typeface="Arial" panose="020B0604020202020204" pitchFamily="34" charset="0"/>
              <a:buChar char="•"/>
            </a:pPr>
            <a:r>
              <a:rPr lang="en-AU" sz="2800" dirty="0"/>
              <a:t>In (3)</a:t>
            </a:r>
          </a:p>
        </p:txBody>
      </p:sp>
      <p:cxnSp>
        <p:nvCxnSpPr>
          <p:cNvPr id="13" name="Straight Arrow Connector 12">
            <a:extLst>
              <a:ext uri="{FF2B5EF4-FFF2-40B4-BE49-F238E27FC236}">
                <a16:creationId xmlns:a16="http://schemas.microsoft.com/office/drawing/2014/main" id="{9365B1B4-15AE-499B-968B-9E0EA5787558}"/>
              </a:ext>
            </a:extLst>
          </p:cNvPr>
          <p:cNvCxnSpPr/>
          <p:nvPr/>
        </p:nvCxnSpPr>
        <p:spPr>
          <a:xfrm>
            <a:off x="4331367" y="3080084"/>
            <a:ext cx="2988000" cy="1251284"/>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4" name="Straight Arrow Connector 13">
            <a:extLst>
              <a:ext uri="{FF2B5EF4-FFF2-40B4-BE49-F238E27FC236}">
                <a16:creationId xmlns:a16="http://schemas.microsoft.com/office/drawing/2014/main" id="{A1542404-3E3B-431D-A676-7A6101ED0132}"/>
              </a:ext>
            </a:extLst>
          </p:cNvPr>
          <p:cNvCxnSpPr>
            <a:cxnSpLocks/>
          </p:cNvCxnSpPr>
          <p:nvPr/>
        </p:nvCxnSpPr>
        <p:spPr>
          <a:xfrm flipH="1">
            <a:off x="3947532" y="3080083"/>
            <a:ext cx="3349083" cy="127495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17" name="TextBox 16">
            <a:extLst>
              <a:ext uri="{FF2B5EF4-FFF2-40B4-BE49-F238E27FC236}">
                <a16:creationId xmlns:a16="http://schemas.microsoft.com/office/drawing/2014/main" id="{3573B670-5A86-4369-B729-00ACF948701F}"/>
              </a:ext>
            </a:extLst>
          </p:cNvPr>
          <p:cNvSpPr txBox="1"/>
          <p:nvPr/>
        </p:nvSpPr>
        <p:spPr>
          <a:xfrm>
            <a:off x="2571445" y="2302522"/>
            <a:ext cx="878767" cy="369332"/>
          </a:xfrm>
          <a:prstGeom prst="rect">
            <a:avLst/>
          </a:prstGeom>
          <a:noFill/>
        </p:spPr>
        <p:txBody>
          <a:bodyPr wrap="none" rtlCol="0">
            <a:spAutoFit/>
          </a:bodyPr>
          <a:lstStyle/>
          <a:p>
            <a:r>
              <a:rPr lang="en-AU" dirty="0"/>
              <a:t>Node A</a:t>
            </a:r>
          </a:p>
        </p:txBody>
      </p:sp>
      <p:sp>
        <p:nvSpPr>
          <p:cNvPr id="18" name="TextBox 17">
            <a:extLst>
              <a:ext uri="{FF2B5EF4-FFF2-40B4-BE49-F238E27FC236}">
                <a16:creationId xmlns:a16="http://schemas.microsoft.com/office/drawing/2014/main" id="{0F65C598-8B92-4904-BA43-88908964C561}"/>
              </a:ext>
            </a:extLst>
          </p:cNvPr>
          <p:cNvSpPr txBox="1"/>
          <p:nvPr/>
        </p:nvSpPr>
        <p:spPr>
          <a:xfrm>
            <a:off x="8741790" y="2302522"/>
            <a:ext cx="873957" cy="369332"/>
          </a:xfrm>
          <a:prstGeom prst="rect">
            <a:avLst/>
          </a:prstGeom>
          <a:noFill/>
        </p:spPr>
        <p:txBody>
          <a:bodyPr wrap="none" rtlCol="0">
            <a:spAutoFit/>
          </a:bodyPr>
          <a:lstStyle/>
          <a:p>
            <a:r>
              <a:rPr lang="en-AU" dirty="0"/>
              <a:t>Node B</a:t>
            </a:r>
          </a:p>
        </p:txBody>
      </p:sp>
    </p:spTree>
    <p:extLst>
      <p:ext uri="{BB962C8B-B14F-4D97-AF65-F5344CB8AC3E}">
        <p14:creationId xmlns:p14="http://schemas.microsoft.com/office/powerpoint/2010/main" val="1536418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B0BC8-7A87-9BA2-D632-ED97D2F68669}"/>
              </a:ext>
            </a:extLst>
          </p:cNvPr>
          <p:cNvSpPr>
            <a:spLocks noGrp="1"/>
          </p:cNvSpPr>
          <p:nvPr>
            <p:ph type="ctrTitle"/>
          </p:nvPr>
        </p:nvSpPr>
        <p:spPr/>
        <p:txBody>
          <a:bodyPr/>
          <a:lstStyle/>
          <a:p>
            <a:r>
              <a:rPr lang="en-AU" dirty="0"/>
              <a:t>Advanced Database Systems</a:t>
            </a:r>
            <a:br>
              <a:rPr lang="en-AU" dirty="0"/>
            </a:br>
            <a:r>
              <a:rPr lang="en-AU" dirty="0"/>
              <a:t>Winter Semester</a:t>
            </a:r>
          </a:p>
        </p:txBody>
      </p:sp>
      <p:sp>
        <p:nvSpPr>
          <p:cNvPr id="3" name="Subtitle 2">
            <a:extLst>
              <a:ext uri="{FF2B5EF4-FFF2-40B4-BE49-F238E27FC236}">
                <a16:creationId xmlns:a16="http://schemas.microsoft.com/office/drawing/2014/main" id="{1A6FB0D5-866C-AF7E-1008-D048EF1DCCC8}"/>
              </a:ext>
            </a:extLst>
          </p:cNvPr>
          <p:cNvSpPr>
            <a:spLocks noGrp="1"/>
          </p:cNvSpPr>
          <p:nvPr>
            <p:ph type="subTitle" idx="1"/>
          </p:nvPr>
        </p:nvSpPr>
        <p:spPr/>
        <p:txBody>
          <a:bodyPr/>
          <a:lstStyle/>
          <a:p>
            <a:r>
              <a:rPr lang="en-AU" dirty="0"/>
              <a:t>Week 2- Part Two (Query Optimization, Nested Loop Join)</a:t>
            </a:r>
          </a:p>
          <a:p>
            <a:r>
              <a:rPr lang="en-AU" dirty="0"/>
              <a:t>Ahmad</a:t>
            </a:r>
          </a:p>
        </p:txBody>
      </p:sp>
    </p:spTree>
    <p:extLst>
      <p:ext uri="{BB962C8B-B14F-4D97-AF65-F5344CB8AC3E}">
        <p14:creationId xmlns:p14="http://schemas.microsoft.com/office/powerpoint/2010/main" val="29586060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D53FA-E1BC-4E64-902B-FA0919583D59}"/>
              </a:ext>
            </a:extLst>
          </p:cNvPr>
          <p:cNvSpPr>
            <a:spLocks noGrp="1"/>
          </p:cNvSpPr>
          <p:nvPr>
            <p:ph type="title"/>
          </p:nvPr>
        </p:nvSpPr>
        <p:spPr/>
        <p:txBody>
          <a:bodyPr/>
          <a:lstStyle/>
          <a:p>
            <a:r>
              <a:rPr lang="en-AU" dirty="0"/>
              <a:t>Strategies for Query Optimizations</a:t>
            </a:r>
          </a:p>
        </p:txBody>
      </p:sp>
      <p:sp>
        <p:nvSpPr>
          <p:cNvPr id="3" name="Content Placeholder 2">
            <a:extLst>
              <a:ext uri="{FF2B5EF4-FFF2-40B4-BE49-F238E27FC236}">
                <a16:creationId xmlns:a16="http://schemas.microsoft.com/office/drawing/2014/main" id="{2571B638-DC3F-4D97-8A28-7C339B9A0DB5}"/>
              </a:ext>
            </a:extLst>
          </p:cNvPr>
          <p:cNvSpPr>
            <a:spLocks noGrp="1"/>
          </p:cNvSpPr>
          <p:nvPr>
            <p:ph idx="1"/>
          </p:nvPr>
        </p:nvSpPr>
        <p:spPr/>
        <p:txBody>
          <a:bodyPr/>
          <a:lstStyle/>
          <a:p>
            <a:r>
              <a:rPr lang="en-AU" dirty="0"/>
              <a:t>Searching/Enumerating all the plans and choose the best one.</a:t>
            </a:r>
          </a:p>
          <a:p>
            <a:pPr lvl="1"/>
            <a:r>
              <a:rPr lang="en-AU" dirty="0"/>
              <a:t>Used for quires that require accurate results.</a:t>
            </a:r>
          </a:p>
          <a:p>
            <a:pPr lvl="1"/>
            <a:r>
              <a:rPr lang="en-AU" dirty="0"/>
              <a:t>Well suited for handling complex quires.</a:t>
            </a:r>
          </a:p>
          <a:p>
            <a:r>
              <a:rPr lang="en-AU" dirty="0"/>
              <a:t>Using a heuristic approach </a:t>
            </a:r>
          </a:p>
          <a:p>
            <a:pPr lvl="1"/>
            <a:r>
              <a:rPr lang="en-AU" dirty="0"/>
              <a:t>Is like using a solution randomly.</a:t>
            </a:r>
          </a:p>
          <a:p>
            <a:pPr lvl="1"/>
            <a:r>
              <a:rPr lang="en-AU" dirty="0"/>
              <a:t>Is a good option when accuracy is not a priority.</a:t>
            </a:r>
          </a:p>
          <a:p>
            <a:pPr lvl="1"/>
            <a:r>
              <a:rPr lang="en-AU" dirty="0"/>
              <a:t>Can handle simple and straight-forward cases.</a:t>
            </a:r>
          </a:p>
        </p:txBody>
      </p:sp>
    </p:spTree>
    <p:extLst>
      <p:ext uri="{BB962C8B-B14F-4D97-AF65-F5344CB8AC3E}">
        <p14:creationId xmlns:p14="http://schemas.microsoft.com/office/powerpoint/2010/main" val="36898247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BE102-A0BB-47D1-B11D-A54682DCA9C9}"/>
              </a:ext>
            </a:extLst>
          </p:cNvPr>
          <p:cNvSpPr>
            <a:spLocks noGrp="1"/>
          </p:cNvSpPr>
          <p:nvPr>
            <p:ph type="title"/>
          </p:nvPr>
        </p:nvSpPr>
        <p:spPr/>
        <p:txBody>
          <a:bodyPr/>
          <a:lstStyle/>
          <a:p>
            <a:r>
              <a:rPr lang="en-AU" dirty="0"/>
              <a:t>Question 7</a:t>
            </a:r>
          </a:p>
        </p:txBody>
      </p:sp>
      <p:sp>
        <p:nvSpPr>
          <p:cNvPr id="3" name="Content Placeholder 2">
            <a:extLst>
              <a:ext uri="{FF2B5EF4-FFF2-40B4-BE49-F238E27FC236}">
                <a16:creationId xmlns:a16="http://schemas.microsoft.com/office/drawing/2014/main" id="{CAF65D66-A4B6-4770-8594-FE5245FBBA55}"/>
              </a:ext>
            </a:extLst>
          </p:cNvPr>
          <p:cNvSpPr>
            <a:spLocks noGrp="1"/>
          </p:cNvSpPr>
          <p:nvPr>
            <p:ph idx="1"/>
          </p:nvPr>
        </p:nvSpPr>
        <p:spPr/>
        <p:txBody>
          <a:bodyPr/>
          <a:lstStyle/>
          <a:p>
            <a:r>
              <a:rPr lang="en-AU" dirty="0"/>
              <a:t>Which of the query optimization approaches is suitable for the following queries?</a:t>
            </a:r>
          </a:p>
          <a:p>
            <a:r>
              <a:rPr lang="en-AU" dirty="0"/>
              <a:t>Scenario A: (Given a table with 10 million tuples, run a query)</a:t>
            </a:r>
          </a:p>
          <a:p>
            <a:pPr marL="457200" lvl="1" indent="0">
              <a:buNone/>
            </a:pPr>
            <a:r>
              <a:rPr lang="en-AU" sz="2600" b="1" dirty="0"/>
              <a:t>SELECT customer</a:t>
            </a:r>
          </a:p>
          <a:p>
            <a:pPr marL="457200" lvl="1" indent="0">
              <a:buNone/>
            </a:pPr>
            <a:r>
              <a:rPr lang="en-AU" sz="2600" b="1" dirty="0"/>
              <a:t>FROM Table</a:t>
            </a:r>
          </a:p>
          <a:p>
            <a:pPr marL="457200" lvl="1" indent="0">
              <a:buNone/>
            </a:pPr>
            <a:r>
              <a:rPr lang="en-AU" sz="2600" b="1" dirty="0"/>
              <a:t>WHERE spend BETWEEN 100 AND 200</a:t>
            </a:r>
          </a:p>
          <a:p>
            <a:pPr marL="457200" lvl="1" indent="0">
              <a:buNone/>
            </a:pPr>
            <a:r>
              <a:rPr lang="en-AU" sz="2600" b="1" dirty="0"/>
              <a:t>AND </a:t>
            </a:r>
            <a:r>
              <a:rPr lang="en-AU" sz="2600" b="1" dirty="0" err="1"/>
              <a:t>birth_year</a:t>
            </a:r>
            <a:r>
              <a:rPr lang="en-AU" sz="2600" b="1" dirty="0"/>
              <a:t>&gt; 2000</a:t>
            </a:r>
          </a:p>
        </p:txBody>
      </p:sp>
    </p:spTree>
    <p:extLst>
      <p:ext uri="{BB962C8B-B14F-4D97-AF65-F5344CB8AC3E}">
        <p14:creationId xmlns:p14="http://schemas.microsoft.com/office/powerpoint/2010/main" val="21156358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BE102-A0BB-47D1-B11D-A54682DCA9C9}"/>
              </a:ext>
            </a:extLst>
          </p:cNvPr>
          <p:cNvSpPr>
            <a:spLocks noGrp="1"/>
          </p:cNvSpPr>
          <p:nvPr>
            <p:ph type="title"/>
          </p:nvPr>
        </p:nvSpPr>
        <p:spPr/>
        <p:txBody>
          <a:bodyPr/>
          <a:lstStyle/>
          <a:p>
            <a:r>
              <a:rPr lang="en-AU" dirty="0"/>
              <a:t>Question 7-A, Solution</a:t>
            </a:r>
          </a:p>
        </p:txBody>
      </p:sp>
      <p:sp>
        <p:nvSpPr>
          <p:cNvPr id="3" name="Content Placeholder 2">
            <a:extLst>
              <a:ext uri="{FF2B5EF4-FFF2-40B4-BE49-F238E27FC236}">
                <a16:creationId xmlns:a16="http://schemas.microsoft.com/office/drawing/2014/main" id="{CAF65D66-A4B6-4770-8594-FE5245FBBA55}"/>
              </a:ext>
            </a:extLst>
          </p:cNvPr>
          <p:cNvSpPr>
            <a:spLocks noGrp="1"/>
          </p:cNvSpPr>
          <p:nvPr>
            <p:ph idx="1"/>
          </p:nvPr>
        </p:nvSpPr>
        <p:spPr/>
        <p:txBody>
          <a:bodyPr/>
          <a:lstStyle/>
          <a:p>
            <a:r>
              <a:rPr lang="en-AU" dirty="0"/>
              <a:t>Which of the query optimization approaches is suitable for the following queries?</a:t>
            </a:r>
          </a:p>
          <a:p>
            <a:r>
              <a:rPr lang="en-AU" dirty="0"/>
              <a:t>Scenario A: (Given a table with 10 million tuples, run a query)</a:t>
            </a:r>
          </a:p>
          <a:p>
            <a:pPr marL="457200" lvl="1" indent="0">
              <a:buNone/>
            </a:pPr>
            <a:r>
              <a:rPr lang="en-AU" sz="2600" b="1" dirty="0"/>
              <a:t>SELECT customer</a:t>
            </a:r>
          </a:p>
          <a:p>
            <a:pPr marL="457200" lvl="1" indent="0">
              <a:buNone/>
            </a:pPr>
            <a:r>
              <a:rPr lang="en-AU" sz="2600" b="1" dirty="0"/>
              <a:t>FROM Table</a:t>
            </a:r>
          </a:p>
          <a:p>
            <a:pPr marL="457200" lvl="1" indent="0">
              <a:buNone/>
            </a:pPr>
            <a:r>
              <a:rPr lang="en-AU" sz="2600" b="1" dirty="0"/>
              <a:t>WHERE spend BETWEEN 100 AND 200</a:t>
            </a:r>
          </a:p>
          <a:p>
            <a:pPr marL="457200" lvl="1" indent="0">
              <a:buNone/>
            </a:pPr>
            <a:r>
              <a:rPr lang="en-AU" sz="2600" b="1" dirty="0"/>
              <a:t>AND </a:t>
            </a:r>
            <a:r>
              <a:rPr lang="en-AU" sz="2600" b="1" dirty="0" err="1"/>
              <a:t>birth_year</a:t>
            </a:r>
            <a:r>
              <a:rPr lang="en-AU" sz="2600" b="1" dirty="0"/>
              <a:t>&gt; 2000</a:t>
            </a:r>
          </a:p>
          <a:p>
            <a:r>
              <a:rPr lang="en-AU" sz="3000" b="1" u="sng" dirty="0">
                <a:solidFill>
                  <a:schemeClr val="accent5">
                    <a:lumMod val="75000"/>
                  </a:schemeClr>
                </a:solidFill>
              </a:rPr>
              <a:t>Solution</a:t>
            </a:r>
            <a:r>
              <a:rPr lang="en-AU" sz="3000" b="1" dirty="0">
                <a:solidFill>
                  <a:schemeClr val="accent5">
                    <a:lumMod val="75000"/>
                  </a:schemeClr>
                </a:solidFill>
              </a:rPr>
              <a:t>: </a:t>
            </a:r>
            <a:r>
              <a:rPr lang="en-AU" sz="3000" dirty="0">
                <a:solidFill>
                  <a:schemeClr val="accent5">
                    <a:lumMod val="75000"/>
                  </a:schemeClr>
                </a:solidFill>
              </a:rPr>
              <a:t>For Scenario A, the heuristic approach would be suitable due to the simplicity of the query.</a:t>
            </a:r>
          </a:p>
        </p:txBody>
      </p:sp>
    </p:spTree>
    <p:extLst>
      <p:ext uri="{BB962C8B-B14F-4D97-AF65-F5344CB8AC3E}">
        <p14:creationId xmlns:p14="http://schemas.microsoft.com/office/powerpoint/2010/main" val="7213601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FA366-A4CD-401C-AF9E-CD548D7DBC24}"/>
              </a:ext>
            </a:extLst>
          </p:cNvPr>
          <p:cNvSpPr>
            <a:spLocks noGrp="1"/>
          </p:cNvSpPr>
          <p:nvPr>
            <p:ph type="title"/>
          </p:nvPr>
        </p:nvSpPr>
        <p:spPr/>
        <p:txBody>
          <a:bodyPr/>
          <a:lstStyle/>
          <a:p>
            <a:r>
              <a:rPr lang="en-AU" dirty="0"/>
              <a:t>Question 7- B</a:t>
            </a:r>
          </a:p>
        </p:txBody>
      </p:sp>
      <p:sp>
        <p:nvSpPr>
          <p:cNvPr id="3" name="Content Placeholder 2">
            <a:extLst>
              <a:ext uri="{FF2B5EF4-FFF2-40B4-BE49-F238E27FC236}">
                <a16:creationId xmlns:a16="http://schemas.microsoft.com/office/drawing/2014/main" id="{C9627198-BF22-4156-842D-6E407FE7A21E}"/>
              </a:ext>
            </a:extLst>
          </p:cNvPr>
          <p:cNvSpPr>
            <a:spLocks noGrp="1"/>
          </p:cNvSpPr>
          <p:nvPr>
            <p:ph idx="1"/>
          </p:nvPr>
        </p:nvSpPr>
        <p:spPr/>
        <p:txBody>
          <a:bodyPr>
            <a:normAutofit/>
          </a:bodyPr>
          <a:lstStyle/>
          <a:p>
            <a:r>
              <a:rPr lang="en-AU" dirty="0"/>
              <a:t>Scenario B: (Given 5 tables with 1000 tuples in each table, run a query)</a:t>
            </a:r>
          </a:p>
          <a:p>
            <a:pPr marL="457200" lvl="1" indent="0">
              <a:buNone/>
            </a:pPr>
            <a:r>
              <a:rPr lang="en-AU" b="1" dirty="0"/>
              <a:t>SELECT T1.name, T2.salary, T3.qualification, T4.phone, T5.leader</a:t>
            </a:r>
          </a:p>
          <a:p>
            <a:pPr marL="457200" lvl="1" indent="0">
              <a:buNone/>
            </a:pPr>
            <a:r>
              <a:rPr lang="en-AU" b="1" dirty="0"/>
              <a:t>FROM Table1 T1</a:t>
            </a:r>
          </a:p>
          <a:p>
            <a:pPr marL="914400" lvl="2" indent="0">
              <a:buNone/>
            </a:pPr>
            <a:r>
              <a:rPr lang="en-AU" b="1" dirty="0"/>
              <a:t>INNER JOIN Table2 T2 ON T2.id = T1.id</a:t>
            </a:r>
          </a:p>
          <a:p>
            <a:pPr marL="914400" lvl="2" indent="0">
              <a:buNone/>
            </a:pPr>
            <a:r>
              <a:rPr lang="en-AU" b="1" dirty="0"/>
              <a:t>INNER JOIN Table3 T3 ON T3.id = T1.id</a:t>
            </a:r>
          </a:p>
          <a:p>
            <a:pPr marL="914400" lvl="2" indent="0">
              <a:buNone/>
            </a:pPr>
            <a:r>
              <a:rPr lang="en-AU" b="1" dirty="0"/>
              <a:t>INNER JOIN Table4 T4 ON T4.id = T1.id</a:t>
            </a:r>
          </a:p>
          <a:p>
            <a:pPr marL="914400" lvl="2" indent="0">
              <a:buNone/>
            </a:pPr>
            <a:r>
              <a:rPr lang="en-AU" b="1" dirty="0"/>
              <a:t>INNER JOIN Table5 T5 ON T5.department = T1.department</a:t>
            </a:r>
          </a:p>
          <a:p>
            <a:pPr marL="457200" lvl="1" indent="0">
              <a:buNone/>
            </a:pPr>
            <a:r>
              <a:rPr lang="en-AU" b="1" dirty="0"/>
              <a:t>WHERE T1.age &gt; 50;</a:t>
            </a:r>
          </a:p>
        </p:txBody>
      </p:sp>
    </p:spTree>
    <p:extLst>
      <p:ext uri="{BB962C8B-B14F-4D97-AF65-F5344CB8AC3E}">
        <p14:creationId xmlns:p14="http://schemas.microsoft.com/office/powerpoint/2010/main" val="10550922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FA366-A4CD-401C-AF9E-CD548D7DBC24}"/>
              </a:ext>
            </a:extLst>
          </p:cNvPr>
          <p:cNvSpPr>
            <a:spLocks noGrp="1"/>
          </p:cNvSpPr>
          <p:nvPr>
            <p:ph type="title"/>
          </p:nvPr>
        </p:nvSpPr>
        <p:spPr/>
        <p:txBody>
          <a:bodyPr/>
          <a:lstStyle/>
          <a:p>
            <a:r>
              <a:rPr lang="en-AU" dirty="0"/>
              <a:t>Question 7- B, Solution</a:t>
            </a:r>
          </a:p>
        </p:txBody>
      </p:sp>
      <p:sp>
        <p:nvSpPr>
          <p:cNvPr id="3" name="Content Placeholder 2">
            <a:extLst>
              <a:ext uri="{FF2B5EF4-FFF2-40B4-BE49-F238E27FC236}">
                <a16:creationId xmlns:a16="http://schemas.microsoft.com/office/drawing/2014/main" id="{C9627198-BF22-4156-842D-6E407FE7A21E}"/>
              </a:ext>
            </a:extLst>
          </p:cNvPr>
          <p:cNvSpPr>
            <a:spLocks noGrp="1"/>
          </p:cNvSpPr>
          <p:nvPr>
            <p:ph idx="1"/>
          </p:nvPr>
        </p:nvSpPr>
        <p:spPr/>
        <p:txBody>
          <a:bodyPr>
            <a:normAutofit/>
          </a:bodyPr>
          <a:lstStyle/>
          <a:p>
            <a:r>
              <a:rPr lang="en-AU" dirty="0"/>
              <a:t>Scenario B: (Given 5 tables with 1000 tuples in each table, run a query)</a:t>
            </a:r>
          </a:p>
          <a:p>
            <a:pPr marL="457200" lvl="1" indent="0">
              <a:buNone/>
            </a:pPr>
            <a:r>
              <a:rPr lang="en-AU" b="1" dirty="0"/>
              <a:t>SELECT T1.name, T2.salary, T3.qualification, T4.phone, T5.leader</a:t>
            </a:r>
          </a:p>
          <a:p>
            <a:pPr marL="457200" lvl="1" indent="0">
              <a:buNone/>
            </a:pPr>
            <a:r>
              <a:rPr lang="en-AU" b="1" dirty="0"/>
              <a:t>FROM Table1 T1</a:t>
            </a:r>
          </a:p>
          <a:p>
            <a:pPr marL="914400" lvl="2" indent="0">
              <a:buNone/>
            </a:pPr>
            <a:r>
              <a:rPr lang="en-AU" b="1" dirty="0"/>
              <a:t>INNER JOIN Table2 T2 ON T2.id = T1.id</a:t>
            </a:r>
          </a:p>
          <a:p>
            <a:pPr marL="914400" lvl="2" indent="0">
              <a:buNone/>
            </a:pPr>
            <a:r>
              <a:rPr lang="en-AU" b="1" dirty="0"/>
              <a:t>INNER JOIN Table3 T3 ON T3.id = T1.id</a:t>
            </a:r>
          </a:p>
          <a:p>
            <a:pPr marL="914400" lvl="2" indent="0">
              <a:buNone/>
            </a:pPr>
            <a:r>
              <a:rPr lang="en-AU" b="1" dirty="0"/>
              <a:t>INNER JOIN Table4 T4 ON T4.id = T1.id</a:t>
            </a:r>
          </a:p>
          <a:p>
            <a:pPr marL="914400" lvl="2" indent="0">
              <a:buNone/>
            </a:pPr>
            <a:r>
              <a:rPr lang="en-AU" b="1" dirty="0"/>
              <a:t>INNER JOIN Table5 T5 ON T5.department = T1.department</a:t>
            </a:r>
          </a:p>
          <a:p>
            <a:pPr marL="457200" lvl="1" indent="0">
              <a:buNone/>
            </a:pPr>
            <a:r>
              <a:rPr lang="en-AU" b="1" dirty="0"/>
              <a:t>WHERE T1.age &gt; 50;</a:t>
            </a:r>
          </a:p>
          <a:p>
            <a:pPr marL="0" indent="0">
              <a:buNone/>
            </a:pPr>
            <a:r>
              <a:rPr lang="en-AU" b="1" u="sng" dirty="0">
                <a:solidFill>
                  <a:schemeClr val="accent5">
                    <a:lumMod val="75000"/>
                  </a:schemeClr>
                </a:solidFill>
              </a:rPr>
              <a:t>Solution</a:t>
            </a:r>
            <a:r>
              <a:rPr lang="en-AU" b="1" dirty="0">
                <a:solidFill>
                  <a:schemeClr val="accent5">
                    <a:lumMod val="75000"/>
                  </a:schemeClr>
                </a:solidFill>
              </a:rPr>
              <a:t>: </a:t>
            </a:r>
            <a:r>
              <a:rPr lang="en-AU" dirty="0">
                <a:solidFill>
                  <a:schemeClr val="accent5">
                    <a:lumMod val="75000"/>
                  </a:schemeClr>
                </a:solidFill>
              </a:rPr>
              <a:t>For Scenario B, the enumerating approach would be more suitable due to the complexity of the query.</a:t>
            </a:r>
          </a:p>
        </p:txBody>
      </p:sp>
    </p:spTree>
    <p:extLst>
      <p:ext uri="{BB962C8B-B14F-4D97-AF65-F5344CB8AC3E}">
        <p14:creationId xmlns:p14="http://schemas.microsoft.com/office/powerpoint/2010/main" val="8232066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6C842-8601-49B4-80D3-CDB1BB297600}"/>
              </a:ext>
            </a:extLst>
          </p:cNvPr>
          <p:cNvSpPr>
            <a:spLocks noGrp="1"/>
          </p:cNvSpPr>
          <p:nvPr>
            <p:ph type="title"/>
          </p:nvPr>
        </p:nvSpPr>
        <p:spPr/>
        <p:txBody>
          <a:bodyPr/>
          <a:lstStyle/>
          <a:p>
            <a:r>
              <a:rPr lang="en-AU" dirty="0"/>
              <a:t>About Nested-Loop Join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F160551-911F-4BE3-A2F2-B9E771387999}"/>
                  </a:ext>
                </a:extLst>
              </p:cNvPr>
              <p:cNvSpPr>
                <a:spLocks noGrp="1"/>
              </p:cNvSpPr>
              <p:nvPr>
                <p:ph idx="1"/>
              </p:nvPr>
            </p:nvSpPr>
            <p:spPr>
              <a:xfrm>
                <a:off x="838200" y="1825624"/>
                <a:ext cx="10515600" cy="4853471"/>
              </a:xfrm>
            </p:spPr>
            <p:txBody>
              <a:bodyPr/>
              <a:lstStyle/>
              <a:p>
                <a:pPr marL="0" indent="0">
                  <a:buNone/>
                </a:pPr>
                <a:endParaRPr lang="en-AU" dirty="0"/>
              </a:p>
              <a:p>
                <a:pPr marL="0" indent="0">
                  <a:buNone/>
                </a:pPr>
                <a:endParaRPr lang="en-AU" dirty="0"/>
              </a:p>
              <a:p>
                <a:pPr marL="0" indent="0">
                  <a:buNone/>
                </a:pPr>
                <a:endParaRPr lang="en-AU" dirty="0"/>
              </a:p>
              <a:p>
                <a:pPr marL="0" indent="0">
                  <a:buNone/>
                </a:pPr>
                <a:endParaRPr lang="en-AU" dirty="0"/>
              </a:p>
              <a:p>
                <a:pPr marL="0" indent="0">
                  <a:buNone/>
                </a:pPr>
                <a:endParaRPr lang="en-AU" dirty="0"/>
              </a:p>
              <a:p>
                <a:pPr marL="0" indent="0">
                  <a:buNone/>
                </a:pPr>
                <a:endParaRPr lang="en-AU" dirty="0"/>
              </a:p>
              <a:p>
                <a:pPr marL="0" indent="0">
                  <a:buNone/>
                </a:pPr>
                <a:endParaRPr lang="en-AU" dirty="0"/>
              </a:p>
              <a:p>
                <a:r>
                  <a:rPr lang="en-AU" dirty="0"/>
                  <a:t>The number of block transfers is </a:t>
                </a:r>
                <a14:m>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𝑛</m:t>
                        </m:r>
                      </m:e>
                      <m:sub>
                        <m:r>
                          <a:rPr lang="en-AU" b="0" i="1" smtClean="0">
                            <a:latin typeface="Cambria Math" panose="02040503050406030204" pitchFamily="18" charset="0"/>
                          </a:rPr>
                          <m:t>𝑟</m:t>
                        </m:r>
                      </m:sub>
                    </m:sSub>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𝑏</m:t>
                        </m:r>
                      </m:e>
                      <m:sub>
                        <m:r>
                          <a:rPr lang="en-AU" b="0" i="1" smtClean="0">
                            <a:latin typeface="Cambria Math" panose="02040503050406030204" pitchFamily="18" charset="0"/>
                          </a:rPr>
                          <m:t>𝑠</m:t>
                        </m:r>
                      </m:sub>
                    </m:sSub>
                  </m:oMath>
                </a14:m>
                <a:r>
                  <a:rPr lang="en-AU" dirty="0"/>
                  <a:t> + </a:t>
                </a:r>
                <a14:m>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𝑏</m:t>
                        </m:r>
                      </m:e>
                      <m:sub>
                        <m:r>
                          <a:rPr lang="en-AU" b="0" i="1" smtClean="0">
                            <a:latin typeface="Cambria Math" panose="02040503050406030204" pitchFamily="18" charset="0"/>
                          </a:rPr>
                          <m:t>𝑟</m:t>
                        </m:r>
                      </m:sub>
                    </m:sSub>
                  </m:oMath>
                </a14:m>
                <a:r>
                  <a:rPr lang="en-AU" dirty="0"/>
                  <a:t>.</a:t>
                </a:r>
              </a:p>
              <a:p>
                <a:r>
                  <a:rPr lang="en-AU" dirty="0"/>
                  <a:t>The number of seeks is </a:t>
                </a:r>
                <a14:m>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𝑛</m:t>
                        </m:r>
                      </m:e>
                      <m:sub>
                        <m:r>
                          <a:rPr lang="en-AU" b="0" i="1" smtClean="0">
                            <a:latin typeface="Cambria Math" panose="02040503050406030204" pitchFamily="18" charset="0"/>
                          </a:rPr>
                          <m:t>𝑟</m:t>
                        </m:r>
                      </m:sub>
                    </m:sSub>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𝑏</m:t>
                        </m:r>
                      </m:e>
                      <m:sub>
                        <m:r>
                          <a:rPr lang="en-AU" b="0" i="1" smtClean="0">
                            <a:latin typeface="Cambria Math" panose="02040503050406030204" pitchFamily="18" charset="0"/>
                          </a:rPr>
                          <m:t>𝑟</m:t>
                        </m:r>
                      </m:sub>
                    </m:sSub>
                  </m:oMath>
                </a14:m>
                <a:endParaRPr lang="en-AU" b="0" dirty="0"/>
              </a:p>
              <a:p>
                <a:pPr marL="0" indent="0">
                  <a:buNone/>
                </a:pPr>
                <a:endParaRPr lang="en-AU" dirty="0"/>
              </a:p>
              <a:p>
                <a:pPr marL="0" indent="0">
                  <a:buNone/>
                </a:pPr>
                <a:endParaRPr lang="en-AU" dirty="0"/>
              </a:p>
              <a:p>
                <a:endParaRPr lang="en-AU" dirty="0"/>
              </a:p>
            </p:txBody>
          </p:sp>
        </mc:Choice>
        <mc:Fallback xmlns="">
          <p:sp>
            <p:nvSpPr>
              <p:cNvPr id="3" name="Content Placeholder 2">
                <a:extLst>
                  <a:ext uri="{FF2B5EF4-FFF2-40B4-BE49-F238E27FC236}">
                    <a16:creationId xmlns:a16="http://schemas.microsoft.com/office/drawing/2014/main" id="{4F160551-911F-4BE3-A2F2-B9E771387999}"/>
                  </a:ext>
                </a:extLst>
              </p:cNvPr>
              <p:cNvSpPr>
                <a:spLocks noGrp="1" noRot="1" noChangeAspect="1" noMove="1" noResize="1" noEditPoints="1" noAdjustHandles="1" noChangeArrowheads="1" noChangeShapeType="1" noTextEdit="1"/>
              </p:cNvSpPr>
              <p:nvPr>
                <p:ph idx="1"/>
              </p:nvPr>
            </p:nvSpPr>
            <p:spPr>
              <a:xfrm>
                <a:off x="838200" y="1825624"/>
                <a:ext cx="10515600" cy="4853471"/>
              </a:xfrm>
              <a:blipFill>
                <a:blip r:embed="rId2"/>
                <a:stretch>
                  <a:fillRect l="-1043"/>
                </a:stretch>
              </a:blipFill>
            </p:spPr>
            <p:txBody>
              <a:bodyPr/>
              <a:lstStyle/>
              <a:p>
                <a:r>
                  <a:rPr lang="en-AU">
                    <a:noFill/>
                  </a:rPr>
                  <a:t> </a:t>
                </a:r>
              </a:p>
            </p:txBody>
          </p:sp>
        </mc:Fallback>
      </mc:AlternateContent>
      <p:pic>
        <p:nvPicPr>
          <p:cNvPr id="7" name="Picture 6">
            <a:extLst>
              <a:ext uri="{FF2B5EF4-FFF2-40B4-BE49-F238E27FC236}">
                <a16:creationId xmlns:a16="http://schemas.microsoft.com/office/drawing/2014/main" id="{546CFB5F-EFF5-453F-9FEB-BB7A796A8A2F}"/>
              </a:ext>
            </a:extLst>
          </p:cNvPr>
          <p:cNvPicPr>
            <a:picLocks noChangeAspect="1"/>
          </p:cNvPicPr>
          <p:nvPr/>
        </p:nvPicPr>
        <p:blipFill>
          <a:blip r:embed="rId3"/>
          <a:stretch>
            <a:fillRect/>
          </a:stretch>
        </p:blipFill>
        <p:spPr>
          <a:xfrm>
            <a:off x="714375" y="1490523"/>
            <a:ext cx="10639425" cy="3562350"/>
          </a:xfrm>
          <a:prstGeom prst="rect">
            <a:avLst/>
          </a:prstGeom>
        </p:spPr>
      </p:pic>
    </p:spTree>
    <p:extLst>
      <p:ext uri="{BB962C8B-B14F-4D97-AF65-F5344CB8AC3E}">
        <p14:creationId xmlns:p14="http://schemas.microsoft.com/office/powerpoint/2010/main" val="27355206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234A8-EBEB-451E-B75B-E438CC00C161}"/>
              </a:ext>
            </a:extLst>
          </p:cNvPr>
          <p:cNvSpPr>
            <a:spLocks noGrp="1"/>
          </p:cNvSpPr>
          <p:nvPr>
            <p:ph type="title"/>
          </p:nvPr>
        </p:nvSpPr>
        <p:spPr/>
        <p:txBody>
          <a:bodyPr/>
          <a:lstStyle/>
          <a:p>
            <a:r>
              <a:rPr lang="en-AU" dirty="0"/>
              <a:t>Example with Nested Loop Join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BAE7C6-50FD-49F0-94C1-B7F2EA958582}"/>
                  </a:ext>
                </a:extLst>
              </p:cNvPr>
              <p:cNvSpPr>
                <a:spLocks noGrp="1"/>
              </p:cNvSpPr>
              <p:nvPr>
                <p:ph idx="1"/>
              </p:nvPr>
            </p:nvSpPr>
            <p:spPr/>
            <p:txBody>
              <a:bodyPr/>
              <a:lstStyle/>
              <a:p>
                <a14:m>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𝑛</m:t>
                        </m:r>
                      </m:e>
                      <m:sub>
                        <m:r>
                          <a:rPr lang="en-AU" b="0" i="1" smtClean="0">
                            <a:latin typeface="Cambria Math" panose="02040503050406030204" pitchFamily="18" charset="0"/>
                          </a:rPr>
                          <m:t>𝑟</m:t>
                        </m:r>
                      </m:sub>
                    </m:sSub>
                  </m:oMath>
                </a14:m>
                <a:r>
                  <a:rPr lang="en-AU" dirty="0"/>
                  <a:t>=3000000, </a:t>
                </a:r>
                <a14:m>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𝑏</m:t>
                        </m:r>
                      </m:e>
                      <m:sub>
                        <m:r>
                          <a:rPr lang="en-AU" b="0" i="1" smtClean="0">
                            <a:latin typeface="Cambria Math" panose="02040503050406030204" pitchFamily="18" charset="0"/>
                          </a:rPr>
                          <m:t>𝑟</m:t>
                        </m:r>
                      </m:sub>
                    </m:sSub>
                    <m:r>
                      <a:rPr lang="en-AU" b="0" i="1" smtClean="0">
                        <a:latin typeface="Cambria Math" panose="02040503050406030204" pitchFamily="18" charset="0"/>
                      </a:rPr>
                      <m:t>=100</m:t>
                    </m:r>
                  </m:oMath>
                </a14:m>
                <a:r>
                  <a:rPr lang="en-AU" dirty="0"/>
                  <a:t>0  and </a:t>
                </a:r>
                <a14:m>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𝑛</m:t>
                        </m:r>
                      </m:e>
                      <m:sub>
                        <m:r>
                          <a:rPr lang="en-AU" b="0" i="1" smtClean="0">
                            <a:latin typeface="Cambria Math" panose="02040503050406030204" pitchFamily="18" charset="0"/>
                          </a:rPr>
                          <m:t>𝑠</m:t>
                        </m:r>
                      </m:sub>
                    </m:sSub>
                    <m:r>
                      <a:rPr lang="en-AU" b="0" i="1" smtClean="0">
                        <a:latin typeface="Cambria Math" panose="02040503050406030204" pitchFamily="18" charset="0"/>
                      </a:rPr>
                      <m:t>=400</m:t>
                    </m:r>
                    <m:r>
                      <a:rPr lang="en-AU" b="0" i="0" smtClean="0">
                        <a:latin typeface="Cambria Math" panose="02040503050406030204" pitchFamily="18" charset="0"/>
                      </a:rPr>
                      <m:t>, </m:t>
                    </m:r>
                    <m:sSub>
                      <m:sSubPr>
                        <m:ctrlPr>
                          <a:rPr lang="en-AU" b="0" i="1" smtClean="0">
                            <a:latin typeface="Cambria Math" panose="02040503050406030204" pitchFamily="18" charset="0"/>
                          </a:rPr>
                        </m:ctrlPr>
                      </m:sSubPr>
                      <m:e>
                        <m:r>
                          <m:rPr>
                            <m:sty m:val="p"/>
                          </m:rPr>
                          <a:rPr lang="en-AU" b="0" i="0" smtClean="0">
                            <a:latin typeface="Cambria Math" panose="02040503050406030204" pitchFamily="18" charset="0"/>
                          </a:rPr>
                          <m:t>b</m:t>
                        </m:r>
                      </m:e>
                      <m:sub>
                        <m:r>
                          <m:rPr>
                            <m:sty m:val="p"/>
                          </m:rPr>
                          <a:rPr lang="en-AU" b="0" i="0" smtClean="0">
                            <a:latin typeface="Cambria Math" panose="02040503050406030204" pitchFamily="18" charset="0"/>
                          </a:rPr>
                          <m:t>s</m:t>
                        </m:r>
                      </m:sub>
                    </m:sSub>
                    <m:r>
                      <a:rPr lang="en-AU" b="0" i="0" smtClean="0">
                        <a:latin typeface="Cambria Math" panose="02040503050406030204" pitchFamily="18" charset="0"/>
                      </a:rPr>
                      <m:t>=10</m:t>
                    </m:r>
                  </m:oMath>
                </a14:m>
                <a:endParaRPr lang="en-AU" dirty="0"/>
              </a:p>
              <a:p>
                <a:pPr lvl="1"/>
                <a14:m>
                  <m:oMath xmlns:m="http://schemas.openxmlformats.org/officeDocument/2006/math">
                    <m:r>
                      <a:rPr lang="en-AU" b="0" i="1" smtClean="0">
                        <a:latin typeface="Cambria Math" panose="02040503050406030204" pitchFamily="18" charset="0"/>
                      </a:rPr>
                      <m:t>𝑏𝑙𝑜𝑐𝑘</m:t>
                    </m:r>
                    <m:r>
                      <a:rPr lang="en-AU" b="0" i="1" smtClean="0">
                        <a:latin typeface="Cambria Math" panose="02040503050406030204" pitchFamily="18" charset="0"/>
                      </a:rPr>
                      <m:t> </m:t>
                    </m:r>
                    <m:r>
                      <a:rPr lang="en-AU" b="0" i="1" smtClean="0">
                        <a:latin typeface="Cambria Math" panose="02040503050406030204" pitchFamily="18" charset="0"/>
                      </a:rPr>
                      <m:t>𝑡𝑟𝑎𝑛𝑠𝑓𝑒𝑟𝑠</m:t>
                    </m:r>
                    <m:sSub>
                      <m:sSubPr>
                        <m:ctrlPr>
                          <a:rPr lang="en-AU" b="0" i="1" smtClean="0">
                            <a:latin typeface="Cambria Math" panose="02040503050406030204" pitchFamily="18" charset="0"/>
                          </a:rPr>
                        </m:ctrlPr>
                      </m:sSubPr>
                      <m:e>
                        <m:r>
                          <a:rPr lang="en-AU" b="0" i="1" smtClean="0">
                            <a:latin typeface="Cambria Math" panose="02040503050406030204" pitchFamily="18" charset="0"/>
                          </a:rPr>
                          <m:t>= </m:t>
                        </m:r>
                        <m:r>
                          <a:rPr lang="en-AU" b="0" i="1" smtClean="0">
                            <a:latin typeface="Cambria Math" panose="02040503050406030204" pitchFamily="18" charset="0"/>
                          </a:rPr>
                          <m:t>𝑛</m:t>
                        </m:r>
                      </m:e>
                      <m:sub>
                        <m:r>
                          <a:rPr lang="en-AU" b="0" i="1" smtClean="0">
                            <a:latin typeface="Cambria Math" panose="02040503050406030204" pitchFamily="18" charset="0"/>
                          </a:rPr>
                          <m:t>𝑟</m:t>
                        </m:r>
                      </m:sub>
                    </m:sSub>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𝑏</m:t>
                        </m:r>
                      </m:e>
                      <m:sub>
                        <m:r>
                          <a:rPr lang="en-AU" b="0" i="1" smtClean="0">
                            <a:latin typeface="Cambria Math" panose="02040503050406030204" pitchFamily="18" charset="0"/>
                          </a:rPr>
                          <m:t>𝑠</m:t>
                        </m:r>
                      </m:sub>
                    </m:sSub>
                    <m:r>
                      <m:rPr>
                        <m:nor/>
                      </m:rPr>
                      <a:rPr lang="en-AU" dirty="0"/>
                      <m:t> + </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𝑏</m:t>
                        </m:r>
                      </m:e>
                      <m:sub>
                        <m:r>
                          <a:rPr lang="en-AU" b="0" i="1" smtClean="0">
                            <a:latin typeface="Cambria Math" panose="02040503050406030204" pitchFamily="18" charset="0"/>
                          </a:rPr>
                          <m:t>𝑟</m:t>
                        </m:r>
                      </m:sub>
                    </m:sSub>
                    <m:r>
                      <a:rPr lang="en-AU" b="0" i="1" smtClean="0">
                        <a:latin typeface="Cambria Math" panose="02040503050406030204" pitchFamily="18" charset="0"/>
                      </a:rPr>
                      <m:t>=3000000×10+1000=30,001,000</m:t>
                    </m:r>
                  </m:oMath>
                </a14:m>
                <a:endParaRPr lang="en-AU" b="0" dirty="0"/>
              </a:p>
              <a:p>
                <a:pPr lvl="1"/>
                <a14:m>
                  <m:oMath xmlns:m="http://schemas.openxmlformats.org/officeDocument/2006/math">
                    <m:r>
                      <a:rPr lang="en-AU" b="0" i="1" smtClean="0">
                        <a:latin typeface="Cambria Math" panose="02040503050406030204" pitchFamily="18" charset="0"/>
                      </a:rPr>
                      <m:t>𝑠𝑒𝑒𝑘</m:t>
                    </m:r>
                    <m:r>
                      <a:rPr lang="en-AU" b="0" i="1" smtClean="0">
                        <a:latin typeface="Cambria Math" panose="02040503050406030204" pitchFamily="18" charset="0"/>
                      </a:rPr>
                      <m:t> </m:t>
                    </m:r>
                    <m:r>
                      <a:rPr lang="en-AU" b="0" i="1" smtClean="0">
                        <a:latin typeface="Cambria Math" panose="02040503050406030204" pitchFamily="18" charset="0"/>
                      </a:rPr>
                      <m:t>𝑡𝑖𝑚𝑒𝑠</m:t>
                    </m:r>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𝑛</m:t>
                        </m:r>
                      </m:e>
                      <m:sub>
                        <m:r>
                          <a:rPr lang="en-AU" b="0" i="1" smtClean="0">
                            <a:latin typeface="Cambria Math" panose="02040503050406030204" pitchFamily="18" charset="0"/>
                          </a:rPr>
                          <m:t>𝑟</m:t>
                        </m:r>
                      </m:sub>
                    </m:sSub>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𝑏</m:t>
                        </m:r>
                      </m:e>
                      <m:sub>
                        <m:r>
                          <a:rPr lang="en-AU" b="0" i="1" smtClean="0">
                            <a:latin typeface="Cambria Math" panose="02040503050406030204" pitchFamily="18" charset="0"/>
                          </a:rPr>
                          <m:t>𝑟</m:t>
                        </m:r>
                      </m:sub>
                    </m:sSub>
                    <m:r>
                      <a:rPr lang="en-AU" b="0" i="1" smtClean="0">
                        <a:latin typeface="Cambria Math" panose="02040503050406030204" pitchFamily="18" charset="0"/>
                      </a:rPr>
                      <m:t>= 3000000+1000=</m:t>
                    </m:r>
                    <m:r>
                      <a:rPr lang="en-AU" i="1" smtClean="0">
                        <a:latin typeface="Cambria Math" panose="02040503050406030204" pitchFamily="18" charset="0"/>
                      </a:rPr>
                      <m:t>3</m:t>
                    </m:r>
                    <m:r>
                      <a:rPr lang="en-AU" b="0" i="1" smtClean="0">
                        <a:latin typeface="Cambria Math" panose="02040503050406030204" pitchFamily="18" charset="0"/>
                      </a:rPr>
                      <m:t>001000</m:t>
                    </m:r>
                  </m:oMath>
                </a14:m>
                <a:endParaRPr lang="en-AU" dirty="0"/>
              </a:p>
              <a:p>
                <a:pPr lvl="1"/>
                <a:endParaRPr lang="en-AU" dirty="0"/>
              </a:p>
              <a:p>
                <a:pPr lvl="1"/>
                <a:r>
                  <a:rPr lang="en-AU" dirty="0"/>
                  <a:t>average seek time is </a:t>
                </a:r>
                <a14:m>
                  <m:oMath xmlns:m="http://schemas.openxmlformats.org/officeDocument/2006/math">
                    <m:r>
                      <a:rPr lang="en-AU" b="0" i="1" smtClean="0">
                        <a:latin typeface="Cambria Math" panose="02040503050406030204" pitchFamily="18" charset="0"/>
                      </a:rPr>
                      <m:t>12 </m:t>
                    </m:r>
                    <m:r>
                      <a:rPr lang="en-AU" b="0" i="1" smtClean="0">
                        <a:latin typeface="Cambria Math" panose="02040503050406030204" pitchFamily="18" charset="0"/>
                      </a:rPr>
                      <m:t>𝑚𝑠</m:t>
                    </m:r>
                  </m:oMath>
                </a14:m>
                <a:r>
                  <a:rPr lang="en-AU" dirty="0"/>
                  <a:t>, means </a:t>
                </a:r>
                <a14:m>
                  <m:oMath xmlns:m="http://schemas.openxmlformats.org/officeDocument/2006/math">
                    <m:r>
                      <a:rPr lang="en-AU" i="1">
                        <a:latin typeface="Cambria Math" panose="02040503050406030204" pitchFamily="18" charset="0"/>
                      </a:rPr>
                      <m:t>3</m:t>
                    </m:r>
                    <m:r>
                      <a:rPr lang="en-AU" b="0" i="1" smtClean="0">
                        <a:latin typeface="Cambria Math" panose="02040503050406030204" pitchFamily="18" charset="0"/>
                      </a:rPr>
                      <m:t>001000×12 </m:t>
                    </m:r>
                    <m:r>
                      <a:rPr lang="en-AU" b="0" i="1" smtClean="0">
                        <a:latin typeface="Cambria Math" panose="02040503050406030204" pitchFamily="18" charset="0"/>
                      </a:rPr>
                      <m:t>𝑚𝑠</m:t>
                    </m:r>
                    <m:r>
                      <a:rPr lang="en-AU" b="0" i="0" smtClean="0">
                        <a:latin typeface="Cambria Math" panose="02040503050406030204" pitchFamily="18" charset="0"/>
                      </a:rPr>
                      <m:t>~ 1 </m:t>
                    </m:r>
                    <m:r>
                      <m:rPr>
                        <m:sty m:val="p"/>
                      </m:rPr>
                      <a:rPr lang="en-AU" b="0" i="0" smtClean="0">
                        <a:latin typeface="Cambria Math" panose="02040503050406030204" pitchFamily="18" charset="0"/>
                      </a:rPr>
                      <m:t>hr</m:t>
                    </m:r>
                    <m:r>
                      <a:rPr lang="en-AU" b="0" i="0" smtClean="0">
                        <a:latin typeface="Cambria Math" panose="02040503050406030204" pitchFamily="18" charset="0"/>
                      </a:rPr>
                      <m:t> </m:t>
                    </m:r>
                  </m:oMath>
                </a14:m>
                <a:r>
                  <a:rPr lang="en-AU" dirty="0"/>
                  <a:t> for a simple join. </a:t>
                </a:r>
              </a:p>
              <a:p>
                <a:endParaRPr lang="en-AU" dirty="0"/>
              </a:p>
              <a:p>
                <a:r>
                  <a:rPr lang="en-AU" dirty="0"/>
                  <a:t>How to improve this?</a:t>
                </a:r>
              </a:p>
              <a:p>
                <a:pPr lvl="1"/>
                <a:r>
                  <a:rPr lang="en-AU" dirty="0"/>
                  <a:t>Match block by block instead to minimize the number of seek times.</a:t>
                </a:r>
              </a:p>
            </p:txBody>
          </p:sp>
        </mc:Choice>
        <mc:Fallback xmlns="">
          <p:sp>
            <p:nvSpPr>
              <p:cNvPr id="3" name="Content Placeholder 2">
                <a:extLst>
                  <a:ext uri="{FF2B5EF4-FFF2-40B4-BE49-F238E27FC236}">
                    <a16:creationId xmlns:a16="http://schemas.microsoft.com/office/drawing/2014/main" id="{ABBAE7C6-50FD-49F0-94C1-B7F2EA958582}"/>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AU">
                    <a:noFill/>
                  </a:rPr>
                  <a:t> </a:t>
                </a:r>
              </a:p>
            </p:txBody>
          </p:sp>
        </mc:Fallback>
      </mc:AlternateContent>
    </p:spTree>
    <p:extLst>
      <p:ext uri="{BB962C8B-B14F-4D97-AF65-F5344CB8AC3E}">
        <p14:creationId xmlns:p14="http://schemas.microsoft.com/office/powerpoint/2010/main" val="13382530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29E0D-3B83-4964-B3BF-C38005DB5CF6}"/>
              </a:ext>
            </a:extLst>
          </p:cNvPr>
          <p:cNvSpPr>
            <a:spLocks noGrp="1"/>
          </p:cNvSpPr>
          <p:nvPr>
            <p:ph type="title"/>
          </p:nvPr>
        </p:nvSpPr>
        <p:spPr/>
        <p:txBody>
          <a:bodyPr/>
          <a:lstStyle/>
          <a:p>
            <a:r>
              <a:rPr lang="en-AU" dirty="0"/>
              <a:t>Improved Nested-Join; Block Nested-Join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DAC70A9-44F7-43DF-B2DF-65ABB0FD406C}"/>
                  </a:ext>
                </a:extLst>
              </p:cNvPr>
              <p:cNvSpPr>
                <a:spLocks noGrp="1"/>
              </p:cNvSpPr>
              <p:nvPr>
                <p:ph idx="1"/>
              </p:nvPr>
            </p:nvSpPr>
            <p:spPr>
              <a:xfrm>
                <a:off x="853077" y="1825625"/>
                <a:ext cx="10515600" cy="4351338"/>
              </a:xfrm>
            </p:spPr>
            <p:txBody>
              <a:bodyPr/>
              <a:lstStyle/>
              <a:p>
                <a:endParaRPr lang="en-AU" dirty="0"/>
              </a:p>
              <a:p>
                <a:pPr marL="0" indent="0">
                  <a:buNone/>
                </a:pPr>
                <a:endParaRPr lang="en-AU" dirty="0"/>
              </a:p>
              <a:p>
                <a:pPr marL="0" indent="0">
                  <a:buNone/>
                </a:pPr>
                <a:endParaRPr lang="en-AU" dirty="0"/>
              </a:p>
              <a:p>
                <a:pPr marL="0" indent="0">
                  <a:buNone/>
                </a:pPr>
                <a:endParaRPr lang="en-AU" dirty="0"/>
              </a:p>
              <a:p>
                <a:pPr marL="0" indent="0">
                  <a:buNone/>
                </a:pPr>
                <a:endParaRPr lang="en-AU" dirty="0"/>
              </a:p>
              <a:p>
                <a:pPr marL="0" indent="0">
                  <a:buNone/>
                </a:pPr>
                <a:endParaRPr lang="en-AU" dirty="0"/>
              </a:p>
              <a:p>
                <a:r>
                  <a:rPr lang="en-AU" dirty="0"/>
                  <a:t>Number of block transfers: </a:t>
                </a:r>
                <a14:m>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𝑏</m:t>
                        </m:r>
                      </m:e>
                      <m:sub>
                        <m:r>
                          <a:rPr lang="en-AU" b="0" i="1" smtClean="0">
                            <a:latin typeface="Cambria Math" panose="02040503050406030204" pitchFamily="18" charset="0"/>
                          </a:rPr>
                          <m:t>𝑟</m:t>
                        </m:r>
                      </m:sub>
                    </m:sSub>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𝑏</m:t>
                        </m:r>
                      </m:e>
                      <m:sub>
                        <m:r>
                          <a:rPr lang="en-AU" b="0" i="1" smtClean="0">
                            <a:latin typeface="Cambria Math" panose="02040503050406030204" pitchFamily="18" charset="0"/>
                          </a:rPr>
                          <m:t>𝑠</m:t>
                        </m:r>
                      </m:sub>
                    </m:sSub>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𝑏</m:t>
                        </m:r>
                      </m:e>
                      <m:sub>
                        <m:r>
                          <a:rPr lang="en-AU" b="0" i="1" smtClean="0">
                            <a:latin typeface="Cambria Math" panose="02040503050406030204" pitchFamily="18" charset="0"/>
                          </a:rPr>
                          <m:t>𝑟</m:t>
                        </m:r>
                      </m:sub>
                    </m:sSub>
                  </m:oMath>
                </a14:m>
                <a:endParaRPr lang="en-AU" b="0" dirty="0"/>
              </a:p>
              <a:p>
                <a:r>
                  <a:rPr lang="en-AU" dirty="0"/>
                  <a:t>Number of seeks: </a:t>
                </a:r>
                <a14:m>
                  <m:oMath xmlns:m="http://schemas.openxmlformats.org/officeDocument/2006/math">
                    <m:r>
                      <a:rPr lang="en-AU" b="0" i="1" smtClean="0">
                        <a:latin typeface="Cambria Math" panose="02040503050406030204" pitchFamily="18" charset="0"/>
                      </a:rPr>
                      <m:t>2×</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𝑏</m:t>
                        </m:r>
                      </m:e>
                      <m:sub>
                        <m:r>
                          <a:rPr lang="en-AU" b="0" i="1" smtClean="0">
                            <a:latin typeface="Cambria Math" panose="02040503050406030204" pitchFamily="18" charset="0"/>
                          </a:rPr>
                          <m:t>𝑟</m:t>
                        </m:r>
                      </m:sub>
                    </m:sSub>
                  </m:oMath>
                </a14:m>
                <a:endParaRPr lang="en-AU" dirty="0"/>
              </a:p>
            </p:txBody>
          </p:sp>
        </mc:Choice>
        <mc:Fallback xmlns="">
          <p:sp>
            <p:nvSpPr>
              <p:cNvPr id="3" name="Content Placeholder 2">
                <a:extLst>
                  <a:ext uri="{FF2B5EF4-FFF2-40B4-BE49-F238E27FC236}">
                    <a16:creationId xmlns:a16="http://schemas.microsoft.com/office/drawing/2014/main" id="{4DAC70A9-44F7-43DF-B2DF-65ABB0FD406C}"/>
                  </a:ext>
                </a:extLst>
              </p:cNvPr>
              <p:cNvSpPr>
                <a:spLocks noGrp="1" noRot="1" noChangeAspect="1" noMove="1" noResize="1" noEditPoints="1" noAdjustHandles="1" noChangeArrowheads="1" noChangeShapeType="1" noTextEdit="1"/>
              </p:cNvSpPr>
              <p:nvPr>
                <p:ph idx="1"/>
              </p:nvPr>
            </p:nvSpPr>
            <p:spPr>
              <a:xfrm>
                <a:off x="853077" y="1825625"/>
                <a:ext cx="10515600" cy="4351338"/>
              </a:xfrm>
              <a:blipFill>
                <a:blip r:embed="rId2"/>
                <a:stretch>
                  <a:fillRect l="-1043"/>
                </a:stretch>
              </a:blipFill>
            </p:spPr>
            <p:txBody>
              <a:bodyPr/>
              <a:lstStyle/>
              <a:p>
                <a:r>
                  <a:rPr lang="en-AU">
                    <a:noFill/>
                  </a:rPr>
                  <a:t> </a:t>
                </a:r>
              </a:p>
            </p:txBody>
          </p:sp>
        </mc:Fallback>
      </mc:AlternateContent>
      <p:pic>
        <p:nvPicPr>
          <p:cNvPr id="7" name="Picture 6">
            <a:extLst>
              <a:ext uri="{FF2B5EF4-FFF2-40B4-BE49-F238E27FC236}">
                <a16:creationId xmlns:a16="http://schemas.microsoft.com/office/drawing/2014/main" id="{C73B38A7-4F4F-4FA6-8881-37EADDDC5D11}"/>
              </a:ext>
            </a:extLst>
          </p:cNvPr>
          <p:cNvPicPr>
            <a:picLocks noChangeAspect="1"/>
          </p:cNvPicPr>
          <p:nvPr/>
        </p:nvPicPr>
        <p:blipFill>
          <a:blip r:embed="rId3"/>
          <a:stretch>
            <a:fillRect/>
          </a:stretch>
        </p:blipFill>
        <p:spPr>
          <a:xfrm>
            <a:off x="3038475" y="1690688"/>
            <a:ext cx="6115050" cy="3152775"/>
          </a:xfrm>
          <a:prstGeom prst="rect">
            <a:avLst/>
          </a:prstGeom>
        </p:spPr>
      </p:pic>
    </p:spTree>
    <p:extLst>
      <p:ext uri="{BB962C8B-B14F-4D97-AF65-F5344CB8AC3E}">
        <p14:creationId xmlns:p14="http://schemas.microsoft.com/office/powerpoint/2010/main" val="10789404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E24EF-11D7-4904-812B-9C7DD2E755D3}"/>
              </a:ext>
            </a:extLst>
          </p:cNvPr>
          <p:cNvSpPr>
            <a:spLocks noGrp="1"/>
          </p:cNvSpPr>
          <p:nvPr>
            <p:ph type="title"/>
          </p:nvPr>
        </p:nvSpPr>
        <p:spPr/>
        <p:txBody>
          <a:bodyPr/>
          <a:lstStyle/>
          <a:p>
            <a:r>
              <a:rPr lang="en-AU" dirty="0"/>
              <a:t>Example with Block Nested-Loop Join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F05B42F-3354-4C1C-B3EA-C74ADB4EDAA4}"/>
                  </a:ext>
                </a:extLst>
              </p:cNvPr>
              <p:cNvSpPr>
                <a:spLocks noGrp="1"/>
              </p:cNvSpPr>
              <p:nvPr>
                <p:ph idx="1"/>
              </p:nvPr>
            </p:nvSpPr>
            <p:spPr/>
            <p:txBody>
              <a:bodyPr/>
              <a:lstStyle/>
              <a:p>
                <a:r>
                  <a:rPr lang="en-AU" dirty="0"/>
                  <a:t>Number of seeks = </a:t>
                </a:r>
                <a14:m>
                  <m:oMath xmlns:m="http://schemas.openxmlformats.org/officeDocument/2006/math">
                    <m:r>
                      <a:rPr lang="en-AU" b="0" i="1" smtClean="0">
                        <a:latin typeface="Cambria Math" panose="02040503050406030204" pitchFamily="18" charset="0"/>
                      </a:rPr>
                      <m:t>2×</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𝑏</m:t>
                        </m:r>
                      </m:e>
                      <m:sub>
                        <m:r>
                          <a:rPr lang="en-AU" b="0" i="1" smtClean="0">
                            <a:latin typeface="Cambria Math" panose="02040503050406030204" pitchFamily="18" charset="0"/>
                          </a:rPr>
                          <m:t>𝑟</m:t>
                        </m:r>
                      </m:sub>
                    </m:sSub>
                    <m:r>
                      <a:rPr lang="en-AU" b="0" i="1" smtClean="0">
                        <a:latin typeface="Cambria Math" panose="02040503050406030204" pitchFamily="18" charset="0"/>
                      </a:rPr>
                      <m:t>=2000</m:t>
                    </m:r>
                  </m:oMath>
                </a14:m>
                <a:endParaRPr lang="en-AU" dirty="0"/>
              </a:p>
              <a:p>
                <a:r>
                  <a:rPr lang="en-AU" dirty="0"/>
                  <a:t>The new seek time is </a:t>
                </a:r>
                <a14:m>
                  <m:oMath xmlns:m="http://schemas.openxmlformats.org/officeDocument/2006/math">
                    <m:r>
                      <a:rPr lang="en-AU" b="0" i="1" smtClean="0">
                        <a:latin typeface="Cambria Math" panose="02040503050406030204" pitchFamily="18" charset="0"/>
                      </a:rPr>
                      <m:t>2000×12 </m:t>
                    </m:r>
                    <m:r>
                      <a:rPr lang="en-AU" b="0" i="1" smtClean="0">
                        <a:latin typeface="Cambria Math" panose="02040503050406030204" pitchFamily="18" charset="0"/>
                      </a:rPr>
                      <m:t>𝑚𝑠</m:t>
                    </m:r>
                    <m:r>
                      <a:rPr lang="en-AU" b="0" i="1" smtClean="0">
                        <a:latin typeface="Cambria Math" panose="02040503050406030204" pitchFamily="18" charset="0"/>
                      </a:rPr>
                      <m:t> ~ 24 </m:t>
                    </m:r>
                    <m:r>
                      <a:rPr lang="en-AU" b="0" i="1" smtClean="0">
                        <a:latin typeface="Cambria Math" panose="02040503050406030204" pitchFamily="18" charset="0"/>
                      </a:rPr>
                      <m:t>𝑠𝑒𝑐𝑜𝑛𝑑𝑠</m:t>
                    </m:r>
                  </m:oMath>
                </a14:m>
                <a:endParaRPr lang="en-AU" b="0" dirty="0"/>
              </a:p>
              <a:p>
                <a:endParaRPr lang="en-AU" dirty="0"/>
              </a:p>
              <a:p>
                <a:r>
                  <a:rPr lang="en-AU" dirty="0"/>
                  <a:t>In orders three orders of magnitude less than the Nested-Loop join.</a:t>
                </a:r>
              </a:p>
              <a:p>
                <a:endParaRPr lang="en-AU" dirty="0"/>
              </a:p>
              <a:p>
                <a:endParaRPr lang="en-AU" dirty="0"/>
              </a:p>
              <a:p>
                <a:endParaRPr lang="en-AU" dirty="0"/>
              </a:p>
            </p:txBody>
          </p:sp>
        </mc:Choice>
        <mc:Fallback xmlns="">
          <p:sp>
            <p:nvSpPr>
              <p:cNvPr id="3" name="Content Placeholder 2">
                <a:extLst>
                  <a:ext uri="{FF2B5EF4-FFF2-40B4-BE49-F238E27FC236}">
                    <a16:creationId xmlns:a16="http://schemas.microsoft.com/office/drawing/2014/main" id="{4F05B42F-3354-4C1C-B3EA-C74ADB4EDAA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AU">
                    <a:noFill/>
                  </a:rPr>
                  <a:t> </a:t>
                </a:r>
              </a:p>
            </p:txBody>
          </p:sp>
        </mc:Fallback>
      </mc:AlternateContent>
    </p:spTree>
    <p:extLst>
      <p:ext uri="{BB962C8B-B14F-4D97-AF65-F5344CB8AC3E}">
        <p14:creationId xmlns:p14="http://schemas.microsoft.com/office/powerpoint/2010/main" val="4089660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3A8F3-5DB9-4F47-96FF-771786C31CAA}"/>
              </a:ext>
            </a:extLst>
          </p:cNvPr>
          <p:cNvSpPr>
            <a:spLocks noGrp="1"/>
          </p:cNvSpPr>
          <p:nvPr>
            <p:ph type="title"/>
          </p:nvPr>
        </p:nvSpPr>
        <p:spPr/>
        <p:txBody>
          <a:bodyPr/>
          <a:lstStyle/>
          <a:p>
            <a:r>
              <a:rPr lang="en-AU" dirty="0"/>
              <a:t>Question 8</a:t>
            </a:r>
          </a:p>
        </p:txBody>
      </p:sp>
      <p:sp>
        <p:nvSpPr>
          <p:cNvPr id="3" name="Content Placeholder 2">
            <a:extLst>
              <a:ext uri="{FF2B5EF4-FFF2-40B4-BE49-F238E27FC236}">
                <a16:creationId xmlns:a16="http://schemas.microsoft.com/office/drawing/2014/main" id="{07CC054B-1F22-449B-AF3D-1718386F8D81}"/>
              </a:ext>
            </a:extLst>
          </p:cNvPr>
          <p:cNvSpPr>
            <a:spLocks noGrp="1"/>
          </p:cNvSpPr>
          <p:nvPr>
            <p:ph idx="1"/>
          </p:nvPr>
        </p:nvSpPr>
        <p:spPr/>
        <p:txBody>
          <a:bodyPr/>
          <a:lstStyle/>
          <a:p>
            <a:r>
              <a:rPr lang="en-AU" dirty="0"/>
              <a:t>Review the examples on nested-loop join and block nested-loop join given in the lecture. Discuss and calculate why the later one can be more efficient.</a:t>
            </a:r>
          </a:p>
          <a:p>
            <a:pPr marL="457200" lvl="1" indent="0">
              <a:buNone/>
            </a:pPr>
            <a:br>
              <a:rPr lang="en-AU" dirty="0"/>
            </a:br>
            <a:endParaRPr lang="en-AU" dirty="0"/>
          </a:p>
        </p:txBody>
      </p:sp>
    </p:spTree>
    <p:extLst>
      <p:ext uri="{BB962C8B-B14F-4D97-AF65-F5344CB8AC3E}">
        <p14:creationId xmlns:p14="http://schemas.microsoft.com/office/powerpoint/2010/main" val="36183259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3A8F3-5DB9-4F47-96FF-771786C31CAA}"/>
              </a:ext>
            </a:extLst>
          </p:cNvPr>
          <p:cNvSpPr>
            <a:spLocks noGrp="1"/>
          </p:cNvSpPr>
          <p:nvPr>
            <p:ph type="title"/>
          </p:nvPr>
        </p:nvSpPr>
        <p:spPr/>
        <p:txBody>
          <a:bodyPr/>
          <a:lstStyle/>
          <a:p>
            <a:r>
              <a:rPr lang="en-AU" dirty="0"/>
              <a:t>Question 8- Solution</a:t>
            </a:r>
          </a:p>
        </p:txBody>
      </p:sp>
      <p:sp>
        <p:nvSpPr>
          <p:cNvPr id="3" name="Content Placeholder 2">
            <a:extLst>
              <a:ext uri="{FF2B5EF4-FFF2-40B4-BE49-F238E27FC236}">
                <a16:creationId xmlns:a16="http://schemas.microsoft.com/office/drawing/2014/main" id="{07CC054B-1F22-449B-AF3D-1718386F8D81}"/>
              </a:ext>
            </a:extLst>
          </p:cNvPr>
          <p:cNvSpPr>
            <a:spLocks noGrp="1"/>
          </p:cNvSpPr>
          <p:nvPr>
            <p:ph idx="1"/>
          </p:nvPr>
        </p:nvSpPr>
        <p:spPr/>
        <p:txBody>
          <a:bodyPr/>
          <a:lstStyle/>
          <a:p>
            <a:r>
              <a:rPr lang="en-AU" dirty="0"/>
              <a:t>Review the examples on nested-loop join and block nested-loop join given in the lecture. Discuss and calculate why the later one can be more efficient.</a:t>
            </a:r>
          </a:p>
          <a:p>
            <a:endParaRPr lang="en-AU" dirty="0"/>
          </a:p>
          <a:p>
            <a:pPr lvl="1"/>
            <a:r>
              <a:rPr lang="en-AU" b="0" i="0" dirty="0">
                <a:solidFill>
                  <a:srgbClr val="398DD5"/>
                </a:solidFill>
                <a:effectLst/>
                <a:latin typeface="LMRoman10-Regular-Identity-H"/>
              </a:rPr>
              <a:t>After reiterating the examples/calculations, we see the later one is most efficient because each block in the inner relation is read once for each block in the outer relation (instead of once for each tuple in the outer relation)</a:t>
            </a:r>
            <a:r>
              <a:rPr lang="en-AU" dirty="0"/>
              <a:t> </a:t>
            </a:r>
            <a:br>
              <a:rPr lang="en-AU" dirty="0"/>
            </a:br>
            <a:endParaRPr lang="en-AU" dirty="0"/>
          </a:p>
        </p:txBody>
      </p:sp>
    </p:spTree>
    <p:extLst>
      <p:ext uri="{BB962C8B-B14F-4D97-AF65-F5344CB8AC3E}">
        <p14:creationId xmlns:p14="http://schemas.microsoft.com/office/powerpoint/2010/main" val="39833822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5AA9E-874E-A803-7EED-64E25645A23C}"/>
              </a:ext>
            </a:extLst>
          </p:cNvPr>
          <p:cNvSpPr>
            <a:spLocks noGrp="1"/>
          </p:cNvSpPr>
          <p:nvPr>
            <p:ph type="title"/>
          </p:nvPr>
        </p:nvSpPr>
        <p:spPr/>
        <p:txBody>
          <a:bodyPr/>
          <a:lstStyle/>
          <a:p>
            <a:r>
              <a:rPr lang="en-AU" dirty="0"/>
              <a:t>Question 9</a:t>
            </a:r>
          </a:p>
        </p:txBody>
      </p:sp>
      <p:sp>
        <p:nvSpPr>
          <p:cNvPr id="3" name="Content Placeholder 2">
            <a:extLst>
              <a:ext uri="{FF2B5EF4-FFF2-40B4-BE49-F238E27FC236}">
                <a16:creationId xmlns:a16="http://schemas.microsoft.com/office/drawing/2014/main" id="{1C37CB84-5B75-DCD9-04D0-2F87332613B4}"/>
              </a:ext>
            </a:extLst>
          </p:cNvPr>
          <p:cNvSpPr>
            <a:spLocks noGrp="1"/>
          </p:cNvSpPr>
          <p:nvPr>
            <p:ph idx="1"/>
          </p:nvPr>
        </p:nvSpPr>
        <p:spPr/>
        <p:txBody>
          <a:bodyPr/>
          <a:lstStyle/>
          <a:p>
            <a:r>
              <a:rPr lang="en-AU" dirty="0"/>
              <a:t>A particular query on table A used to run quite efficiently in a DBMS. After inserting many records and deleting many other records from table A, that same query is now taking more time to run, even when the total number of records has not changed. What can be the reason for that? What can you do as the user/database administrator of that DBMS to improve the performance of this query? </a:t>
            </a:r>
          </a:p>
        </p:txBody>
      </p:sp>
    </p:spTree>
    <p:extLst>
      <p:ext uri="{BB962C8B-B14F-4D97-AF65-F5344CB8AC3E}">
        <p14:creationId xmlns:p14="http://schemas.microsoft.com/office/powerpoint/2010/main" val="26396172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9B936-CC50-EB87-6DB3-DDDB6890070D}"/>
              </a:ext>
            </a:extLst>
          </p:cNvPr>
          <p:cNvSpPr>
            <a:spLocks noGrp="1"/>
          </p:cNvSpPr>
          <p:nvPr>
            <p:ph type="title"/>
          </p:nvPr>
        </p:nvSpPr>
        <p:spPr/>
        <p:txBody>
          <a:bodyPr/>
          <a:lstStyle/>
          <a:p>
            <a:r>
              <a:rPr lang="en-AU" dirty="0"/>
              <a:t>Question 9- Answer</a:t>
            </a:r>
          </a:p>
        </p:txBody>
      </p:sp>
      <p:sp>
        <p:nvSpPr>
          <p:cNvPr id="3" name="Content Placeholder 2">
            <a:extLst>
              <a:ext uri="{FF2B5EF4-FFF2-40B4-BE49-F238E27FC236}">
                <a16:creationId xmlns:a16="http://schemas.microsoft.com/office/drawing/2014/main" id="{C23BC0B6-E6CE-6C3C-F435-38ADDED587DD}"/>
              </a:ext>
            </a:extLst>
          </p:cNvPr>
          <p:cNvSpPr>
            <a:spLocks noGrp="1"/>
          </p:cNvSpPr>
          <p:nvPr>
            <p:ph idx="1"/>
          </p:nvPr>
        </p:nvSpPr>
        <p:spPr/>
        <p:txBody>
          <a:bodyPr/>
          <a:lstStyle/>
          <a:p>
            <a:r>
              <a:rPr lang="en-AU" dirty="0">
                <a:solidFill>
                  <a:schemeClr val="accent5">
                    <a:lumMod val="75000"/>
                  </a:schemeClr>
                </a:solidFill>
              </a:rPr>
              <a:t>Solution:</a:t>
            </a:r>
          </a:p>
          <a:p>
            <a:r>
              <a:rPr lang="en-AU" dirty="0">
                <a:solidFill>
                  <a:schemeClr val="accent5">
                    <a:lumMod val="75000"/>
                  </a:schemeClr>
                </a:solidFill>
              </a:rPr>
              <a:t>After insertions and deletions, the statistics of a table may not be updated instantly. As the statistics are used to estimate the cost of a query, wrong statistics are causing wrong cost estimations, and hence the query optimiser is now choosing a query plan that is no longer optimal for that query. </a:t>
            </a:r>
          </a:p>
          <a:p>
            <a:r>
              <a:rPr lang="en-AU" dirty="0">
                <a:solidFill>
                  <a:schemeClr val="accent5">
                    <a:lumMod val="75000"/>
                  </a:schemeClr>
                </a:solidFill>
              </a:rPr>
              <a:t>Enforcing statistical recompilation option can be used to update the statistics of the table.</a:t>
            </a:r>
          </a:p>
          <a:p>
            <a:endParaRPr lang="en-AU" dirty="0"/>
          </a:p>
        </p:txBody>
      </p:sp>
    </p:spTree>
    <p:extLst>
      <p:ext uri="{BB962C8B-B14F-4D97-AF65-F5344CB8AC3E}">
        <p14:creationId xmlns:p14="http://schemas.microsoft.com/office/powerpoint/2010/main" val="30185460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B0BC8-7A87-9BA2-D632-ED97D2F68669}"/>
              </a:ext>
            </a:extLst>
          </p:cNvPr>
          <p:cNvSpPr>
            <a:spLocks noGrp="1"/>
          </p:cNvSpPr>
          <p:nvPr>
            <p:ph type="ctrTitle"/>
          </p:nvPr>
        </p:nvSpPr>
        <p:spPr/>
        <p:txBody>
          <a:bodyPr/>
          <a:lstStyle/>
          <a:p>
            <a:r>
              <a:rPr lang="en-AU" dirty="0"/>
              <a:t>Advanced Database Systems</a:t>
            </a:r>
            <a:br>
              <a:rPr lang="en-AU" dirty="0"/>
            </a:br>
            <a:r>
              <a:rPr lang="en-AU" dirty="0"/>
              <a:t>Winter Semester</a:t>
            </a:r>
          </a:p>
        </p:txBody>
      </p:sp>
      <p:sp>
        <p:nvSpPr>
          <p:cNvPr id="3" name="Subtitle 2">
            <a:extLst>
              <a:ext uri="{FF2B5EF4-FFF2-40B4-BE49-F238E27FC236}">
                <a16:creationId xmlns:a16="http://schemas.microsoft.com/office/drawing/2014/main" id="{1A6FB0D5-866C-AF7E-1008-D048EF1DCCC8}"/>
              </a:ext>
            </a:extLst>
          </p:cNvPr>
          <p:cNvSpPr>
            <a:spLocks noGrp="1"/>
          </p:cNvSpPr>
          <p:nvPr>
            <p:ph type="subTitle" idx="1"/>
          </p:nvPr>
        </p:nvSpPr>
        <p:spPr/>
        <p:txBody>
          <a:bodyPr/>
          <a:lstStyle/>
          <a:p>
            <a:r>
              <a:rPr lang="en-AU" dirty="0"/>
              <a:t>Week 2- Part Three (Data Structures for Big Data)</a:t>
            </a:r>
          </a:p>
          <a:p>
            <a:r>
              <a:rPr lang="en-AU" dirty="0"/>
              <a:t>Ahmad</a:t>
            </a:r>
          </a:p>
        </p:txBody>
      </p:sp>
    </p:spTree>
    <p:extLst>
      <p:ext uri="{BB962C8B-B14F-4D97-AF65-F5344CB8AC3E}">
        <p14:creationId xmlns:p14="http://schemas.microsoft.com/office/powerpoint/2010/main" val="31585403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D2CAC-16D9-486D-9D41-F6BA70C4340D}"/>
              </a:ext>
            </a:extLst>
          </p:cNvPr>
          <p:cNvSpPr>
            <a:spLocks noGrp="1"/>
          </p:cNvSpPr>
          <p:nvPr>
            <p:ph type="title"/>
          </p:nvPr>
        </p:nvSpPr>
        <p:spPr/>
        <p:txBody>
          <a:bodyPr/>
          <a:lstStyle/>
          <a:p>
            <a:r>
              <a:rPr lang="en-AU" dirty="0"/>
              <a:t>Are Heuristic and Enumerating the only options?</a:t>
            </a:r>
          </a:p>
        </p:txBody>
      </p:sp>
      <p:sp>
        <p:nvSpPr>
          <p:cNvPr id="3" name="Content Placeholder 2">
            <a:extLst>
              <a:ext uri="{FF2B5EF4-FFF2-40B4-BE49-F238E27FC236}">
                <a16:creationId xmlns:a16="http://schemas.microsoft.com/office/drawing/2014/main" id="{E54D4020-DE34-4A83-B186-DD0AD2A811A9}"/>
              </a:ext>
            </a:extLst>
          </p:cNvPr>
          <p:cNvSpPr>
            <a:spLocks noGrp="1"/>
          </p:cNvSpPr>
          <p:nvPr>
            <p:ph idx="1"/>
          </p:nvPr>
        </p:nvSpPr>
        <p:spPr/>
        <p:txBody>
          <a:bodyPr/>
          <a:lstStyle/>
          <a:p>
            <a:r>
              <a:rPr lang="en-AU" dirty="0"/>
              <a:t>Systems may use heuristics to reduce the number of choices that must be made in a cost-based fashion</a:t>
            </a:r>
          </a:p>
          <a:p>
            <a:r>
              <a:rPr lang="en-AU" dirty="0"/>
              <a:t>However, DBMS admin generally creates indices to allow almost direct access to individual items</a:t>
            </a:r>
          </a:p>
          <a:p>
            <a:r>
              <a:rPr lang="en-AU" dirty="0"/>
              <a:t>Two basic kinds of indices:</a:t>
            </a:r>
          </a:p>
          <a:p>
            <a:pPr lvl="1"/>
            <a:r>
              <a:rPr lang="en-AU" dirty="0"/>
              <a:t>Ordered indices:  search keys are stored in some order</a:t>
            </a:r>
          </a:p>
          <a:p>
            <a:pPr lvl="1"/>
            <a:r>
              <a:rPr lang="en-AU" dirty="0"/>
              <a:t>Hash indices:  search keys are distributed hopefully uniformly across “buckets” using a “function”</a:t>
            </a:r>
          </a:p>
          <a:p>
            <a:r>
              <a:rPr lang="en-AU" dirty="0"/>
              <a:t>The impacts:</a:t>
            </a:r>
          </a:p>
          <a:p>
            <a:pPr lvl="1"/>
            <a:r>
              <a:rPr lang="en-AU" dirty="0"/>
              <a:t>Faster disk access; but insertion and deletion is also important.</a:t>
            </a:r>
          </a:p>
        </p:txBody>
      </p:sp>
    </p:spTree>
    <p:extLst>
      <p:ext uri="{BB962C8B-B14F-4D97-AF65-F5344CB8AC3E}">
        <p14:creationId xmlns:p14="http://schemas.microsoft.com/office/powerpoint/2010/main" val="28261753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A0BDE-C339-4A5C-BCFB-CE53602E27B6}"/>
              </a:ext>
            </a:extLst>
          </p:cNvPr>
          <p:cNvSpPr>
            <a:spLocks noGrp="1"/>
          </p:cNvSpPr>
          <p:nvPr>
            <p:ph type="title"/>
          </p:nvPr>
        </p:nvSpPr>
        <p:spPr/>
        <p:txBody>
          <a:bodyPr/>
          <a:lstStyle/>
          <a:p>
            <a:r>
              <a:rPr lang="en-AU" dirty="0"/>
              <a:t>Most Popular Index in DMBS: </a:t>
            </a:r>
            <a:r>
              <a:rPr lang="en-AU" dirty="0" err="1"/>
              <a:t>B+Tree</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6FD238-FB05-410E-9F1F-D38C66F5507A}"/>
                  </a:ext>
                </a:extLst>
              </p:cNvPr>
              <p:cNvSpPr>
                <a:spLocks noGrp="1"/>
              </p:cNvSpPr>
              <p:nvPr>
                <p:ph idx="1"/>
              </p:nvPr>
            </p:nvSpPr>
            <p:spPr>
              <a:xfrm>
                <a:off x="853314" y="1825625"/>
                <a:ext cx="10515600" cy="4351338"/>
              </a:xfrm>
            </p:spPr>
            <p:txBody>
              <a:bodyPr/>
              <a:lstStyle/>
              <a:p>
                <a:r>
                  <a:rPr lang="en-AU" dirty="0"/>
                  <a:t>Features:</a:t>
                </a:r>
              </a:p>
              <a:p>
                <a:pPr lvl="1"/>
                <a:r>
                  <a:rPr lang="en-AU" dirty="0"/>
                  <a:t>Keeps the data in order</a:t>
                </a:r>
              </a:p>
              <a:p>
                <a:pPr lvl="1"/>
                <a:r>
                  <a:rPr lang="en-AU" dirty="0"/>
                  <a:t>Enables Binary Search</a:t>
                </a:r>
              </a:p>
              <a:p>
                <a:pPr lvl="1"/>
                <a:r>
                  <a:rPr lang="en-AU" dirty="0"/>
                  <a:t>Maintained by periodic reorganization</a:t>
                </a:r>
              </a:p>
              <a:p>
                <a:pPr lvl="1"/>
                <a:r>
                  <a:rPr lang="en-AU" dirty="0"/>
                  <a:t>If there are K search-key values in the file, the height of the tree is no more  than </a:t>
                </a:r>
                <a14:m>
                  <m:oMath xmlns:m="http://schemas.openxmlformats.org/officeDocument/2006/math">
                    <m:sSub>
                      <m:sSubPr>
                        <m:ctrlPr>
                          <a:rPr lang="en-AU" b="0" i="1" dirty="0" smtClean="0">
                            <a:latin typeface="Cambria Math" panose="02040503050406030204" pitchFamily="18" charset="0"/>
                          </a:rPr>
                        </m:ctrlPr>
                      </m:sSubPr>
                      <m:e>
                        <m:r>
                          <m:rPr>
                            <m:sty m:val="p"/>
                          </m:rPr>
                          <a:rPr lang="en-AU" i="0" dirty="0" err="1" smtClean="0">
                            <a:latin typeface="Cambria Math" panose="02040503050406030204" pitchFamily="18" charset="0"/>
                          </a:rPr>
                          <m:t>log</m:t>
                        </m:r>
                      </m:e>
                      <m:sub>
                        <m:r>
                          <a:rPr lang="en-AU" b="0" i="1" dirty="0" smtClean="0">
                            <a:latin typeface="Cambria Math" panose="02040503050406030204" pitchFamily="18" charset="0"/>
                          </a:rPr>
                          <m:t>𝑛</m:t>
                        </m:r>
                        <m:r>
                          <a:rPr lang="en-AU" b="0" i="1" dirty="0" smtClean="0">
                            <a:latin typeface="Cambria Math" panose="02040503050406030204" pitchFamily="18" charset="0"/>
                          </a:rPr>
                          <m:t>/2</m:t>
                        </m:r>
                      </m:sub>
                    </m:sSub>
                    <m:r>
                      <a:rPr lang="en-AU" i="1" dirty="0" smtClean="0">
                        <a:latin typeface="Cambria Math" panose="02040503050406030204" pitchFamily="18" charset="0"/>
                      </a:rPr>
                      <m:t>(</m:t>
                    </m:r>
                    <m:r>
                      <a:rPr lang="en-AU" i="1" dirty="0" smtClean="0">
                        <a:latin typeface="Cambria Math" panose="02040503050406030204" pitchFamily="18" charset="0"/>
                      </a:rPr>
                      <m:t>𝐾</m:t>
                    </m:r>
                    <m:r>
                      <a:rPr lang="en-AU" i="1" dirty="0" smtClean="0">
                        <a:latin typeface="Cambria Math" panose="02040503050406030204" pitchFamily="18" charset="0"/>
                      </a:rPr>
                      <m:t>) </m:t>
                    </m:r>
                  </m:oMath>
                </a14:m>
                <a:r>
                  <a:rPr lang="en-AU" dirty="0"/>
                  <a:t>and it would be balanced.</a:t>
                </a:r>
              </a:p>
              <a:p>
                <a:pPr lvl="1"/>
                <a:r>
                  <a:rPr lang="en-AU" dirty="0"/>
                  <a:t>Perfect for Range queries.</a:t>
                </a:r>
              </a:p>
            </p:txBody>
          </p:sp>
        </mc:Choice>
        <mc:Fallback xmlns="">
          <p:sp>
            <p:nvSpPr>
              <p:cNvPr id="3" name="Content Placeholder 2">
                <a:extLst>
                  <a:ext uri="{FF2B5EF4-FFF2-40B4-BE49-F238E27FC236}">
                    <a16:creationId xmlns:a16="http://schemas.microsoft.com/office/drawing/2014/main" id="{A76FD238-FB05-410E-9F1F-D38C66F5507A}"/>
                  </a:ext>
                </a:extLst>
              </p:cNvPr>
              <p:cNvSpPr>
                <a:spLocks noGrp="1" noRot="1" noChangeAspect="1" noMove="1" noResize="1" noEditPoints="1" noAdjustHandles="1" noChangeArrowheads="1" noChangeShapeType="1" noTextEdit="1"/>
              </p:cNvSpPr>
              <p:nvPr>
                <p:ph idx="1"/>
              </p:nvPr>
            </p:nvSpPr>
            <p:spPr>
              <a:xfrm>
                <a:off x="853314" y="1825625"/>
                <a:ext cx="10515600" cy="4351338"/>
              </a:xfrm>
              <a:blipFill>
                <a:blip r:embed="rId2"/>
                <a:stretch>
                  <a:fillRect l="-1043" t="-2241"/>
                </a:stretch>
              </a:blipFill>
            </p:spPr>
            <p:txBody>
              <a:bodyPr/>
              <a:lstStyle/>
              <a:p>
                <a:r>
                  <a:rPr lang="en-AU">
                    <a:noFill/>
                  </a:rPr>
                  <a:t> </a:t>
                </a:r>
              </a:p>
            </p:txBody>
          </p:sp>
        </mc:Fallback>
      </mc:AlternateContent>
      <p:pic>
        <p:nvPicPr>
          <p:cNvPr id="5" name="Picture 4">
            <a:extLst>
              <a:ext uri="{FF2B5EF4-FFF2-40B4-BE49-F238E27FC236}">
                <a16:creationId xmlns:a16="http://schemas.microsoft.com/office/drawing/2014/main" id="{EF978DE9-EAC2-4CCA-BF17-CC2B50D9DE80}"/>
              </a:ext>
            </a:extLst>
          </p:cNvPr>
          <p:cNvPicPr>
            <a:picLocks noChangeAspect="1"/>
          </p:cNvPicPr>
          <p:nvPr/>
        </p:nvPicPr>
        <p:blipFill>
          <a:blip r:embed="rId3"/>
          <a:stretch>
            <a:fillRect/>
          </a:stretch>
        </p:blipFill>
        <p:spPr>
          <a:xfrm>
            <a:off x="2025472" y="4690119"/>
            <a:ext cx="7131407" cy="2167881"/>
          </a:xfrm>
          <a:prstGeom prst="rect">
            <a:avLst/>
          </a:prstGeom>
        </p:spPr>
      </p:pic>
    </p:spTree>
    <p:extLst>
      <p:ext uri="{BB962C8B-B14F-4D97-AF65-F5344CB8AC3E}">
        <p14:creationId xmlns:p14="http://schemas.microsoft.com/office/powerpoint/2010/main" val="19493782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969AC-D18E-4741-90A9-A772FCC85278}"/>
              </a:ext>
            </a:extLst>
          </p:cNvPr>
          <p:cNvSpPr>
            <a:spLocks noGrp="1"/>
          </p:cNvSpPr>
          <p:nvPr>
            <p:ph type="title"/>
          </p:nvPr>
        </p:nvSpPr>
        <p:spPr/>
        <p:txBody>
          <a:bodyPr/>
          <a:lstStyle/>
          <a:p>
            <a:r>
              <a:rPr lang="en-AU" dirty="0"/>
              <a:t>Other forms of indices: Hash Indices</a:t>
            </a:r>
          </a:p>
        </p:txBody>
      </p:sp>
      <p:sp>
        <p:nvSpPr>
          <p:cNvPr id="3" name="Content Placeholder 2">
            <a:extLst>
              <a:ext uri="{FF2B5EF4-FFF2-40B4-BE49-F238E27FC236}">
                <a16:creationId xmlns:a16="http://schemas.microsoft.com/office/drawing/2014/main" id="{CDE2653A-5964-4C0D-B4C8-F9EC7ED48CEC}"/>
              </a:ext>
            </a:extLst>
          </p:cNvPr>
          <p:cNvSpPr>
            <a:spLocks noGrp="1"/>
          </p:cNvSpPr>
          <p:nvPr>
            <p:ph idx="1"/>
          </p:nvPr>
        </p:nvSpPr>
        <p:spPr/>
        <p:txBody>
          <a:bodyPr/>
          <a:lstStyle/>
          <a:p>
            <a:r>
              <a:rPr lang="en-AU" dirty="0"/>
              <a:t>Unordered, but record pointers are used with search keys.</a:t>
            </a:r>
          </a:p>
          <a:p>
            <a:r>
              <a:rPr lang="en-AU" dirty="0"/>
              <a:t>Given a key the aim is to find the related record on file in one shot which is important.</a:t>
            </a:r>
          </a:p>
          <a:p>
            <a:r>
              <a:rPr lang="en-AU" dirty="0"/>
              <a:t>An good hash function is uniform </a:t>
            </a:r>
            <a:r>
              <a:rPr lang="en-AU" sz="2200" dirty="0"/>
              <a:t>(same per </a:t>
            </a:r>
            <a:r>
              <a:rPr lang="en-AU" sz="2200" dirty="0" err="1"/>
              <a:t>buc</a:t>
            </a:r>
            <a:r>
              <a:rPr lang="en-AU" sz="2200" dirty="0"/>
              <a:t>)</a:t>
            </a:r>
          </a:p>
          <a:p>
            <a:r>
              <a:rPr lang="en-AU" dirty="0"/>
              <a:t>Ideal hash function is random</a:t>
            </a:r>
          </a:p>
          <a:p>
            <a:endParaRPr lang="en-AU" dirty="0"/>
          </a:p>
        </p:txBody>
      </p:sp>
      <p:pic>
        <p:nvPicPr>
          <p:cNvPr id="5" name="Picture 4">
            <a:extLst>
              <a:ext uri="{FF2B5EF4-FFF2-40B4-BE49-F238E27FC236}">
                <a16:creationId xmlns:a16="http://schemas.microsoft.com/office/drawing/2014/main" id="{FA004037-2193-4D6C-B607-3F0CF8A7D372}"/>
              </a:ext>
            </a:extLst>
          </p:cNvPr>
          <p:cNvPicPr>
            <a:picLocks noChangeAspect="1"/>
          </p:cNvPicPr>
          <p:nvPr/>
        </p:nvPicPr>
        <p:blipFill>
          <a:blip r:embed="rId2"/>
          <a:stretch>
            <a:fillRect/>
          </a:stretch>
        </p:blipFill>
        <p:spPr>
          <a:xfrm>
            <a:off x="8036738" y="2852928"/>
            <a:ext cx="4155262" cy="4005072"/>
          </a:xfrm>
          <a:prstGeom prst="rect">
            <a:avLst/>
          </a:prstGeom>
        </p:spPr>
      </p:pic>
    </p:spTree>
    <p:extLst>
      <p:ext uri="{BB962C8B-B14F-4D97-AF65-F5344CB8AC3E}">
        <p14:creationId xmlns:p14="http://schemas.microsoft.com/office/powerpoint/2010/main" val="274285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8E6E8-4B94-4E63-8E01-061EDDBCEBF1}"/>
              </a:ext>
            </a:extLst>
          </p:cNvPr>
          <p:cNvSpPr>
            <a:spLocks noGrp="1"/>
          </p:cNvSpPr>
          <p:nvPr>
            <p:ph type="title"/>
          </p:nvPr>
        </p:nvSpPr>
        <p:spPr/>
        <p:txBody>
          <a:bodyPr/>
          <a:lstStyle/>
          <a:p>
            <a:r>
              <a:rPr lang="en-AU" dirty="0"/>
              <a:t>Bitmap Indices</a:t>
            </a:r>
          </a:p>
        </p:txBody>
      </p:sp>
      <p:sp>
        <p:nvSpPr>
          <p:cNvPr id="3" name="Content Placeholder 2">
            <a:extLst>
              <a:ext uri="{FF2B5EF4-FFF2-40B4-BE49-F238E27FC236}">
                <a16:creationId xmlns:a16="http://schemas.microsoft.com/office/drawing/2014/main" id="{086271B8-8C8D-42F9-B84E-AC41E1AE83B1}"/>
              </a:ext>
            </a:extLst>
          </p:cNvPr>
          <p:cNvSpPr>
            <a:spLocks noGrp="1"/>
          </p:cNvSpPr>
          <p:nvPr>
            <p:ph idx="1"/>
          </p:nvPr>
        </p:nvSpPr>
        <p:spPr/>
        <p:txBody>
          <a:bodyPr/>
          <a:lstStyle/>
          <a:p>
            <a:r>
              <a:rPr lang="en-AU" dirty="0"/>
              <a:t>Records in a relation are assumed to be numbered sequentially from, say, 0</a:t>
            </a:r>
          </a:p>
          <a:p>
            <a:r>
              <a:rPr lang="en-AU" dirty="0"/>
              <a:t>Applicable on attributes that take on a relatively small number of distinct values</a:t>
            </a:r>
          </a:p>
          <a:p>
            <a:pPr lvl="1"/>
            <a:r>
              <a:rPr lang="en-AU" dirty="0"/>
              <a:t>E.g. gender, country, state, ...</a:t>
            </a:r>
          </a:p>
          <a:p>
            <a:pPr lvl="1"/>
            <a:r>
              <a:rPr lang="en-AU" dirty="0"/>
              <a:t>E.g. income-level (income broken up into a small number of  levels such </a:t>
            </a:r>
          </a:p>
          <a:p>
            <a:pPr lvl="1"/>
            <a:r>
              <a:rPr lang="en-AU" dirty="0"/>
              <a:t>as 0-9999, 10000-19999, 20000-50000, 50000- infinity)</a:t>
            </a:r>
          </a:p>
          <a:p>
            <a:r>
              <a:rPr lang="en-AU" dirty="0"/>
              <a:t>A bitmap is simply an array of bits.</a:t>
            </a:r>
          </a:p>
        </p:txBody>
      </p:sp>
    </p:spTree>
    <p:extLst>
      <p:ext uri="{BB962C8B-B14F-4D97-AF65-F5344CB8AC3E}">
        <p14:creationId xmlns:p14="http://schemas.microsoft.com/office/powerpoint/2010/main" val="6605202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BC90B-2B7C-4CFE-B63C-F743FFF2F3D6}"/>
              </a:ext>
            </a:extLst>
          </p:cNvPr>
          <p:cNvSpPr>
            <a:spLocks noGrp="1"/>
          </p:cNvSpPr>
          <p:nvPr>
            <p:ph type="title"/>
          </p:nvPr>
        </p:nvSpPr>
        <p:spPr/>
        <p:txBody>
          <a:bodyPr/>
          <a:lstStyle/>
          <a:p>
            <a:r>
              <a:rPr lang="en-AU" dirty="0"/>
              <a:t>R-Trees</a:t>
            </a:r>
          </a:p>
        </p:txBody>
      </p:sp>
      <p:sp>
        <p:nvSpPr>
          <p:cNvPr id="3" name="Content Placeholder 2">
            <a:extLst>
              <a:ext uri="{FF2B5EF4-FFF2-40B4-BE49-F238E27FC236}">
                <a16:creationId xmlns:a16="http://schemas.microsoft.com/office/drawing/2014/main" id="{AC30B12F-9002-4E3B-BA21-B37D00B99E96}"/>
              </a:ext>
            </a:extLst>
          </p:cNvPr>
          <p:cNvSpPr>
            <a:spLocks noGrp="1"/>
          </p:cNvSpPr>
          <p:nvPr>
            <p:ph idx="1"/>
          </p:nvPr>
        </p:nvSpPr>
        <p:spPr/>
        <p:txBody>
          <a:bodyPr/>
          <a:lstStyle/>
          <a:p>
            <a:r>
              <a:rPr lang="en-AU" dirty="0"/>
              <a:t>R-trees are a N-dimensional extension of B+-trees, useful for indexing sets of rectangles and other polygons.</a:t>
            </a:r>
          </a:p>
          <a:p>
            <a:r>
              <a:rPr lang="en-AU" dirty="0"/>
              <a:t>Idea:  generalize the notion of a one-dimensional interval associated with each B+ -tree node to an  N-dimensional interval, that is, an N-dimensional rectangle.</a:t>
            </a:r>
          </a:p>
          <a:p>
            <a:endParaRPr lang="en-AU" dirty="0"/>
          </a:p>
        </p:txBody>
      </p:sp>
    </p:spTree>
    <p:extLst>
      <p:ext uri="{BB962C8B-B14F-4D97-AF65-F5344CB8AC3E}">
        <p14:creationId xmlns:p14="http://schemas.microsoft.com/office/powerpoint/2010/main" val="8335409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0CB24-617A-4D9F-8E3F-842A6E0B1281}"/>
              </a:ext>
            </a:extLst>
          </p:cNvPr>
          <p:cNvSpPr>
            <a:spLocks noGrp="1"/>
          </p:cNvSpPr>
          <p:nvPr>
            <p:ph type="title"/>
          </p:nvPr>
        </p:nvSpPr>
        <p:spPr/>
        <p:txBody>
          <a:bodyPr/>
          <a:lstStyle/>
          <a:p>
            <a:r>
              <a:rPr lang="en-AU" dirty="0"/>
              <a:t>Question 10 (Breakout Rooms)</a:t>
            </a:r>
          </a:p>
        </p:txBody>
      </p:sp>
      <p:sp>
        <p:nvSpPr>
          <p:cNvPr id="3" name="Content Placeholder 2">
            <a:extLst>
              <a:ext uri="{FF2B5EF4-FFF2-40B4-BE49-F238E27FC236}">
                <a16:creationId xmlns:a16="http://schemas.microsoft.com/office/drawing/2014/main" id="{D12B1D60-4210-4181-88FC-C13B6E6E9690}"/>
              </a:ext>
            </a:extLst>
          </p:cNvPr>
          <p:cNvSpPr>
            <a:spLocks noGrp="1"/>
          </p:cNvSpPr>
          <p:nvPr>
            <p:ph idx="1"/>
          </p:nvPr>
        </p:nvSpPr>
        <p:spPr/>
        <p:txBody>
          <a:bodyPr/>
          <a:lstStyle/>
          <a:p>
            <a:r>
              <a:rPr lang="en-AU" dirty="0"/>
              <a:t>What indices are suitable if a table is frequently used for finding records based on three criteria?</a:t>
            </a:r>
          </a:p>
          <a:p>
            <a:pPr lvl="1"/>
            <a:r>
              <a:rPr lang="en-AU" dirty="0"/>
              <a:t>a list of users’ name, </a:t>
            </a:r>
          </a:p>
          <a:p>
            <a:pPr lvl="1"/>
            <a:r>
              <a:rPr lang="en-AU" dirty="0"/>
              <a:t>a range of users’ birthday </a:t>
            </a:r>
          </a:p>
          <a:p>
            <a:pPr lvl="1"/>
            <a:r>
              <a:rPr lang="en-AU" dirty="0"/>
              <a:t>a spatial region covering users’ residence</a:t>
            </a:r>
          </a:p>
        </p:txBody>
      </p:sp>
    </p:spTree>
    <p:extLst>
      <p:ext uri="{BB962C8B-B14F-4D97-AF65-F5344CB8AC3E}">
        <p14:creationId xmlns:p14="http://schemas.microsoft.com/office/powerpoint/2010/main" val="14021488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0CB24-617A-4D9F-8E3F-842A6E0B1281}"/>
              </a:ext>
            </a:extLst>
          </p:cNvPr>
          <p:cNvSpPr>
            <a:spLocks noGrp="1"/>
          </p:cNvSpPr>
          <p:nvPr>
            <p:ph type="title"/>
          </p:nvPr>
        </p:nvSpPr>
        <p:spPr/>
        <p:txBody>
          <a:bodyPr/>
          <a:lstStyle/>
          <a:p>
            <a:r>
              <a:rPr lang="en-AU" dirty="0"/>
              <a:t>Question 10 - Solution</a:t>
            </a:r>
          </a:p>
        </p:txBody>
      </p:sp>
      <p:sp>
        <p:nvSpPr>
          <p:cNvPr id="3" name="Content Placeholder 2">
            <a:extLst>
              <a:ext uri="{FF2B5EF4-FFF2-40B4-BE49-F238E27FC236}">
                <a16:creationId xmlns:a16="http://schemas.microsoft.com/office/drawing/2014/main" id="{D12B1D60-4210-4181-88FC-C13B6E6E9690}"/>
              </a:ext>
            </a:extLst>
          </p:cNvPr>
          <p:cNvSpPr>
            <a:spLocks noGrp="1"/>
          </p:cNvSpPr>
          <p:nvPr>
            <p:ph idx="1"/>
          </p:nvPr>
        </p:nvSpPr>
        <p:spPr/>
        <p:txBody>
          <a:bodyPr/>
          <a:lstStyle/>
          <a:p>
            <a:r>
              <a:rPr lang="en-AU" dirty="0"/>
              <a:t>What indices are suitable if a table is frequently used for finding records based on three criteria?</a:t>
            </a:r>
          </a:p>
          <a:p>
            <a:pPr lvl="1"/>
            <a:r>
              <a:rPr lang="en-AU" dirty="0"/>
              <a:t>a list of users’ name, </a:t>
            </a:r>
          </a:p>
          <a:p>
            <a:pPr lvl="1"/>
            <a:r>
              <a:rPr lang="en-AU" dirty="0"/>
              <a:t>a range of users’ birthday </a:t>
            </a:r>
          </a:p>
          <a:p>
            <a:pPr lvl="1"/>
            <a:r>
              <a:rPr lang="en-AU" dirty="0"/>
              <a:t>a spatial region covering users’ residence</a:t>
            </a:r>
          </a:p>
        </p:txBody>
      </p:sp>
      <p:pic>
        <p:nvPicPr>
          <p:cNvPr id="5" name="Picture 4">
            <a:extLst>
              <a:ext uri="{FF2B5EF4-FFF2-40B4-BE49-F238E27FC236}">
                <a16:creationId xmlns:a16="http://schemas.microsoft.com/office/drawing/2014/main" id="{F0FB4ECC-14BF-42C1-ACD0-3AC5DCA50836}"/>
              </a:ext>
            </a:extLst>
          </p:cNvPr>
          <p:cNvPicPr>
            <a:picLocks noChangeAspect="1"/>
          </p:cNvPicPr>
          <p:nvPr/>
        </p:nvPicPr>
        <p:blipFill>
          <a:blip r:embed="rId2"/>
          <a:stretch>
            <a:fillRect/>
          </a:stretch>
        </p:blipFill>
        <p:spPr>
          <a:xfrm>
            <a:off x="1356038" y="4263778"/>
            <a:ext cx="8384691" cy="1467321"/>
          </a:xfrm>
          <a:prstGeom prst="rect">
            <a:avLst/>
          </a:prstGeom>
        </p:spPr>
      </p:pic>
    </p:spTree>
    <p:extLst>
      <p:ext uri="{BB962C8B-B14F-4D97-AF65-F5344CB8AC3E}">
        <p14:creationId xmlns:p14="http://schemas.microsoft.com/office/powerpoint/2010/main" val="25128500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60C0A-4935-4E5E-A59F-736B31EA09C7}"/>
              </a:ext>
            </a:extLst>
          </p:cNvPr>
          <p:cNvSpPr>
            <a:spLocks noGrp="1"/>
          </p:cNvSpPr>
          <p:nvPr>
            <p:ph type="title"/>
          </p:nvPr>
        </p:nvSpPr>
        <p:spPr/>
        <p:txBody>
          <a:bodyPr/>
          <a:lstStyle/>
          <a:p>
            <a:r>
              <a:rPr lang="en-AU" dirty="0"/>
              <a:t>Question 11- Breakout Rooms</a:t>
            </a:r>
          </a:p>
        </p:txBody>
      </p:sp>
      <p:sp>
        <p:nvSpPr>
          <p:cNvPr id="3" name="Content Placeholder 2">
            <a:extLst>
              <a:ext uri="{FF2B5EF4-FFF2-40B4-BE49-F238E27FC236}">
                <a16:creationId xmlns:a16="http://schemas.microsoft.com/office/drawing/2014/main" id="{FD27D985-5EBF-48BA-B901-79FE7A0AD3E3}"/>
              </a:ext>
            </a:extLst>
          </p:cNvPr>
          <p:cNvSpPr>
            <a:spLocks noGrp="1"/>
          </p:cNvSpPr>
          <p:nvPr>
            <p:ph idx="1"/>
          </p:nvPr>
        </p:nvSpPr>
        <p:spPr/>
        <p:txBody>
          <a:bodyPr/>
          <a:lstStyle/>
          <a:p>
            <a:r>
              <a:rPr lang="en-AU" dirty="0"/>
              <a:t>Review the points on indexing with B+ trees. Assume a database table has 10,000,000 records and the index is built with a B+ tree. The maximum number of children of a node, is denoted as n. </a:t>
            </a:r>
          </a:p>
          <a:p>
            <a:pPr lvl="1"/>
            <a:r>
              <a:rPr lang="en-AU" dirty="0"/>
              <a:t>How many steps are needed to find a record if n = 4? </a:t>
            </a:r>
          </a:p>
          <a:p>
            <a:pPr lvl="1"/>
            <a:r>
              <a:rPr lang="en-AU" dirty="0"/>
              <a:t>How many steps are needed to find a record if n = 100?</a:t>
            </a:r>
          </a:p>
        </p:txBody>
      </p:sp>
    </p:spTree>
    <p:extLst>
      <p:ext uri="{BB962C8B-B14F-4D97-AF65-F5344CB8AC3E}">
        <p14:creationId xmlns:p14="http://schemas.microsoft.com/office/powerpoint/2010/main" val="22504741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60C0A-4935-4E5E-A59F-736B31EA09C7}"/>
              </a:ext>
            </a:extLst>
          </p:cNvPr>
          <p:cNvSpPr>
            <a:spLocks noGrp="1"/>
          </p:cNvSpPr>
          <p:nvPr>
            <p:ph type="title"/>
          </p:nvPr>
        </p:nvSpPr>
        <p:spPr/>
        <p:txBody>
          <a:bodyPr/>
          <a:lstStyle/>
          <a:p>
            <a:r>
              <a:rPr lang="en-AU" dirty="0"/>
              <a:t>Question 11- Solution</a:t>
            </a:r>
          </a:p>
        </p:txBody>
      </p:sp>
      <p:sp>
        <p:nvSpPr>
          <p:cNvPr id="3" name="Content Placeholder 2">
            <a:extLst>
              <a:ext uri="{FF2B5EF4-FFF2-40B4-BE49-F238E27FC236}">
                <a16:creationId xmlns:a16="http://schemas.microsoft.com/office/drawing/2014/main" id="{FD27D985-5EBF-48BA-B901-79FE7A0AD3E3}"/>
              </a:ext>
            </a:extLst>
          </p:cNvPr>
          <p:cNvSpPr>
            <a:spLocks noGrp="1"/>
          </p:cNvSpPr>
          <p:nvPr>
            <p:ph idx="1"/>
          </p:nvPr>
        </p:nvSpPr>
        <p:spPr/>
        <p:txBody>
          <a:bodyPr/>
          <a:lstStyle/>
          <a:p>
            <a:r>
              <a:rPr lang="en-AU" dirty="0"/>
              <a:t>Review the points on indexing with B+ trees. Assume a database table has 10,000,000 records and the index is built with a B+ tree. The maximum number of children of a node, is denoted as n. </a:t>
            </a:r>
          </a:p>
          <a:p>
            <a:pPr lvl="1"/>
            <a:r>
              <a:rPr lang="en-AU" dirty="0"/>
              <a:t>How many steps are needed to find a record if n = 4? </a:t>
            </a:r>
          </a:p>
          <a:p>
            <a:pPr lvl="1"/>
            <a:r>
              <a:rPr lang="en-AU" dirty="0"/>
              <a:t>How many steps are needed to find a record if n = 100?</a:t>
            </a:r>
          </a:p>
        </p:txBody>
      </p:sp>
      <p:pic>
        <p:nvPicPr>
          <p:cNvPr id="5" name="Picture 4">
            <a:extLst>
              <a:ext uri="{FF2B5EF4-FFF2-40B4-BE49-F238E27FC236}">
                <a16:creationId xmlns:a16="http://schemas.microsoft.com/office/drawing/2014/main" id="{826C1017-2716-4278-9250-623C91A16F21}"/>
              </a:ext>
            </a:extLst>
          </p:cNvPr>
          <p:cNvPicPr>
            <a:picLocks noChangeAspect="1"/>
          </p:cNvPicPr>
          <p:nvPr/>
        </p:nvPicPr>
        <p:blipFill>
          <a:blip r:embed="rId2"/>
          <a:stretch>
            <a:fillRect/>
          </a:stretch>
        </p:blipFill>
        <p:spPr>
          <a:xfrm>
            <a:off x="2083224" y="3835400"/>
            <a:ext cx="7897761" cy="3022600"/>
          </a:xfrm>
          <a:prstGeom prst="rect">
            <a:avLst/>
          </a:prstGeom>
        </p:spPr>
      </p:pic>
    </p:spTree>
    <p:extLst>
      <p:ext uri="{BB962C8B-B14F-4D97-AF65-F5344CB8AC3E}">
        <p14:creationId xmlns:p14="http://schemas.microsoft.com/office/powerpoint/2010/main" val="10417393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F6831-DB31-3BEC-227E-90D963849BFE}"/>
              </a:ext>
            </a:extLst>
          </p:cNvPr>
          <p:cNvSpPr>
            <a:spLocks noGrp="1"/>
          </p:cNvSpPr>
          <p:nvPr>
            <p:ph type="title"/>
          </p:nvPr>
        </p:nvSpPr>
        <p:spPr/>
        <p:txBody>
          <a:bodyPr/>
          <a:lstStyle/>
          <a:p>
            <a:r>
              <a:rPr lang="en-AU" dirty="0"/>
              <a:t>Search in R-Trees</a:t>
            </a:r>
          </a:p>
        </p:txBody>
      </p:sp>
      <p:sp>
        <p:nvSpPr>
          <p:cNvPr id="3" name="Content Placeholder 2">
            <a:extLst>
              <a:ext uri="{FF2B5EF4-FFF2-40B4-BE49-F238E27FC236}">
                <a16:creationId xmlns:a16="http://schemas.microsoft.com/office/drawing/2014/main" id="{7A7BBAAB-A9CA-C385-C247-BFFF1C720E0A}"/>
              </a:ext>
            </a:extLst>
          </p:cNvPr>
          <p:cNvSpPr>
            <a:spLocks noGrp="1"/>
          </p:cNvSpPr>
          <p:nvPr>
            <p:ph idx="1"/>
          </p:nvPr>
        </p:nvSpPr>
        <p:spPr>
          <a:xfrm>
            <a:off x="838200" y="1861911"/>
            <a:ext cx="10515600" cy="4351338"/>
          </a:xfrm>
        </p:spPr>
        <p:txBody>
          <a:bodyPr/>
          <a:lstStyle/>
          <a:p>
            <a:r>
              <a:rPr lang="en-AU" dirty="0"/>
              <a:t>To find data items intersecting a given query point/region, do the following, starting from the root node:</a:t>
            </a:r>
          </a:p>
          <a:p>
            <a:pPr lvl="1"/>
            <a:r>
              <a:rPr lang="en-AU" dirty="0"/>
              <a:t>If the node is a leaf node, output the data items whose keys intersect the given query point/region.</a:t>
            </a:r>
          </a:p>
          <a:p>
            <a:pPr lvl="1"/>
            <a:r>
              <a:rPr lang="en-AU" dirty="0"/>
              <a:t>Else, for each child of the current node whose bounding box intersects the query point/region, recursively search the child.</a:t>
            </a:r>
          </a:p>
          <a:p>
            <a:pPr marL="0" indent="0">
              <a:buNone/>
            </a:pPr>
            <a:r>
              <a:rPr lang="en-AU" dirty="0"/>
              <a:t>Can be very inefficient in worst case since multiple paths may need to be searched due to overlaps, but works acceptably in practice.</a:t>
            </a:r>
          </a:p>
          <a:p>
            <a:pPr marL="0" indent="0">
              <a:buNone/>
            </a:pPr>
            <a:endParaRPr lang="en-AU" dirty="0"/>
          </a:p>
        </p:txBody>
      </p:sp>
    </p:spTree>
    <p:extLst>
      <p:ext uri="{BB962C8B-B14F-4D97-AF65-F5344CB8AC3E}">
        <p14:creationId xmlns:p14="http://schemas.microsoft.com/office/powerpoint/2010/main" val="40565821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D8BE1-1235-AE3F-F887-9A38A51E51EB}"/>
              </a:ext>
            </a:extLst>
          </p:cNvPr>
          <p:cNvSpPr>
            <a:spLocks noGrp="1"/>
          </p:cNvSpPr>
          <p:nvPr>
            <p:ph type="title"/>
          </p:nvPr>
        </p:nvSpPr>
        <p:spPr/>
        <p:txBody>
          <a:bodyPr/>
          <a:lstStyle/>
          <a:p>
            <a:r>
              <a:rPr lang="en-AU" dirty="0"/>
              <a:t>Nearest Neighbour in R-Trees</a:t>
            </a:r>
          </a:p>
        </p:txBody>
      </p:sp>
      <p:sp>
        <p:nvSpPr>
          <p:cNvPr id="3" name="Content Placeholder 2">
            <a:extLst>
              <a:ext uri="{FF2B5EF4-FFF2-40B4-BE49-F238E27FC236}">
                <a16:creationId xmlns:a16="http://schemas.microsoft.com/office/drawing/2014/main" id="{1D096831-B5FD-E487-2524-2C5699E5800B}"/>
              </a:ext>
            </a:extLst>
          </p:cNvPr>
          <p:cNvSpPr>
            <a:spLocks noGrp="1"/>
          </p:cNvSpPr>
          <p:nvPr>
            <p:ph idx="1"/>
          </p:nvPr>
        </p:nvSpPr>
        <p:spPr/>
        <p:txBody>
          <a:bodyPr/>
          <a:lstStyle/>
          <a:p>
            <a:pPr marL="0" indent="0">
              <a:buNone/>
            </a:pPr>
            <a:r>
              <a:rPr lang="en-AU" dirty="0"/>
              <a:t>To find the nearest neighbour of a given query point/region, do the following, starting from the root node:</a:t>
            </a:r>
          </a:p>
          <a:p>
            <a:pPr lvl="1"/>
            <a:r>
              <a:rPr lang="en-AU" dirty="0"/>
              <a:t>Use a sorted priority queue of the R-tree nodes based on the minimum distance from the query</a:t>
            </a:r>
          </a:p>
          <a:p>
            <a:pPr lvl="1"/>
            <a:r>
              <a:rPr lang="en-AU" dirty="0"/>
              <a:t>Traverse the node that is in the top of the priority queue, and put its elements in the queue. Continue</a:t>
            </a:r>
          </a:p>
          <a:p>
            <a:pPr lvl="1"/>
            <a:r>
              <a:rPr lang="en-AU" dirty="0"/>
              <a:t>Stop when the top node is a data object (first NN has been found)</a:t>
            </a:r>
          </a:p>
          <a:p>
            <a:pPr marL="0" indent="0">
              <a:buNone/>
            </a:pPr>
            <a:r>
              <a:rPr lang="en-AU" dirty="0"/>
              <a:t>This algorithm is a best-first search algorithm</a:t>
            </a:r>
          </a:p>
          <a:p>
            <a:endParaRPr lang="en-AU" dirty="0"/>
          </a:p>
        </p:txBody>
      </p:sp>
    </p:spTree>
    <p:extLst>
      <p:ext uri="{BB962C8B-B14F-4D97-AF65-F5344CB8AC3E}">
        <p14:creationId xmlns:p14="http://schemas.microsoft.com/office/powerpoint/2010/main" val="17514052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A361C-E03C-45F5-90E1-ECF2DB584D66}"/>
              </a:ext>
            </a:extLst>
          </p:cNvPr>
          <p:cNvSpPr>
            <a:spLocks noGrp="1"/>
          </p:cNvSpPr>
          <p:nvPr>
            <p:ph type="title"/>
          </p:nvPr>
        </p:nvSpPr>
        <p:spPr>
          <a:xfrm>
            <a:off x="712857" y="696988"/>
            <a:ext cx="8382000" cy="467916"/>
          </a:xfrm>
        </p:spPr>
        <p:txBody>
          <a:bodyPr>
            <a:normAutofit fontScale="90000"/>
          </a:bodyPr>
          <a:lstStyle/>
          <a:p>
            <a:r>
              <a:rPr lang="en-US" dirty="0"/>
              <a:t>Example R-tree</a:t>
            </a:r>
          </a:p>
        </p:txBody>
      </p:sp>
      <p:pic>
        <p:nvPicPr>
          <p:cNvPr id="6" name="Picture 5">
            <a:extLst>
              <a:ext uri="{FF2B5EF4-FFF2-40B4-BE49-F238E27FC236}">
                <a16:creationId xmlns:a16="http://schemas.microsoft.com/office/drawing/2014/main" id="{BA961087-96C9-4309-ACF7-A8C1F0F987EA}"/>
              </a:ext>
            </a:extLst>
          </p:cNvPr>
          <p:cNvPicPr>
            <a:picLocks noChangeAspect="1"/>
          </p:cNvPicPr>
          <p:nvPr/>
        </p:nvPicPr>
        <p:blipFill rotWithShape="1">
          <a:blip r:embed="rId2"/>
          <a:srcRect l="34031" t="20915" r="25180" b="4472"/>
          <a:stretch/>
        </p:blipFill>
        <p:spPr>
          <a:xfrm>
            <a:off x="3230252" y="1616725"/>
            <a:ext cx="5080138" cy="4936884"/>
          </a:xfrm>
          <a:prstGeom prst="rect">
            <a:avLst/>
          </a:prstGeom>
        </p:spPr>
      </p:pic>
    </p:spTree>
    <p:extLst>
      <p:ext uri="{BB962C8B-B14F-4D97-AF65-F5344CB8AC3E}">
        <p14:creationId xmlns:p14="http://schemas.microsoft.com/office/powerpoint/2010/main" val="4717606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A6FF2-B8F5-4AD9-BC0F-054A92471DBE}"/>
              </a:ext>
            </a:extLst>
          </p:cNvPr>
          <p:cNvSpPr>
            <a:spLocks noGrp="1"/>
          </p:cNvSpPr>
          <p:nvPr>
            <p:ph type="title"/>
          </p:nvPr>
        </p:nvSpPr>
        <p:spPr>
          <a:xfrm>
            <a:off x="596564" y="380692"/>
            <a:ext cx="8382000" cy="467916"/>
          </a:xfrm>
        </p:spPr>
        <p:txBody>
          <a:bodyPr>
            <a:normAutofit fontScale="90000"/>
          </a:bodyPr>
          <a:lstStyle/>
          <a:p>
            <a:r>
              <a:rPr lang="en-US" dirty="0"/>
              <a:t>Nearest Neighbor Query on R-tree</a:t>
            </a:r>
          </a:p>
        </p:txBody>
      </p:sp>
      <p:pic>
        <p:nvPicPr>
          <p:cNvPr id="6" name="Picture 5">
            <a:extLst>
              <a:ext uri="{FF2B5EF4-FFF2-40B4-BE49-F238E27FC236}">
                <a16:creationId xmlns:a16="http://schemas.microsoft.com/office/drawing/2014/main" id="{F37A0149-11D8-4EF5-9472-E77727D4F5C6}"/>
              </a:ext>
            </a:extLst>
          </p:cNvPr>
          <p:cNvPicPr>
            <a:picLocks noChangeAspect="1"/>
          </p:cNvPicPr>
          <p:nvPr/>
        </p:nvPicPr>
        <p:blipFill rotWithShape="1">
          <a:blip r:embed="rId2"/>
          <a:srcRect l="26145" t="32707" r="31325" b="43480"/>
          <a:stretch/>
        </p:blipFill>
        <p:spPr>
          <a:xfrm>
            <a:off x="4928212" y="4582415"/>
            <a:ext cx="5296377" cy="1575411"/>
          </a:xfrm>
          <a:prstGeom prst="rect">
            <a:avLst/>
          </a:prstGeom>
        </p:spPr>
      </p:pic>
      <p:pic>
        <p:nvPicPr>
          <p:cNvPr id="7" name="Picture 6">
            <a:extLst>
              <a:ext uri="{FF2B5EF4-FFF2-40B4-BE49-F238E27FC236}">
                <a16:creationId xmlns:a16="http://schemas.microsoft.com/office/drawing/2014/main" id="{64F617D0-49FE-4B82-BBCF-3CBE17ED74E1}"/>
              </a:ext>
            </a:extLst>
          </p:cNvPr>
          <p:cNvPicPr>
            <a:picLocks noChangeAspect="1"/>
          </p:cNvPicPr>
          <p:nvPr/>
        </p:nvPicPr>
        <p:blipFill>
          <a:blip r:embed="rId3"/>
          <a:stretch>
            <a:fillRect/>
          </a:stretch>
        </p:blipFill>
        <p:spPr>
          <a:xfrm>
            <a:off x="2675133" y="961076"/>
            <a:ext cx="5541744" cy="3621338"/>
          </a:xfrm>
          <a:prstGeom prst="rect">
            <a:avLst/>
          </a:prstGeom>
        </p:spPr>
      </p:pic>
      <p:sp>
        <p:nvSpPr>
          <p:cNvPr id="8" name="TextBox 7">
            <a:extLst>
              <a:ext uri="{FF2B5EF4-FFF2-40B4-BE49-F238E27FC236}">
                <a16:creationId xmlns:a16="http://schemas.microsoft.com/office/drawing/2014/main" id="{38744553-90D4-40AF-AF37-D43E8143CF80}"/>
              </a:ext>
            </a:extLst>
          </p:cNvPr>
          <p:cNvSpPr txBox="1"/>
          <p:nvPr/>
        </p:nvSpPr>
        <p:spPr>
          <a:xfrm>
            <a:off x="5005330" y="6216442"/>
            <a:ext cx="5108386" cy="369332"/>
          </a:xfrm>
          <a:prstGeom prst="rect">
            <a:avLst/>
          </a:prstGeom>
          <a:noFill/>
        </p:spPr>
        <p:txBody>
          <a:bodyPr wrap="none" rtlCol="0">
            <a:spAutoFit/>
          </a:bodyPr>
          <a:lstStyle/>
          <a:p>
            <a:r>
              <a:rPr lang="en-US" dirty="0"/>
              <a:t>Step 5 finds d as the first NN (using Best First search)</a:t>
            </a:r>
          </a:p>
        </p:txBody>
      </p:sp>
    </p:spTree>
    <p:extLst>
      <p:ext uri="{BB962C8B-B14F-4D97-AF65-F5344CB8AC3E}">
        <p14:creationId xmlns:p14="http://schemas.microsoft.com/office/powerpoint/2010/main" val="15720646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C795B-B300-4F7A-8382-5F3F638F405C}"/>
              </a:ext>
            </a:extLst>
          </p:cNvPr>
          <p:cNvSpPr>
            <a:spLocks noGrp="1"/>
          </p:cNvSpPr>
          <p:nvPr>
            <p:ph type="title"/>
          </p:nvPr>
        </p:nvSpPr>
        <p:spPr/>
        <p:txBody>
          <a:bodyPr/>
          <a:lstStyle/>
          <a:p>
            <a:r>
              <a:rPr lang="en-AU" dirty="0"/>
              <a:t>Question 12- </a:t>
            </a:r>
            <a:r>
              <a:rPr lang="en-AU" sz="3500" dirty="0"/>
              <a:t>Search the closest to “</a:t>
            </a:r>
            <a:r>
              <a:rPr lang="en-AU" sz="3500" dirty="0" err="1"/>
              <a:t>i</a:t>
            </a:r>
            <a:r>
              <a:rPr lang="en-AU" sz="3500" dirty="0"/>
              <a:t>” in R-Tree? Anything special?</a:t>
            </a:r>
          </a:p>
        </p:txBody>
      </p:sp>
      <p:pic>
        <p:nvPicPr>
          <p:cNvPr id="5" name="Content Placeholder 4">
            <a:extLst>
              <a:ext uri="{FF2B5EF4-FFF2-40B4-BE49-F238E27FC236}">
                <a16:creationId xmlns:a16="http://schemas.microsoft.com/office/drawing/2014/main" id="{47722312-E421-4253-A6CB-5CA52BC52E16}"/>
              </a:ext>
            </a:extLst>
          </p:cNvPr>
          <p:cNvPicPr>
            <a:picLocks noGrp="1" noChangeAspect="1"/>
          </p:cNvPicPr>
          <p:nvPr>
            <p:ph idx="1"/>
          </p:nvPr>
        </p:nvPicPr>
        <p:blipFill>
          <a:blip r:embed="rId2"/>
          <a:stretch>
            <a:fillRect/>
          </a:stretch>
        </p:blipFill>
        <p:spPr>
          <a:xfrm>
            <a:off x="1738568" y="1690688"/>
            <a:ext cx="8714864" cy="4618133"/>
          </a:xfrm>
        </p:spPr>
      </p:pic>
    </p:spTree>
    <p:extLst>
      <p:ext uri="{BB962C8B-B14F-4D97-AF65-F5344CB8AC3E}">
        <p14:creationId xmlns:p14="http://schemas.microsoft.com/office/powerpoint/2010/main" val="12204023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95017-87B6-8299-3239-6633FE588C23}"/>
              </a:ext>
            </a:extLst>
          </p:cNvPr>
          <p:cNvSpPr>
            <a:spLocks noGrp="1"/>
          </p:cNvSpPr>
          <p:nvPr>
            <p:ph type="title"/>
          </p:nvPr>
        </p:nvSpPr>
        <p:spPr/>
        <p:txBody>
          <a:bodyPr/>
          <a:lstStyle/>
          <a:p>
            <a:r>
              <a:rPr lang="en-AU" dirty="0"/>
              <a:t>Question 12- Solution</a:t>
            </a:r>
          </a:p>
        </p:txBody>
      </p:sp>
      <p:sp>
        <p:nvSpPr>
          <p:cNvPr id="3" name="Content Placeholder 2">
            <a:extLst>
              <a:ext uri="{FF2B5EF4-FFF2-40B4-BE49-F238E27FC236}">
                <a16:creationId xmlns:a16="http://schemas.microsoft.com/office/drawing/2014/main" id="{48DA2325-A695-0677-0CBC-934641B0FC0F}"/>
              </a:ext>
            </a:extLst>
          </p:cNvPr>
          <p:cNvSpPr>
            <a:spLocks noGrp="1"/>
          </p:cNvSpPr>
          <p:nvPr>
            <p:ph idx="1"/>
          </p:nvPr>
        </p:nvSpPr>
        <p:spPr/>
        <p:txBody>
          <a:bodyPr>
            <a:normAutofit fontScale="92500" lnSpcReduction="10000"/>
          </a:bodyPr>
          <a:lstStyle/>
          <a:p>
            <a:r>
              <a:rPr lang="en-AU" u="sng" dirty="0">
                <a:solidFill>
                  <a:schemeClr val="accent5">
                    <a:lumMod val="75000"/>
                  </a:schemeClr>
                </a:solidFill>
              </a:rPr>
              <a:t>Solution: </a:t>
            </a:r>
          </a:p>
          <a:p>
            <a:r>
              <a:rPr lang="en-AU" dirty="0">
                <a:solidFill>
                  <a:schemeClr val="accent5">
                    <a:lumMod val="75000"/>
                  </a:schemeClr>
                </a:solidFill>
              </a:rPr>
              <a:t>In this traversal we first visit node BB1 as it overlaps with the query point, and find that object B is the closest to query point </a:t>
            </a:r>
            <a:r>
              <a:rPr lang="en-AU" dirty="0" err="1">
                <a:solidFill>
                  <a:schemeClr val="accent5">
                    <a:lumMod val="75000"/>
                  </a:schemeClr>
                </a:solidFill>
              </a:rPr>
              <a:t>i</a:t>
            </a:r>
            <a:r>
              <a:rPr lang="en-AU" dirty="0">
                <a:solidFill>
                  <a:schemeClr val="accent5">
                    <a:lumMod val="75000"/>
                  </a:schemeClr>
                </a:solidFill>
              </a:rPr>
              <a:t>. </a:t>
            </a:r>
          </a:p>
          <a:p>
            <a:r>
              <a:rPr lang="en-AU" dirty="0">
                <a:solidFill>
                  <a:schemeClr val="accent5">
                    <a:lumMod val="75000"/>
                  </a:schemeClr>
                </a:solidFill>
              </a:rPr>
              <a:t>The issue here is that we cannot stop at this point in the traversal as </a:t>
            </a:r>
            <a:r>
              <a:rPr lang="en-AU" dirty="0" err="1">
                <a:solidFill>
                  <a:schemeClr val="accent5">
                    <a:lumMod val="75000"/>
                  </a:schemeClr>
                </a:solidFill>
              </a:rPr>
              <a:t>i</a:t>
            </a:r>
            <a:r>
              <a:rPr lang="en-AU" dirty="0">
                <a:solidFill>
                  <a:schemeClr val="accent5">
                    <a:lumMod val="75000"/>
                  </a:schemeClr>
                </a:solidFill>
              </a:rPr>
              <a:t> overlaps with BB3 as well. </a:t>
            </a:r>
          </a:p>
          <a:p>
            <a:r>
              <a:rPr lang="en-AU" dirty="0">
                <a:solidFill>
                  <a:schemeClr val="accent5">
                    <a:lumMod val="75000"/>
                  </a:schemeClr>
                </a:solidFill>
              </a:rPr>
              <a:t>After investigating BB3, we figure out that G is the closest object overall. </a:t>
            </a:r>
          </a:p>
          <a:p>
            <a:pPr marL="0" indent="0">
              <a:buNone/>
            </a:pPr>
            <a:r>
              <a:rPr lang="en-AU" dirty="0">
                <a:solidFill>
                  <a:schemeClr val="accent5">
                    <a:lumMod val="75000"/>
                  </a:schemeClr>
                </a:solidFill>
              </a:rPr>
              <a:t>Due to overlaps in R-tree branches two or more branches of an R-tree need to be investigated in many query types. In addition, as each internal node represents a bounding box, thus we are not sure about the position of objects in a bounding box which may necessitate that we investigate multiple bounding boxes to determine a nearest neighbour in this case. </a:t>
            </a:r>
          </a:p>
          <a:p>
            <a:endParaRPr lang="en-AU" dirty="0"/>
          </a:p>
        </p:txBody>
      </p:sp>
    </p:spTree>
    <p:extLst>
      <p:ext uri="{BB962C8B-B14F-4D97-AF65-F5344CB8AC3E}">
        <p14:creationId xmlns:p14="http://schemas.microsoft.com/office/powerpoint/2010/main" val="18118950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700</TotalTime>
  <Words>3413</Words>
  <Application>Microsoft Office PowerPoint</Application>
  <PresentationFormat>Widescreen</PresentationFormat>
  <Paragraphs>371</Paragraphs>
  <Slides>59</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Arial</vt:lpstr>
      <vt:lpstr>Calibri</vt:lpstr>
      <vt:lpstr>Calibri Light</vt:lpstr>
      <vt:lpstr>Cambria Math</vt:lpstr>
      <vt:lpstr>LMRoman10-Regular-Identity-H</vt:lpstr>
      <vt:lpstr>Office Theme</vt:lpstr>
      <vt:lpstr>Advanced Database Systems Winter Semester</vt:lpstr>
      <vt:lpstr>Question 1</vt:lpstr>
      <vt:lpstr>A review</vt:lpstr>
      <vt:lpstr>(Review) Baseline: One Disk </vt:lpstr>
      <vt:lpstr>(Review) Raid 0: Separated Storage</vt:lpstr>
      <vt:lpstr>Raid 1: Mirrored Storage</vt:lpstr>
      <vt:lpstr>Raid 1: Mirrored Storage</vt:lpstr>
      <vt:lpstr>Raid 2: Bit-level separation</vt:lpstr>
      <vt:lpstr>Raid 2: Bit-level separation</vt:lpstr>
      <vt:lpstr>Raid 3:Byte Parity Raid</vt:lpstr>
      <vt:lpstr>Raid 3:Byte Parity Raid (MTTF)</vt:lpstr>
      <vt:lpstr>Raid 3:Byte Parity Raid (MTTF)</vt:lpstr>
      <vt:lpstr>Raid 4</vt:lpstr>
      <vt:lpstr>Raid 5</vt:lpstr>
      <vt:lpstr>Raid 6: </vt:lpstr>
      <vt:lpstr>Raid 6: MTTF (Breakout rooms)</vt:lpstr>
      <vt:lpstr>Question 1</vt:lpstr>
      <vt:lpstr>Question 1- Solution</vt:lpstr>
      <vt:lpstr>Question 2</vt:lpstr>
      <vt:lpstr>Voting when failure happens</vt:lpstr>
      <vt:lpstr>Question 3</vt:lpstr>
      <vt:lpstr>Question 5- Solution</vt:lpstr>
      <vt:lpstr>Question 4</vt:lpstr>
      <vt:lpstr>Question 4- Solution</vt:lpstr>
      <vt:lpstr>Question 5</vt:lpstr>
      <vt:lpstr>Solution to Question 5</vt:lpstr>
      <vt:lpstr>Solution to Question 5</vt:lpstr>
      <vt:lpstr>Question 6</vt:lpstr>
      <vt:lpstr>Solution to Question 6</vt:lpstr>
      <vt:lpstr>Advanced Database Systems Winter Semester</vt:lpstr>
      <vt:lpstr>Strategies for Query Optimizations</vt:lpstr>
      <vt:lpstr>Question 7</vt:lpstr>
      <vt:lpstr>Question 7-A, Solution</vt:lpstr>
      <vt:lpstr>Question 7- B</vt:lpstr>
      <vt:lpstr>Question 7- B, Solution</vt:lpstr>
      <vt:lpstr>About Nested-Loop Join</vt:lpstr>
      <vt:lpstr>Example with Nested Loop Join</vt:lpstr>
      <vt:lpstr>Improved Nested-Join; Block Nested-Join </vt:lpstr>
      <vt:lpstr>Example with Block Nested-Loop Join</vt:lpstr>
      <vt:lpstr>Question 8</vt:lpstr>
      <vt:lpstr>Question 8- Solution</vt:lpstr>
      <vt:lpstr>Question 9</vt:lpstr>
      <vt:lpstr>Question 9- Answer</vt:lpstr>
      <vt:lpstr>Advanced Database Systems Winter Semester</vt:lpstr>
      <vt:lpstr>Are Heuristic and Enumerating the only options?</vt:lpstr>
      <vt:lpstr>Most Popular Index in DMBS: B+Tree</vt:lpstr>
      <vt:lpstr>Other forms of indices: Hash Indices</vt:lpstr>
      <vt:lpstr>Bitmap Indices</vt:lpstr>
      <vt:lpstr>R-Trees</vt:lpstr>
      <vt:lpstr>Question 10 (Breakout Rooms)</vt:lpstr>
      <vt:lpstr>Question 10 - Solution</vt:lpstr>
      <vt:lpstr>Question 11- Breakout Rooms</vt:lpstr>
      <vt:lpstr>Question 11- Solution</vt:lpstr>
      <vt:lpstr>Search in R-Trees</vt:lpstr>
      <vt:lpstr>Nearest Neighbour in R-Trees</vt:lpstr>
      <vt:lpstr>Example R-tree</vt:lpstr>
      <vt:lpstr>Nearest Neighbor Query on R-tree</vt:lpstr>
      <vt:lpstr>Question 12- Search the closest to “i” in R-Tree? Anything special?</vt:lpstr>
      <vt:lpstr>Question 12- Solution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Database Systems Winter Semester</dc:title>
  <dc:creator>Ahmad Asgharian Rezaei</dc:creator>
  <cp:lastModifiedBy>Ahmad Rezaei</cp:lastModifiedBy>
  <cp:revision>4</cp:revision>
  <dcterms:created xsi:type="dcterms:W3CDTF">2022-06-28T21:42:00Z</dcterms:created>
  <dcterms:modified xsi:type="dcterms:W3CDTF">2023-07-04T07:16:14Z</dcterms:modified>
</cp:coreProperties>
</file>