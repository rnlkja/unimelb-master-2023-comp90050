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257" r:id="rId3"/>
    <p:sldId id="258" r:id="rId4"/>
    <p:sldId id="259" r:id="rId5"/>
    <p:sldId id="307" r:id="rId6"/>
    <p:sldId id="308" r:id="rId7"/>
    <p:sldId id="309" r:id="rId8"/>
    <p:sldId id="264" r:id="rId9"/>
    <p:sldId id="310" r:id="rId10"/>
    <p:sldId id="311" r:id="rId11"/>
    <p:sldId id="312" r:id="rId12"/>
    <p:sldId id="313" r:id="rId13"/>
    <p:sldId id="314" r:id="rId14"/>
    <p:sldId id="260" r:id="rId15"/>
    <p:sldId id="261" r:id="rId16"/>
    <p:sldId id="315" r:id="rId17"/>
    <p:sldId id="316" r:id="rId18"/>
    <p:sldId id="268" r:id="rId19"/>
    <p:sldId id="262" r:id="rId20"/>
    <p:sldId id="263" r:id="rId21"/>
    <p:sldId id="317" r:id="rId22"/>
    <p:sldId id="318" r:id="rId23"/>
    <p:sldId id="319" r:id="rId24"/>
    <p:sldId id="320" r:id="rId25"/>
    <p:sldId id="321" r:id="rId26"/>
    <p:sldId id="322" r:id="rId27"/>
    <p:sldId id="323" r:id="rId28"/>
    <p:sldId id="324" r:id="rId29"/>
    <p:sldId id="325" r:id="rId30"/>
    <p:sldId id="326" r:id="rId31"/>
    <p:sldId id="300" r:id="rId32"/>
    <p:sldId id="266" r:id="rId33"/>
    <p:sldId id="267" r:id="rId34"/>
    <p:sldId id="277" r:id="rId35"/>
    <p:sldId id="302" r:id="rId36"/>
    <p:sldId id="303" r:id="rId37"/>
    <p:sldId id="304" r:id="rId38"/>
    <p:sldId id="278" r:id="rId39"/>
    <p:sldId id="279" r:id="rId40"/>
    <p:sldId id="280" r:id="rId41"/>
    <p:sldId id="305" r:id="rId42"/>
    <p:sldId id="281" r:id="rId43"/>
    <p:sldId id="282" r:id="rId44"/>
    <p:sldId id="283" r:id="rId45"/>
    <p:sldId id="284" r:id="rId46"/>
    <p:sldId id="276" r:id="rId47"/>
    <p:sldId id="269" r:id="rId48"/>
    <p:sldId id="270" r:id="rId49"/>
    <p:sldId id="271" r:id="rId50"/>
    <p:sldId id="272" r:id="rId51"/>
    <p:sldId id="273" r:id="rId52"/>
    <p:sldId id="306" r:id="rId53"/>
    <p:sldId id="301" r:id="rId54"/>
    <p:sldId id="285" r:id="rId55"/>
    <p:sldId id="289" r:id="rId56"/>
    <p:sldId id="290" r:id="rId57"/>
    <p:sldId id="291" r:id="rId58"/>
    <p:sldId id="292" r:id="rId59"/>
    <p:sldId id="293" r:id="rId60"/>
    <p:sldId id="294" r:id="rId61"/>
    <p:sldId id="327" r:id="rId62"/>
    <p:sldId id="295" r:id="rId63"/>
    <p:sldId id="275" r:id="rId64"/>
    <p:sldId id="328" r:id="rId65"/>
    <p:sldId id="330" r:id="rId66"/>
    <p:sldId id="296" r:id="rId67"/>
    <p:sldId id="297" r:id="rId68"/>
    <p:sldId id="298" r:id="rId69"/>
    <p:sldId id="299"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0A0FE8-6A1B-4794-B80D-FD81F17D597C}" v="249" dt="2022-06-29T06:28:59.4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650" autoAdjust="0"/>
    <p:restoredTop sz="96856" autoAdjust="0"/>
  </p:normalViewPr>
  <p:slideViewPr>
    <p:cSldViewPr snapToGrid="0">
      <p:cViewPr varScale="1">
        <p:scale>
          <a:sx n="77" d="100"/>
          <a:sy n="77" d="100"/>
        </p:scale>
        <p:origin x="108" y="1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ad Asgharian Rezaei" userId="be00758d-fdcf-4ae4-b1ff-4aef6992a5b8" providerId="ADAL" clId="{660A0FE8-6A1B-4794-B80D-FD81F17D597C}"/>
    <pc:docChg chg="undo custSel addSld delSld modSld sldOrd">
      <pc:chgData name="Ahmad Asgharian Rezaei" userId="be00758d-fdcf-4ae4-b1ff-4aef6992a5b8" providerId="ADAL" clId="{660A0FE8-6A1B-4794-B80D-FD81F17D597C}" dt="2022-06-30T07:39:16.776" v="4167" actId="20577"/>
      <pc:docMkLst>
        <pc:docMk/>
      </pc:docMkLst>
      <pc:sldChg chg="modSp new mod">
        <pc:chgData name="Ahmad Asgharian Rezaei" userId="be00758d-fdcf-4ae4-b1ff-4aef6992a5b8" providerId="ADAL" clId="{660A0FE8-6A1B-4794-B80D-FD81F17D597C}" dt="2022-06-28T21:50:02.961" v="95" actId="20577"/>
        <pc:sldMkLst>
          <pc:docMk/>
          <pc:sldMk cId="786187340" sldId="256"/>
        </pc:sldMkLst>
        <pc:spChg chg="mod">
          <ac:chgData name="Ahmad Asgharian Rezaei" userId="be00758d-fdcf-4ae4-b1ff-4aef6992a5b8" providerId="ADAL" clId="{660A0FE8-6A1B-4794-B80D-FD81F17D597C}" dt="2022-06-28T21:42:13.062" v="45" actId="20577"/>
          <ac:spMkLst>
            <pc:docMk/>
            <pc:sldMk cId="786187340" sldId="256"/>
            <ac:spMk id="2" creationId="{A69B0BC8-7A87-9BA2-D632-ED97D2F68669}"/>
          </ac:spMkLst>
        </pc:spChg>
        <pc:spChg chg="mod">
          <ac:chgData name="Ahmad Asgharian Rezaei" userId="be00758d-fdcf-4ae4-b1ff-4aef6992a5b8" providerId="ADAL" clId="{660A0FE8-6A1B-4794-B80D-FD81F17D597C}" dt="2022-06-28T21:50:02.961" v="95" actId="20577"/>
          <ac:spMkLst>
            <pc:docMk/>
            <pc:sldMk cId="786187340" sldId="256"/>
            <ac:spMk id="3" creationId="{1A6FB0D5-866C-AF7E-1008-D048EF1DCCC8}"/>
          </ac:spMkLst>
        </pc:spChg>
      </pc:sldChg>
      <pc:sldChg chg="modSp new mod">
        <pc:chgData name="Ahmad Asgharian Rezaei" userId="be00758d-fdcf-4ae4-b1ff-4aef6992a5b8" providerId="ADAL" clId="{660A0FE8-6A1B-4794-B80D-FD81F17D597C}" dt="2022-06-28T21:57:13.939" v="481" actId="20577"/>
        <pc:sldMkLst>
          <pc:docMk/>
          <pc:sldMk cId="1604269037" sldId="257"/>
        </pc:sldMkLst>
        <pc:spChg chg="mod">
          <ac:chgData name="Ahmad Asgharian Rezaei" userId="be00758d-fdcf-4ae4-b1ff-4aef6992a5b8" providerId="ADAL" clId="{660A0FE8-6A1B-4794-B80D-FD81F17D597C}" dt="2022-06-28T21:50:50.436" v="102" actId="20577"/>
          <ac:spMkLst>
            <pc:docMk/>
            <pc:sldMk cId="1604269037" sldId="257"/>
            <ac:spMk id="2" creationId="{D82581FA-BFE1-96EA-1BF5-054736AA2A16}"/>
          </ac:spMkLst>
        </pc:spChg>
        <pc:spChg chg="mod">
          <ac:chgData name="Ahmad Asgharian Rezaei" userId="be00758d-fdcf-4ae4-b1ff-4aef6992a5b8" providerId="ADAL" clId="{660A0FE8-6A1B-4794-B80D-FD81F17D597C}" dt="2022-06-28T21:57:13.939" v="481" actId="20577"/>
          <ac:spMkLst>
            <pc:docMk/>
            <pc:sldMk cId="1604269037" sldId="257"/>
            <ac:spMk id="3" creationId="{DEAD7A11-29FD-1017-6A63-E71CB068148F}"/>
          </ac:spMkLst>
        </pc:spChg>
      </pc:sldChg>
      <pc:sldChg chg="modSp new mod">
        <pc:chgData name="Ahmad Asgharian Rezaei" userId="be00758d-fdcf-4ae4-b1ff-4aef6992a5b8" providerId="ADAL" clId="{660A0FE8-6A1B-4794-B80D-FD81F17D597C}" dt="2022-06-28T22:38:05.065" v="1459" actId="5793"/>
        <pc:sldMkLst>
          <pc:docMk/>
          <pc:sldMk cId="146461912" sldId="258"/>
        </pc:sldMkLst>
        <pc:spChg chg="mod">
          <ac:chgData name="Ahmad Asgharian Rezaei" userId="be00758d-fdcf-4ae4-b1ff-4aef6992a5b8" providerId="ADAL" clId="{660A0FE8-6A1B-4794-B80D-FD81F17D597C}" dt="2022-06-28T22:33:26.840" v="966" actId="20577"/>
          <ac:spMkLst>
            <pc:docMk/>
            <pc:sldMk cId="146461912" sldId="258"/>
            <ac:spMk id="2" creationId="{48AFACAF-63FD-9037-B84D-D702CA1ED39B}"/>
          </ac:spMkLst>
        </pc:spChg>
        <pc:spChg chg="mod">
          <ac:chgData name="Ahmad Asgharian Rezaei" userId="be00758d-fdcf-4ae4-b1ff-4aef6992a5b8" providerId="ADAL" clId="{660A0FE8-6A1B-4794-B80D-FD81F17D597C}" dt="2022-06-28T22:38:05.065" v="1459" actId="5793"/>
          <ac:spMkLst>
            <pc:docMk/>
            <pc:sldMk cId="146461912" sldId="258"/>
            <ac:spMk id="3" creationId="{E2E7263C-BD5B-B882-F999-EB13236B76DF}"/>
          </ac:spMkLst>
        </pc:spChg>
      </pc:sldChg>
      <pc:sldChg chg="modSp new mod">
        <pc:chgData name="Ahmad Asgharian Rezaei" userId="be00758d-fdcf-4ae4-b1ff-4aef6992a5b8" providerId="ADAL" clId="{660A0FE8-6A1B-4794-B80D-FD81F17D597C}" dt="2022-06-28T22:42:27.552" v="1868" actId="20577"/>
        <pc:sldMkLst>
          <pc:docMk/>
          <pc:sldMk cId="2668028777" sldId="259"/>
        </pc:sldMkLst>
        <pc:spChg chg="mod">
          <ac:chgData name="Ahmad Asgharian Rezaei" userId="be00758d-fdcf-4ae4-b1ff-4aef6992a5b8" providerId="ADAL" clId="{660A0FE8-6A1B-4794-B80D-FD81F17D597C}" dt="2022-06-28T22:33:39.105" v="984" actId="20577"/>
          <ac:spMkLst>
            <pc:docMk/>
            <pc:sldMk cId="2668028777" sldId="259"/>
            <ac:spMk id="2" creationId="{57B3192D-AE57-296C-8A89-75D4C1618C88}"/>
          </ac:spMkLst>
        </pc:spChg>
        <pc:spChg chg="mod">
          <ac:chgData name="Ahmad Asgharian Rezaei" userId="be00758d-fdcf-4ae4-b1ff-4aef6992a5b8" providerId="ADAL" clId="{660A0FE8-6A1B-4794-B80D-FD81F17D597C}" dt="2022-06-28T22:42:27.552" v="1868" actId="20577"/>
          <ac:spMkLst>
            <pc:docMk/>
            <pc:sldMk cId="2668028777" sldId="259"/>
            <ac:spMk id="3" creationId="{0191350A-CEDD-459B-FA55-EA0A07CB97B4}"/>
          </ac:spMkLst>
        </pc:spChg>
      </pc:sldChg>
      <pc:sldChg chg="modSp new mod">
        <pc:chgData name="Ahmad Asgharian Rezaei" userId="be00758d-fdcf-4ae4-b1ff-4aef6992a5b8" providerId="ADAL" clId="{660A0FE8-6A1B-4794-B80D-FD81F17D597C}" dt="2022-06-28T22:40:02.681" v="1745" actId="20577"/>
        <pc:sldMkLst>
          <pc:docMk/>
          <pc:sldMk cId="2340879321" sldId="260"/>
        </pc:sldMkLst>
        <pc:spChg chg="mod">
          <ac:chgData name="Ahmad Asgharian Rezaei" userId="be00758d-fdcf-4ae4-b1ff-4aef6992a5b8" providerId="ADAL" clId="{660A0FE8-6A1B-4794-B80D-FD81F17D597C}" dt="2022-06-28T22:38:19.232" v="1494" actId="20577"/>
          <ac:spMkLst>
            <pc:docMk/>
            <pc:sldMk cId="2340879321" sldId="260"/>
            <ac:spMk id="2" creationId="{2B7B5F33-E9AE-CFD0-595D-A9536EC0F273}"/>
          </ac:spMkLst>
        </pc:spChg>
        <pc:spChg chg="mod">
          <ac:chgData name="Ahmad Asgharian Rezaei" userId="be00758d-fdcf-4ae4-b1ff-4aef6992a5b8" providerId="ADAL" clId="{660A0FE8-6A1B-4794-B80D-FD81F17D597C}" dt="2022-06-28T22:40:02.681" v="1745" actId="20577"/>
          <ac:spMkLst>
            <pc:docMk/>
            <pc:sldMk cId="2340879321" sldId="260"/>
            <ac:spMk id="3" creationId="{E1182BC1-8397-5CEF-0BF7-6A9FB9ADFA99}"/>
          </ac:spMkLst>
        </pc:spChg>
      </pc:sldChg>
      <pc:sldChg chg="modSp new mod">
        <pc:chgData name="Ahmad Asgharian Rezaei" userId="be00758d-fdcf-4ae4-b1ff-4aef6992a5b8" providerId="ADAL" clId="{660A0FE8-6A1B-4794-B80D-FD81F17D597C}" dt="2022-06-28T22:46:46.384" v="2027"/>
        <pc:sldMkLst>
          <pc:docMk/>
          <pc:sldMk cId="735868036" sldId="261"/>
        </pc:sldMkLst>
        <pc:spChg chg="mod">
          <ac:chgData name="Ahmad Asgharian Rezaei" userId="be00758d-fdcf-4ae4-b1ff-4aef6992a5b8" providerId="ADAL" clId="{660A0FE8-6A1B-4794-B80D-FD81F17D597C}" dt="2022-06-28T22:41:28.607" v="1800" actId="20577"/>
          <ac:spMkLst>
            <pc:docMk/>
            <pc:sldMk cId="735868036" sldId="261"/>
            <ac:spMk id="2" creationId="{A8FE6B99-1A0A-0285-B8F3-F094F47A6AB3}"/>
          </ac:spMkLst>
        </pc:spChg>
        <pc:spChg chg="mod">
          <ac:chgData name="Ahmad Asgharian Rezaei" userId="be00758d-fdcf-4ae4-b1ff-4aef6992a5b8" providerId="ADAL" clId="{660A0FE8-6A1B-4794-B80D-FD81F17D597C}" dt="2022-06-28T22:46:46.384" v="2027"/>
          <ac:spMkLst>
            <pc:docMk/>
            <pc:sldMk cId="735868036" sldId="261"/>
            <ac:spMk id="3" creationId="{592E5C00-AA71-5C3F-EAF9-8C63C98E442C}"/>
          </ac:spMkLst>
        </pc:spChg>
      </pc:sldChg>
      <pc:sldChg chg="modSp new mod">
        <pc:chgData name="Ahmad Asgharian Rezaei" userId="be00758d-fdcf-4ae4-b1ff-4aef6992a5b8" providerId="ADAL" clId="{660A0FE8-6A1B-4794-B80D-FD81F17D597C}" dt="2022-06-28T22:56:13.895" v="2470" actId="20577"/>
        <pc:sldMkLst>
          <pc:docMk/>
          <pc:sldMk cId="704256491" sldId="262"/>
        </pc:sldMkLst>
        <pc:spChg chg="mod">
          <ac:chgData name="Ahmad Asgharian Rezaei" userId="be00758d-fdcf-4ae4-b1ff-4aef6992a5b8" providerId="ADAL" clId="{660A0FE8-6A1B-4794-B80D-FD81F17D597C}" dt="2022-06-28T22:47:44.126" v="2117" actId="20577"/>
          <ac:spMkLst>
            <pc:docMk/>
            <pc:sldMk cId="704256491" sldId="262"/>
            <ac:spMk id="2" creationId="{D8F0BE17-CC9B-5DA2-072C-0FA88CAD42A6}"/>
          </ac:spMkLst>
        </pc:spChg>
        <pc:spChg chg="mod">
          <ac:chgData name="Ahmad Asgharian Rezaei" userId="be00758d-fdcf-4ae4-b1ff-4aef6992a5b8" providerId="ADAL" clId="{660A0FE8-6A1B-4794-B80D-FD81F17D597C}" dt="2022-06-28T22:56:13.895" v="2470" actId="20577"/>
          <ac:spMkLst>
            <pc:docMk/>
            <pc:sldMk cId="704256491" sldId="262"/>
            <ac:spMk id="3" creationId="{8364FD98-BD6E-3AA8-E99D-F8A6BA6F09FF}"/>
          </ac:spMkLst>
        </pc:spChg>
      </pc:sldChg>
      <pc:sldChg chg="modSp new mod">
        <pc:chgData name="Ahmad Asgharian Rezaei" userId="be00758d-fdcf-4ae4-b1ff-4aef6992a5b8" providerId="ADAL" clId="{660A0FE8-6A1B-4794-B80D-FD81F17D597C}" dt="2022-06-28T23:21:02.757" v="2835" actId="20577"/>
        <pc:sldMkLst>
          <pc:docMk/>
          <pc:sldMk cId="2046077278" sldId="263"/>
        </pc:sldMkLst>
        <pc:spChg chg="mod">
          <ac:chgData name="Ahmad Asgharian Rezaei" userId="be00758d-fdcf-4ae4-b1ff-4aef6992a5b8" providerId="ADAL" clId="{660A0FE8-6A1B-4794-B80D-FD81F17D597C}" dt="2022-06-28T22:56:53.782" v="2492" actId="20577"/>
          <ac:spMkLst>
            <pc:docMk/>
            <pc:sldMk cId="2046077278" sldId="263"/>
            <ac:spMk id="2" creationId="{0888FE4C-3A25-2324-45A4-44116F73D3AA}"/>
          </ac:spMkLst>
        </pc:spChg>
        <pc:spChg chg="mod">
          <ac:chgData name="Ahmad Asgharian Rezaei" userId="be00758d-fdcf-4ae4-b1ff-4aef6992a5b8" providerId="ADAL" clId="{660A0FE8-6A1B-4794-B80D-FD81F17D597C}" dt="2022-06-28T23:21:02.757" v="2835" actId="20577"/>
          <ac:spMkLst>
            <pc:docMk/>
            <pc:sldMk cId="2046077278" sldId="263"/>
            <ac:spMk id="3" creationId="{D9476FCD-348A-5EFA-C438-DFC65717BB41}"/>
          </ac:spMkLst>
        </pc:spChg>
      </pc:sldChg>
      <pc:sldChg chg="modSp new mod ord">
        <pc:chgData name="Ahmad Asgharian Rezaei" userId="be00758d-fdcf-4ae4-b1ff-4aef6992a5b8" providerId="ADAL" clId="{660A0FE8-6A1B-4794-B80D-FD81F17D597C}" dt="2022-06-29T06:28:57.870" v="4161" actId="20578"/>
        <pc:sldMkLst>
          <pc:docMk/>
          <pc:sldMk cId="1161231599" sldId="264"/>
        </pc:sldMkLst>
        <pc:spChg chg="mod">
          <ac:chgData name="Ahmad Asgharian Rezaei" userId="be00758d-fdcf-4ae4-b1ff-4aef6992a5b8" providerId="ADAL" clId="{660A0FE8-6A1B-4794-B80D-FD81F17D597C}" dt="2022-06-28T23:21:43.131" v="2869" actId="20577"/>
          <ac:spMkLst>
            <pc:docMk/>
            <pc:sldMk cId="1161231599" sldId="264"/>
            <ac:spMk id="2" creationId="{8CF4200E-4BCF-38B5-7DF7-403A7833CA4A}"/>
          </ac:spMkLst>
        </pc:spChg>
        <pc:spChg chg="mod">
          <ac:chgData name="Ahmad Asgharian Rezaei" userId="be00758d-fdcf-4ae4-b1ff-4aef6992a5b8" providerId="ADAL" clId="{660A0FE8-6A1B-4794-B80D-FD81F17D597C}" dt="2022-06-29T06:28:57.870" v="4161" actId="20578"/>
          <ac:spMkLst>
            <pc:docMk/>
            <pc:sldMk cId="1161231599" sldId="264"/>
            <ac:spMk id="3" creationId="{62C33201-3440-A8A9-E33B-AFE950BA8B98}"/>
          </ac:spMkLst>
        </pc:spChg>
      </pc:sldChg>
      <pc:sldChg chg="modSp new mod">
        <pc:chgData name="Ahmad Asgharian Rezaei" userId="be00758d-fdcf-4ae4-b1ff-4aef6992a5b8" providerId="ADAL" clId="{660A0FE8-6A1B-4794-B80D-FD81F17D597C}" dt="2022-06-28T23:26:31.299" v="3467" actId="20577"/>
        <pc:sldMkLst>
          <pc:docMk/>
          <pc:sldMk cId="2148444650" sldId="265"/>
        </pc:sldMkLst>
        <pc:spChg chg="mod">
          <ac:chgData name="Ahmad Asgharian Rezaei" userId="be00758d-fdcf-4ae4-b1ff-4aef6992a5b8" providerId="ADAL" clId="{660A0FE8-6A1B-4794-B80D-FD81F17D597C}" dt="2022-06-28T23:25:36.687" v="3321" actId="20577"/>
          <ac:spMkLst>
            <pc:docMk/>
            <pc:sldMk cId="2148444650" sldId="265"/>
            <ac:spMk id="2" creationId="{E0E12459-70B0-7639-7B42-FB91B28DE438}"/>
          </ac:spMkLst>
        </pc:spChg>
        <pc:spChg chg="mod">
          <ac:chgData name="Ahmad Asgharian Rezaei" userId="be00758d-fdcf-4ae4-b1ff-4aef6992a5b8" providerId="ADAL" clId="{660A0FE8-6A1B-4794-B80D-FD81F17D597C}" dt="2022-06-28T23:26:31.299" v="3467" actId="20577"/>
          <ac:spMkLst>
            <pc:docMk/>
            <pc:sldMk cId="2148444650" sldId="265"/>
            <ac:spMk id="3" creationId="{420C07DB-DC11-954F-B001-28D884C46A7E}"/>
          </ac:spMkLst>
        </pc:spChg>
      </pc:sldChg>
      <pc:sldChg chg="modSp add mod">
        <pc:chgData name="Ahmad Asgharian Rezaei" userId="be00758d-fdcf-4ae4-b1ff-4aef6992a5b8" providerId="ADAL" clId="{660A0FE8-6A1B-4794-B80D-FD81F17D597C}" dt="2022-06-28T23:28:02.083" v="3502" actId="20577"/>
        <pc:sldMkLst>
          <pc:docMk/>
          <pc:sldMk cId="891674621" sldId="266"/>
        </pc:sldMkLst>
        <pc:spChg chg="mod">
          <ac:chgData name="Ahmad Asgharian Rezaei" userId="be00758d-fdcf-4ae4-b1ff-4aef6992a5b8" providerId="ADAL" clId="{660A0FE8-6A1B-4794-B80D-FD81F17D597C}" dt="2022-06-28T23:28:02.083" v="3502" actId="20577"/>
          <ac:spMkLst>
            <pc:docMk/>
            <pc:sldMk cId="891674621" sldId="266"/>
            <ac:spMk id="3" creationId="{1A6FB0D5-866C-AF7E-1008-D048EF1DCCC8}"/>
          </ac:spMkLst>
        </pc:spChg>
      </pc:sldChg>
      <pc:sldChg chg="addSp delSp modSp add mod setBg">
        <pc:chgData name="Ahmad Asgharian Rezaei" userId="be00758d-fdcf-4ae4-b1ff-4aef6992a5b8" providerId="ADAL" clId="{660A0FE8-6A1B-4794-B80D-FD81F17D597C}" dt="2022-06-28T23:37:42.689" v="3762" actId="1076"/>
        <pc:sldMkLst>
          <pc:docMk/>
          <pc:sldMk cId="108987430" sldId="267"/>
        </pc:sldMkLst>
        <pc:spChg chg="mod">
          <ac:chgData name="Ahmad Asgharian Rezaei" userId="be00758d-fdcf-4ae4-b1ff-4aef6992a5b8" providerId="ADAL" clId="{660A0FE8-6A1B-4794-B80D-FD81F17D597C}" dt="2022-06-28T23:37:35.867" v="3760" actId="26606"/>
          <ac:spMkLst>
            <pc:docMk/>
            <pc:sldMk cId="108987430" sldId="267"/>
            <ac:spMk id="2" creationId="{0A793256-57CD-48CE-AF34-FFB346EAC4AC}"/>
          </ac:spMkLst>
        </pc:spChg>
        <pc:spChg chg="mod">
          <ac:chgData name="Ahmad Asgharian Rezaei" userId="be00758d-fdcf-4ae4-b1ff-4aef6992a5b8" providerId="ADAL" clId="{660A0FE8-6A1B-4794-B80D-FD81F17D597C}" dt="2022-06-28T23:37:35.867" v="3760" actId="26606"/>
          <ac:spMkLst>
            <pc:docMk/>
            <pc:sldMk cId="108987430" sldId="267"/>
            <ac:spMk id="3" creationId="{AB4FCDBD-E4BE-45CC-A434-A1BFF3121626}"/>
          </ac:spMkLst>
        </pc:spChg>
        <pc:spChg chg="add del">
          <ac:chgData name="Ahmad Asgharian Rezaei" userId="be00758d-fdcf-4ae4-b1ff-4aef6992a5b8" providerId="ADAL" clId="{660A0FE8-6A1B-4794-B80D-FD81F17D597C}" dt="2022-06-28T23:37:35.867" v="3760" actId="26606"/>
          <ac:spMkLst>
            <pc:docMk/>
            <pc:sldMk cId="108987430" sldId="267"/>
            <ac:spMk id="9" creationId="{F13C74B1-5B17-4795-BED0-7140497B445A}"/>
          </ac:spMkLst>
        </pc:spChg>
        <pc:spChg chg="add del">
          <ac:chgData name="Ahmad Asgharian Rezaei" userId="be00758d-fdcf-4ae4-b1ff-4aef6992a5b8" providerId="ADAL" clId="{660A0FE8-6A1B-4794-B80D-FD81F17D597C}" dt="2022-06-28T23:37:35.867" v="3760" actId="26606"/>
          <ac:spMkLst>
            <pc:docMk/>
            <pc:sldMk cId="108987430" sldId="267"/>
            <ac:spMk id="11" creationId="{D4974D33-8DC5-464E-8C6D-BE58F0669C17}"/>
          </ac:spMkLst>
        </pc:spChg>
        <pc:picChg chg="add mod">
          <ac:chgData name="Ahmad Asgharian Rezaei" userId="be00758d-fdcf-4ae4-b1ff-4aef6992a5b8" providerId="ADAL" clId="{660A0FE8-6A1B-4794-B80D-FD81F17D597C}" dt="2022-06-28T23:37:42.689" v="3762" actId="1076"/>
          <ac:picMkLst>
            <pc:docMk/>
            <pc:sldMk cId="108987430" sldId="267"/>
            <ac:picMk id="4" creationId="{EF61D88C-C293-A740-B585-23B959AA3785}"/>
          </ac:picMkLst>
        </pc:picChg>
      </pc:sldChg>
      <pc:sldChg chg="add del">
        <pc:chgData name="Ahmad Asgharian Rezaei" userId="be00758d-fdcf-4ae4-b1ff-4aef6992a5b8" providerId="ADAL" clId="{660A0FE8-6A1B-4794-B80D-FD81F17D597C}" dt="2022-06-28T23:37:00.149" v="3750" actId="2696"/>
        <pc:sldMkLst>
          <pc:docMk/>
          <pc:sldMk cId="1368362423" sldId="268"/>
        </pc:sldMkLst>
      </pc:sldChg>
      <pc:sldChg chg="add">
        <pc:chgData name="Ahmad Asgharian Rezaei" userId="be00758d-fdcf-4ae4-b1ff-4aef6992a5b8" providerId="ADAL" clId="{660A0FE8-6A1B-4794-B80D-FD81F17D597C}" dt="2022-06-28T23:27:42.620" v="3472"/>
        <pc:sldMkLst>
          <pc:docMk/>
          <pc:sldMk cId="3186525315" sldId="269"/>
        </pc:sldMkLst>
      </pc:sldChg>
      <pc:sldChg chg="add">
        <pc:chgData name="Ahmad Asgharian Rezaei" userId="be00758d-fdcf-4ae4-b1ff-4aef6992a5b8" providerId="ADAL" clId="{660A0FE8-6A1B-4794-B80D-FD81F17D597C}" dt="2022-06-28T23:27:42.620" v="3472"/>
        <pc:sldMkLst>
          <pc:docMk/>
          <pc:sldMk cId="1036187087" sldId="270"/>
        </pc:sldMkLst>
      </pc:sldChg>
      <pc:sldChg chg="add">
        <pc:chgData name="Ahmad Asgharian Rezaei" userId="be00758d-fdcf-4ae4-b1ff-4aef6992a5b8" providerId="ADAL" clId="{660A0FE8-6A1B-4794-B80D-FD81F17D597C}" dt="2022-06-28T23:27:42.620" v="3472"/>
        <pc:sldMkLst>
          <pc:docMk/>
          <pc:sldMk cId="3636856056" sldId="271"/>
        </pc:sldMkLst>
      </pc:sldChg>
      <pc:sldChg chg="add">
        <pc:chgData name="Ahmad Asgharian Rezaei" userId="be00758d-fdcf-4ae4-b1ff-4aef6992a5b8" providerId="ADAL" clId="{660A0FE8-6A1B-4794-B80D-FD81F17D597C}" dt="2022-06-28T23:27:42.620" v="3472"/>
        <pc:sldMkLst>
          <pc:docMk/>
          <pc:sldMk cId="3806520716" sldId="272"/>
        </pc:sldMkLst>
      </pc:sldChg>
      <pc:sldChg chg="add">
        <pc:chgData name="Ahmad Asgharian Rezaei" userId="be00758d-fdcf-4ae4-b1ff-4aef6992a5b8" providerId="ADAL" clId="{660A0FE8-6A1B-4794-B80D-FD81F17D597C}" dt="2022-06-28T23:27:42.620" v="3472"/>
        <pc:sldMkLst>
          <pc:docMk/>
          <pc:sldMk cId="4076045261" sldId="273"/>
        </pc:sldMkLst>
      </pc:sldChg>
      <pc:sldChg chg="add del">
        <pc:chgData name="Ahmad Asgharian Rezaei" userId="be00758d-fdcf-4ae4-b1ff-4aef6992a5b8" providerId="ADAL" clId="{660A0FE8-6A1B-4794-B80D-FD81F17D597C}" dt="2022-06-28T23:55:00.182" v="4149" actId="2696"/>
        <pc:sldMkLst>
          <pc:docMk/>
          <pc:sldMk cId="2247674259" sldId="275"/>
        </pc:sldMkLst>
      </pc:sldChg>
      <pc:sldChg chg="modSp add">
        <pc:chgData name="Ahmad Asgharian Rezaei" userId="be00758d-fdcf-4ae4-b1ff-4aef6992a5b8" providerId="ADAL" clId="{660A0FE8-6A1B-4794-B80D-FD81F17D597C}" dt="2022-06-28T23:55:22.148" v="4151"/>
        <pc:sldMkLst>
          <pc:docMk/>
          <pc:sldMk cId="2464843640" sldId="276"/>
        </pc:sldMkLst>
        <pc:spChg chg="mod">
          <ac:chgData name="Ahmad Asgharian Rezaei" userId="be00758d-fdcf-4ae4-b1ff-4aef6992a5b8" providerId="ADAL" clId="{660A0FE8-6A1B-4794-B80D-FD81F17D597C}" dt="2022-06-28T23:55:22.148" v="4151"/>
          <ac:spMkLst>
            <pc:docMk/>
            <pc:sldMk cId="2464843640" sldId="276"/>
            <ac:spMk id="3" creationId="{E89F2664-DB30-4F29-8F45-F365571CA1B0}"/>
          </ac:spMkLst>
        </pc:spChg>
      </pc:sldChg>
      <pc:sldChg chg="modSp add mod modNotesTx">
        <pc:chgData name="Ahmad Asgharian Rezaei" userId="be00758d-fdcf-4ae4-b1ff-4aef6992a5b8" providerId="ADAL" clId="{660A0FE8-6A1B-4794-B80D-FD81F17D597C}" dt="2022-06-28T23:37:06.850" v="3755" actId="20577"/>
        <pc:sldMkLst>
          <pc:docMk/>
          <pc:sldMk cId="4221277212" sldId="277"/>
        </pc:sldMkLst>
        <pc:spChg chg="mod">
          <ac:chgData name="Ahmad Asgharian Rezaei" userId="be00758d-fdcf-4ae4-b1ff-4aef6992a5b8" providerId="ADAL" clId="{660A0FE8-6A1B-4794-B80D-FD81F17D597C}" dt="2022-06-28T23:36:45.133" v="3749"/>
          <ac:spMkLst>
            <pc:docMk/>
            <pc:sldMk cId="4221277212" sldId="277"/>
            <ac:spMk id="3" creationId="{51BD1B95-6B41-4DEE-B991-65893F87E3AA}"/>
          </ac:spMkLst>
        </pc:spChg>
      </pc:sldChg>
      <pc:sldChg chg="modSp add mod">
        <pc:chgData name="Ahmad Asgharian Rezaei" userId="be00758d-fdcf-4ae4-b1ff-4aef6992a5b8" providerId="ADAL" clId="{660A0FE8-6A1B-4794-B80D-FD81F17D597C}" dt="2022-06-30T07:39:16.776" v="4167" actId="20577"/>
        <pc:sldMkLst>
          <pc:docMk/>
          <pc:sldMk cId="1062439549" sldId="278"/>
        </pc:sldMkLst>
        <pc:spChg chg="mod">
          <ac:chgData name="Ahmad Asgharian Rezaei" userId="be00758d-fdcf-4ae4-b1ff-4aef6992a5b8" providerId="ADAL" clId="{660A0FE8-6A1B-4794-B80D-FD81F17D597C}" dt="2022-06-30T07:39:16.776" v="4167" actId="20577"/>
          <ac:spMkLst>
            <pc:docMk/>
            <pc:sldMk cId="1062439549" sldId="278"/>
            <ac:spMk id="2" creationId="{EFCE4D39-1D44-4BCE-9730-4CD2D06800E4}"/>
          </ac:spMkLst>
        </pc:spChg>
      </pc:sldChg>
      <pc:sldChg chg="add">
        <pc:chgData name="Ahmad Asgharian Rezaei" userId="be00758d-fdcf-4ae4-b1ff-4aef6992a5b8" providerId="ADAL" clId="{660A0FE8-6A1B-4794-B80D-FD81F17D597C}" dt="2022-06-28T23:27:42.620" v="3472"/>
        <pc:sldMkLst>
          <pc:docMk/>
          <pc:sldMk cId="3388956367" sldId="279"/>
        </pc:sldMkLst>
      </pc:sldChg>
      <pc:sldChg chg="add">
        <pc:chgData name="Ahmad Asgharian Rezaei" userId="be00758d-fdcf-4ae4-b1ff-4aef6992a5b8" providerId="ADAL" clId="{660A0FE8-6A1B-4794-B80D-FD81F17D597C}" dt="2022-06-28T23:27:42.620" v="3472"/>
        <pc:sldMkLst>
          <pc:docMk/>
          <pc:sldMk cId="3995956330" sldId="280"/>
        </pc:sldMkLst>
      </pc:sldChg>
      <pc:sldChg chg="add">
        <pc:chgData name="Ahmad Asgharian Rezaei" userId="be00758d-fdcf-4ae4-b1ff-4aef6992a5b8" providerId="ADAL" clId="{660A0FE8-6A1B-4794-B80D-FD81F17D597C}" dt="2022-06-28T23:27:42.620" v="3472"/>
        <pc:sldMkLst>
          <pc:docMk/>
          <pc:sldMk cId="2564134702" sldId="281"/>
        </pc:sldMkLst>
      </pc:sldChg>
      <pc:sldChg chg="add">
        <pc:chgData name="Ahmad Asgharian Rezaei" userId="be00758d-fdcf-4ae4-b1ff-4aef6992a5b8" providerId="ADAL" clId="{660A0FE8-6A1B-4794-B80D-FD81F17D597C}" dt="2022-06-28T23:27:42.620" v="3472"/>
        <pc:sldMkLst>
          <pc:docMk/>
          <pc:sldMk cId="404712866" sldId="282"/>
        </pc:sldMkLst>
      </pc:sldChg>
      <pc:sldChg chg="add">
        <pc:chgData name="Ahmad Asgharian Rezaei" userId="be00758d-fdcf-4ae4-b1ff-4aef6992a5b8" providerId="ADAL" clId="{660A0FE8-6A1B-4794-B80D-FD81F17D597C}" dt="2022-06-28T23:27:42.620" v="3472"/>
        <pc:sldMkLst>
          <pc:docMk/>
          <pc:sldMk cId="1396835258" sldId="283"/>
        </pc:sldMkLst>
      </pc:sldChg>
      <pc:sldChg chg="add">
        <pc:chgData name="Ahmad Asgharian Rezaei" userId="be00758d-fdcf-4ae4-b1ff-4aef6992a5b8" providerId="ADAL" clId="{660A0FE8-6A1B-4794-B80D-FD81F17D597C}" dt="2022-06-28T23:27:42.620" v="3472"/>
        <pc:sldMkLst>
          <pc:docMk/>
          <pc:sldMk cId="4168343574" sldId="284"/>
        </pc:sldMkLst>
      </pc:sldChg>
      <pc:sldChg chg="modSp add mod">
        <pc:chgData name="Ahmad Asgharian Rezaei" userId="be00758d-fdcf-4ae4-b1ff-4aef6992a5b8" providerId="ADAL" clId="{660A0FE8-6A1B-4794-B80D-FD81F17D597C}" dt="2022-06-28T23:29:21.939" v="3598" actId="20577"/>
        <pc:sldMkLst>
          <pc:docMk/>
          <pc:sldMk cId="1156776398" sldId="285"/>
        </pc:sldMkLst>
        <pc:spChg chg="mod">
          <ac:chgData name="Ahmad Asgharian Rezaei" userId="be00758d-fdcf-4ae4-b1ff-4aef6992a5b8" providerId="ADAL" clId="{660A0FE8-6A1B-4794-B80D-FD81F17D597C}" dt="2022-06-28T23:29:21.939" v="3598" actId="20577"/>
          <ac:spMkLst>
            <pc:docMk/>
            <pc:sldMk cId="1156776398" sldId="285"/>
            <ac:spMk id="3" creationId="{1A6FB0D5-866C-AF7E-1008-D048EF1DCCC8}"/>
          </ac:spMkLst>
        </pc:spChg>
      </pc:sldChg>
      <pc:sldChg chg="add">
        <pc:chgData name="Ahmad Asgharian Rezaei" userId="be00758d-fdcf-4ae4-b1ff-4aef6992a5b8" providerId="ADAL" clId="{660A0FE8-6A1B-4794-B80D-FD81F17D597C}" dt="2022-06-28T23:30:44.539" v="3599"/>
        <pc:sldMkLst>
          <pc:docMk/>
          <pc:sldMk cId="1132505624" sldId="286"/>
        </pc:sldMkLst>
      </pc:sldChg>
      <pc:sldChg chg="add">
        <pc:chgData name="Ahmad Asgharian Rezaei" userId="be00758d-fdcf-4ae4-b1ff-4aef6992a5b8" providerId="ADAL" clId="{660A0FE8-6A1B-4794-B80D-FD81F17D597C}" dt="2022-06-28T23:30:44.539" v="3599"/>
        <pc:sldMkLst>
          <pc:docMk/>
          <pc:sldMk cId="2263614421" sldId="287"/>
        </pc:sldMkLst>
      </pc:sldChg>
      <pc:sldChg chg="add">
        <pc:chgData name="Ahmad Asgharian Rezaei" userId="be00758d-fdcf-4ae4-b1ff-4aef6992a5b8" providerId="ADAL" clId="{660A0FE8-6A1B-4794-B80D-FD81F17D597C}" dt="2022-06-28T23:30:44.539" v="3599"/>
        <pc:sldMkLst>
          <pc:docMk/>
          <pc:sldMk cId="1303963596" sldId="288"/>
        </pc:sldMkLst>
      </pc:sldChg>
      <pc:sldChg chg="add">
        <pc:chgData name="Ahmad Asgharian Rezaei" userId="be00758d-fdcf-4ae4-b1ff-4aef6992a5b8" providerId="ADAL" clId="{660A0FE8-6A1B-4794-B80D-FD81F17D597C}" dt="2022-06-28T23:30:44.539" v="3599"/>
        <pc:sldMkLst>
          <pc:docMk/>
          <pc:sldMk cId="652451339" sldId="289"/>
        </pc:sldMkLst>
      </pc:sldChg>
      <pc:sldChg chg="add">
        <pc:chgData name="Ahmad Asgharian Rezaei" userId="be00758d-fdcf-4ae4-b1ff-4aef6992a5b8" providerId="ADAL" clId="{660A0FE8-6A1B-4794-B80D-FD81F17D597C}" dt="2022-06-28T23:30:44.539" v="3599"/>
        <pc:sldMkLst>
          <pc:docMk/>
          <pc:sldMk cId="2875783701" sldId="290"/>
        </pc:sldMkLst>
      </pc:sldChg>
      <pc:sldChg chg="add">
        <pc:chgData name="Ahmad Asgharian Rezaei" userId="be00758d-fdcf-4ae4-b1ff-4aef6992a5b8" providerId="ADAL" clId="{660A0FE8-6A1B-4794-B80D-FD81F17D597C}" dt="2022-06-28T23:30:44.539" v="3599"/>
        <pc:sldMkLst>
          <pc:docMk/>
          <pc:sldMk cId="4094440190" sldId="291"/>
        </pc:sldMkLst>
      </pc:sldChg>
      <pc:sldChg chg="add">
        <pc:chgData name="Ahmad Asgharian Rezaei" userId="be00758d-fdcf-4ae4-b1ff-4aef6992a5b8" providerId="ADAL" clId="{660A0FE8-6A1B-4794-B80D-FD81F17D597C}" dt="2022-06-28T23:30:44.539" v="3599"/>
        <pc:sldMkLst>
          <pc:docMk/>
          <pc:sldMk cId="1703336564" sldId="292"/>
        </pc:sldMkLst>
      </pc:sldChg>
      <pc:sldChg chg="add">
        <pc:chgData name="Ahmad Asgharian Rezaei" userId="be00758d-fdcf-4ae4-b1ff-4aef6992a5b8" providerId="ADAL" clId="{660A0FE8-6A1B-4794-B80D-FD81F17D597C}" dt="2022-06-28T23:30:44.539" v="3599"/>
        <pc:sldMkLst>
          <pc:docMk/>
          <pc:sldMk cId="1125531793" sldId="293"/>
        </pc:sldMkLst>
      </pc:sldChg>
      <pc:sldChg chg="add">
        <pc:chgData name="Ahmad Asgharian Rezaei" userId="be00758d-fdcf-4ae4-b1ff-4aef6992a5b8" providerId="ADAL" clId="{660A0FE8-6A1B-4794-B80D-FD81F17D597C}" dt="2022-06-28T23:30:44.539" v="3599"/>
        <pc:sldMkLst>
          <pc:docMk/>
          <pc:sldMk cId="3228087697" sldId="294"/>
        </pc:sldMkLst>
      </pc:sldChg>
      <pc:sldChg chg="add">
        <pc:chgData name="Ahmad Asgharian Rezaei" userId="be00758d-fdcf-4ae4-b1ff-4aef6992a5b8" providerId="ADAL" clId="{660A0FE8-6A1B-4794-B80D-FD81F17D597C}" dt="2022-06-28T23:30:44.539" v="3599"/>
        <pc:sldMkLst>
          <pc:docMk/>
          <pc:sldMk cId="2896022161" sldId="295"/>
        </pc:sldMkLst>
      </pc:sldChg>
      <pc:sldChg chg="modSp add mod">
        <pc:chgData name="Ahmad Asgharian Rezaei" userId="be00758d-fdcf-4ae4-b1ff-4aef6992a5b8" providerId="ADAL" clId="{660A0FE8-6A1B-4794-B80D-FD81F17D597C}" dt="2022-06-29T08:45:40.363" v="4166" actId="5793"/>
        <pc:sldMkLst>
          <pc:docMk/>
          <pc:sldMk cId="3137745502" sldId="296"/>
        </pc:sldMkLst>
        <pc:spChg chg="mod">
          <ac:chgData name="Ahmad Asgharian Rezaei" userId="be00758d-fdcf-4ae4-b1ff-4aef6992a5b8" providerId="ADAL" clId="{660A0FE8-6A1B-4794-B80D-FD81F17D597C}" dt="2022-06-29T08:45:40.363" v="4166" actId="5793"/>
          <ac:spMkLst>
            <pc:docMk/>
            <pc:sldMk cId="3137745502" sldId="296"/>
            <ac:spMk id="3" creationId="{77FFC272-4AC4-4507-8CD8-040394682684}"/>
          </ac:spMkLst>
        </pc:spChg>
      </pc:sldChg>
      <pc:sldChg chg="add">
        <pc:chgData name="Ahmad Asgharian Rezaei" userId="be00758d-fdcf-4ae4-b1ff-4aef6992a5b8" providerId="ADAL" clId="{660A0FE8-6A1B-4794-B80D-FD81F17D597C}" dt="2022-06-28T23:30:44.539" v="3599"/>
        <pc:sldMkLst>
          <pc:docMk/>
          <pc:sldMk cId="18879582" sldId="297"/>
        </pc:sldMkLst>
      </pc:sldChg>
      <pc:sldChg chg="add">
        <pc:chgData name="Ahmad Asgharian Rezaei" userId="be00758d-fdcf-4ae4-b1ff-4aef6992a5b8" providerId="ADAL" clId="{660A0FE8-6A1B-4794-B80D-FD81F17D597C}" dt="2022-06-28T23:30:44.539" v="3599"/>
        <pc:sldMkLst>
          <pc:docMk/>
          <pc:sldMk cId="2016672661" sldId="298"/>
        </pc:sldMkLst>
      </pc:sldChg>
      <pc:sldChg chg="add">
        <pc:chgData name="Ahmad Asgharian Rezaei" userId="be00758d-fdcf-4ae4-b1ff-4aef6992a5b8" providerId="ADAL" clId="{660A0FE8-6A1B-4794-B80D-FD81F17D597C}" dt="2022-06-28T23:30:44.539" v="3599"/>
        <pc:sldMkLst>
          <pc:docMk/>
          <pc:sldMk cId="853337556" sldId="299"/>
        </pc:sldMkLst>
      </pc:sldChg>
      <pc:sldChg chg="modSp add mod">
        <pc:chgData name="Ahmad Asgharian Rezaei" userId="be00758d-fdcf-4ae4-b1ff-4aef6992a5b8" providerId="ADAL" clId="{660A0FE8-6A1B-4794-B80D-FD81F17D597C}" dt="2022-06-28T23:34:16.067" v="3746" actId="20577"/>
        <pc:sldMkLst>
          <pc:docMk/>
          <pc:sldMk cId="3800700833" sldId="300"/>
        </pc:sldMkLst>
        <pc:spChg chg="mod">
          <ac:chgData name="Ahmad Asgharian Rezaei" userId="be00758d-fdcf-4ae4-b1ff-4aef6992a5b8" providerId="ADAL" clId="{660A0FE8-6A1B-4794-B80D-FD81F17D597C}" dt="2022-06-28T23:33:18.746" v="3638" actId="20577"/>
          <ac:spMkLst>
            <pc:docMk/>
            <pc:sldMk cId="3800700833" sldId="300"/>
            <ac:spMk id="2" creationId="{E0E12459-70B0-7639-7B42-FB91B28DE438}"/>
          </ac:spMkLst>
        </pc:spChg>
        <pc:spChg chg="mod">
          <ac:chgData name="Ahmad Asgharian Rezaei" userId="be00758d-fdcf-4ae4-b1ff-4aef6992a5b8" providerId="ADAL" clId="{660A0FE8-6A1B-4794-B80D-FD81F17D597C}" dt="2022-06-28T23:34:16.067" v="3746" actId="20577"/>
          <ac:spMkLst>
            <pc:docMk/>
            <pc:sldMk cId="3800700833" sldId="300"/>
            <ac:spMk id="3" creationId="{420C07DB-DC11-954F-B001-28D884C46A7E}"/>
          </ac:spMkLst>
        </pc:spChg>
      </pc:sldChg>
      <pc:sldChg chg="add">
        <pc:chgData name="Ahmad Asgharian Rezaei" userId="be00758d-fdcf-4ae4-b1ff-4aef6992a5b8" providerId="ADAL" clId="{660A0FE8-6A1B-4794-B80D-FD81F17D597C}" dt="2022-06-28T23:34:26.554" v="3747"/>
        <pc:sldMkLst>
          <pc:docMk/>
          <pc:sldMk cId="3328491903" sldId="301"/>
        </pc:sldMkLst>
      </pc:sldChg>
      <pc:sldChg chg="modSp new mod">
        <pc:chgData name="Ahmad Asgharian Rezaei" userId="be00758d-fdcf-4ae4-b1ff-4aef6992a5b8" providerId="ADAL" clId="{660A0FE8-6A1B-4794-B80D-FD81F17D597C}" dt="2022-06-28T23:39:54.443" v="3829"/>
        <pc:sldMkLst>
          <pc:docMk/>
          <pc:sldMk cId="1569589598" sldId="302"/>
        </pc:sldMkLst>
        <pc:spChg chg="mod">
          <ac:chgData name="Ahmad Asgharian Rezaei" userId="be00758d-fdcf-4ae4-b1ff-4aef6992a5b8" providerId="ADAL" clId="{660A0FE8-6A1B-4794-B80D-FD81F17D597C}" dt="2022-06-28T23:39:54.443" v="3829"/>
          <ac:spMkLst>
            <pc:docMk/>
            <pc:sldMk cId="1569589598" sldId="302"/>
            <ac:spMk id="2" creationId="{3FB977FE-B0CC-632B-B860-1CA55F6B4E4A}"/>
          </ac:spMkLst>
        </pc:spChg>
        <pc:spChg chg="mod">
          <ac:chgData name="Ahmad Asgharian Rezaei" userId="be00758d-fdcf-4ae4-b1ff-4aef6992a5b8" providerId="ADAL" clId="{660A0FE8-6A1B-4794-B80D-FD81F17D597C}" dt="2022-06-28T23:39:40.057" v="3822" actId="207"/>
          <ac:spMkLst>
            <pc:docMk/>
            <pc:sldMk cId="1569589598" sldId="302"/>
            <ac:spMk id="3" creationId="{0E72257B-3C7A-C2A0-42C2-81199E49D12A}"/>
          </ac:spMkLst>
        </pc:spChg>
      </pc:sldChg>
      <pc:sldChg chg="modSp add mod">
        <pc:chgData name="Ahmad Asgharian Rezaei" userId="be00758d-fdcf-4ae4-b1ff-4aef6992a5b8" providerId="ADAL" clId="{660A0FE8-6A1B-4794-B80D-FD81F17D597C}" dt="2022-06-29T07:21:18.360" v="4163" actId="20577"/>
        <pc:sldMkLst>
          <pc:docMk/>
          <pc:sldMk cId="2332458" sldId="303"/>
        </pc:sldMkLst>
        <pc:spChg chg="mod">
          <ac:chgData name="Ahmad Asgharian Rezaei" userId="be00758d-fdcf-4ae4-b1ff-4aef6992a5b8" providerId="ADAL" clId="{660A0FE8-6A1B-4794-B80D-FD81F17D597C}" dt="2022-06-28T23:39:59.761" v="3832" actId="20577"/>
          <ac:spMkLst>
            <pc:docMk/>
            <pc:sldMk cId="2332458" sldId="303"/>
            <ac:spMk id="2" creationId="{3FB977FE-B0CC-632B-B860-1CA55F6B4E4A}"/>
          </ac:spMkLst>
        </pc:spChg>
        <pc:spChg chg="mod">
          <ac:chgData name="Ahmad Asgharian Rezaei" userId="be00758d-fdcf-4ae4-b1ff-4aef6992a5b8" providerId="ADAL" clId="{660A0FE8-6A1B-4794-B80D-FD81F17D597C}" dt="2022-06-29T07:21:18.360" v="4163" actId="20577"/>
          <ac:spMkLst>
            <pc:docMk/>
            <pc:sldMk cId="2332458" sldId="303"/>
            <ac:spMk id="3" creationId="{0E72257B-3C7A-C2A0-42C2-81199E49D12A}"/>
          </ac:spMkLst>
        </pc:spChg>
      </pc:sldChg>
      <pc:sldChg chg="modSp add mod ord">
        <pc:chgData name="Ahmad Asgharian Rezaei" userId="be00758d-fdcf-4ae4-b1ff-4aef6992a5b8" providerId="ADAL" clId="{660A0FE8-6A1B-4794-B80D-FD81F17D597C}" dt="2022-06-28T23:54:10.884" v="4140"/>
        <pc:sldMkLst>
          <pc:docMk/>
          <pc:sldMk cId="4083813047" sldId="304"/>
        </pc:sldMkLst>
        <pc:spChg chg="mod">
          <ac:chgData name="Ahmad Asgharian Rezaei" userId="be00758d-fdcf-4ae4-b1ff-4aef6992a5b8" providerId="ADAL" clId="{660A0FE8-6A1B-4794-B80D-FD81F17D597C}" dt="2022-06-28T23:47:24.623" v="4067" actId="20577"/>
          <ac:spMkLst>
            <pc:docMk/>
            <pc:sldMk cId="4083813047" sldId="304"/>
            <ac:spMk id="3" creationId="{0E72257B-3C7A-C2A0-42C2-81199E49D12A}"/>
          </ac:spMkLst>
        </pc:spChg>
      </pc:sldChg>
      <pc:sldChg chg="modSp add mod ord">
        <pc:chgData name="Ahmad Asgharian Rezaei" userId="be00758d-fdcf-4ae4-b1ff-4aef6992a5b8" providerId="ADAL" clId="{660A0FE8-6A1B-4794-B80D-FD81F17D597C}" dt="2022-06-28T23:54:36.415" v="4148" actId="20577"/>
        <pc:sldMkLst>
          <pc:docMk/>
          <pc:sldMk cId="4054253213" sldId="305"/>
        </pc:sldMkLst>
        <pc:spChg chg="mod">
          <ac:chgData name="Ahmad Asgharian Rezaei" userId="be00758d-fdcf-4ae4-b1ff-4aef6992a5b8" providerId="ADAL" clId="{660A0FE8-6A1B-4794-B80D-FD81F17D597C}" dt="2022-06-28T23:54:36.415" v="4148" actId="20577"/>
          <ac:spMkLst>
            <pc:docMk/>
            <pc:sldMk cId="4054253213" sldId="305"/>
            <ac:spMk id="3" creationId="{0E72257B-3C7A-C2A0-42C2-81199E49D12A}"/>
          </ac:spMkLst>
        </pc:spChg>
      </pc:sldChg>
      <pc:sldChg chg="modSp new mod">
        <pc:chgData name="Ahmad Asgharian Rezaei" userId="be00758d-fdcf-4ae4-b1ff-4aef6992a5b8" providerId="ADAL" clId="{660A0FE8-6A1B-4794-B80D-FD81F17D597C}" dt="2022-06-28T23:58:09.985" v="4160" actId="207"/>
        <pc:sldMkLst>
          <pc:docMk/>
          <pc:sldMk cId="4016268138" sldId="306"/>
        </pc:sldMkLst>
        <pc:spChg chg="mod">
          <ac:chgData name="Ahmad Asgharian Rezaei" userId="be00758d-fdcf-4ae4-b1ff-4aef6992a5b8" providerId="ADAL" clId="{660A0FE8-6A1B-4794-B80D-FD81F17D597C}" dt="2022-06-28T23:56:05.406" v="4153"/>
          <ac:spMkLst>
            <pc:docMk/>
            <pc:sldMk cId="4016268138" sldId="306"/>
            <ac:spMk id="2" creationId="{C4E6A41C-F521-8F1B-C862-B1FD1E3A032D}"/>
          </ac:spMkLst>
        </pc:spChg>
        <pc:spChg chg="mod">
          <ac:chgData name="Ahmad Asgharian Rezaei" userId="be00758d-fdcf-4ae4-b1ff-4aef6992a5b8" providerId="ADAL" clId="{660A0FE8-6A1B-4794-B80D-FD81F17D597C}" dt="2022-06-28T23:58:09.985" v="4160" actId="207"/>
          <ac:spMkLst>
            <pc:docMk/>
            <pc:sldMk cId="4016268138" sldId="306"/>
            <ac:spMk id="3" creationId="{B69AC5C7-78FF-01AF-BD56-DEAB81430C9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3017E3-5348-4E36-8C26-B47E50D1FB9C}"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AU"/>
        </a:p>
      </dgm:t>
    </dgm:pt>
    <dgm:pt modelId="{30771C5E-C6B6-4159-98E7-E2942D59CB3C}">
      <dgm:prSet>
        <dgm:style>
          <a:lnRef idx="2">
            <a:schemeClr val="accent4">
              <a:shade val="50000"/>
            </a:schemeClr>
          </a:lnRef>
          <a:fillRef idx="1">
            <a:schemeClr val="accent4"/>
          </a:fillRef>
          <a:effectRef idx="0">
            <a:schemeClr val="accent4"/>
          </a:effectRef>
          <a:fontRef idx="minor">
            <a:schemeClr val="lt1"/>
          </a:fontRef>
        </dgm:style>
      </dgm:prSet>
      <dgm:spPr>
        <a:noFill/>
      </dgm:spPr>
      <dgm:t>
        <a:bodyPr/>
        <a:lstStyle/>
        <a:p>
          <a:pPr rtl="0"/>
          <a:r>
            <a:rPr lang="en-US" b="1" dirty="0"/>
            <a:t>Do’s</a:t>
          </a:r>
          <a:endParaRPr lang="en-AU" dirty="0"/>
        </a:p>
      </dgm:t>
    </dgm:pt>
    <dgm:pt modelId="{2B2417FE-E616-40B0-B92B-ADB55CB39C3C}" type="parTrans" cxnId="{CD523D6C-82DD-4EDF-966A-55E601227936}">
      <dgm:prSet/>
      <dgm:spPr/>
      <dgm:t>
        <a:bodyPr/>
        <a:lstStyle/>
        <a:p>
          <a:endParaRPr lang="en-AU"/>
        </a:p>
      </dgm:t>
    </dgm:pt>
    <dgm:pt modelId="{58F2004E-CBCC-4A93-8AE8-069566D93D7A}" type="sibTrans" cxnId="{CD523D6C-82DD-4EDF-966A-55E601227936}">
      <dgm:prSet/>
      <dgm:spPr/>
      <dgm:t>
        <a:bodyPr/>
        <a:lstStyle/>
        <a:p>
          <a:endParaRPr lang="en-AU"/>
        </a:p>
      </dgm:t>
    </dgm:pt>
    <dgm:pt modelId="{AC1AFB19-A741-4AA4-A15D-59FA530C1DCA}">
      <dgm:prSet>
        <dgm:style>
          <a:lnRef idx="1">
            <a:schemeClr val="dk1"/>
          </a:lnRef>
          <a:fillRef idx="3">
            <a:schemeClr val="dk1"/>
          </a:fillRef>
          <a:effectRef idx="2">
            <a:schemeClr val="dk1"/>
          </a:effectRef>
          <a:fontRef idx="minor">
            <a:schemeClr val="lt1"/>
          </a:fontRef>
        </dgm:style>
      </dgm:prSet>
      <dgm:spPr>
        <a:solidFill>
          <a:schemeClr val="tx2">
            <a:lumMod val="60000"/>
            <a:lumOff val="40000"/>
          </a:schemeClr>
        </a:solidFill>
      </dgm:spPr>
      <dgm:t>
        <a:bodyPr/>
        <a:lstStyle/>
        <a:p>
          <a:pPr rtl="0"/>
          <a:r>
            <a:rPr lang="en-US" b="1" dirty="0"/>
            <a:t>Design them large enough </a:t>
          </a:r>
          <a:endParaRPr lang="en-AU" b="1" dirty="0"/>
        </a:p>
      </dgm:t>
    </dgm:pt>
    <dgm:pt modelId="{7EED128D-54E0-4BE5-B904-493EC33BD1BA}" type="parTrans" cxnId="{FBB3AFE7-1846-4ECE-A37C-75680E8A6171}">
      <dgm:prSet/>
      <dgm:spPr/>
      <dgm:t>
        <a:bodyPr/>
        <a:lstStyle/>
        <a:p>
          <a:endParaRPr lang="en-AU"/>
        </a:p>
      </dgm:t>
    </dgm:pt>
    <dgm:pt modelId="{58D3025F-198A-4FCA-AAC8-5EEC4FF84EF6}" type="sibTrans" cxnId="{FBB3AFE7-1846-4ECE-A37C-75680E8A6171}">
      <dgm:prSet/>
      <dgm:spPr/>
      <dgm:t>
        <a:bodyPr/>
        <a:lstStyle/>
        <a:p>
          <a:endParaRPr lang="en-AU"/>
        </a:p>
      </dgm:t>
    </dgm:pt>
    <dgm:pt modelId="{32B83261-3283-41A8-96B0-4DC79760B7EF}">
      <dgm:prSet>
        <dgm:style>
          <a:lnRef idx="1">
            <a:schemeClr val="dk1"/>
          </a:lnRef>
          <a:fillRef idx="3">
            <a:schemeClr val="dk1"/>
          </a:fillRef>
          <a:effectRef idx="2">
            <a:schemeClr val="dk1"/>
          </a:effectRef>
          <a:fontRef idx="minor">
            <a:schemeClr val="lt1"/>
          </a:fontRef>
        </dgm:style>
      </dgm:prSet>
      <dgm:spPr>
        <a:solidFill>
          <a:schemeClr val="tx2">
            <a:lumMod val="60000"/>
            <a:lumOff val="40000"/>
          </a:schemeClr>
        </a:solidFill>
      </dgm:spPr>
      <dgm:t>
        <a:bodyPr/>
        <a:lstStyle/>
        <a:p>
          <a:pPr rtl="0"/>
          <a:r>
            <a:rPr lang="en-US" b="1" dirty="0"/>
            <a:t>Design them to be simple</a:t>
          </a:r>
          <a:endParaRPr lang="en-AU" b="1" dirty="0"/>
        </a:p>
      </dgm:t>
    </dgm:pt>
    <dgm:pt modelId="{09F4A1FA-C14A-43A6-887E-6C13D1381D69}" type="parTrans" cxnId="{45E00BD3-CB98-4DEB-96F9-12A9DF0FA0F4}">
      <dgm:prSet/>
      <dgm:spPr/>
      <dgm:t>
        <a:bodyPr/>
        <a:lstStyle/>
        <a:p>
          <a:endParaRPr lang="en-AU"/>
        </a:p>
      </dgm:t>
    </dgm:pt>
    <dgm:pt modelId="{9C6812C3-6136-45C9-92AA-19B419DC51EA}" type="sibTrans" cxnId="{45E00BD3-CB98-4DEB-96F9-12A9DF0FA0F4}">
      <dgm:prSet/>
      <dgm:spPr/>
      <dgm:t>
        <a:bodyPr/>
        <a:lstStyle/>
        <a:p>
          <a:endParaRPr lang="en-AU"/>
        </a:p>
      </dgm:t>
    </dgm:pt>
    <dgm:pt modelId="{4D15175C-C741-4DC4-A1B4-A55524CD547D}">
      <dgm:prSet>
        <dgm:style>
          <a:lnRef idx="1">
            <a:schemeClr val="dk1"/>
          </a:lnRef>
          <a:fillRef idx="3">
            <a:schemeClr val="dk1"/>
          </a:fillRef>
          <a:effectRef idx="2">
            <a:schemeClr val="dk1"/>
          </a:effectRef>
          <a:fontRef idx="minor">
            <a:schemeClr val="lt1"/>
          </a:fontRef>
        </dgm:style>
      </dgm:prSet>
      <dgm:spPr>
        <a:solidFill>
          <a:schemeClr val="tx2">
            <a:lumMod val="60000"/>
            <a:lumOff val="40000"/>
          </a:schemeClr>
        </a:solidFill>
      </dgm:spPr>
      <dgm:t>
        <a:bodyPr/>
        <a:lstStyle/>
        <a:p>
          <a:pPr rtl="0"/>
          <a:r>
            <a:rPr lang="en-US" b="1" dirty="0"/>
            <a:t>Design them to be clear</a:t>
          </a:r>
          <a:endParaRPr lang="en-AU" b="1" dirty="0"/>
        </a:p>
      </dgm:t>
    </dgm:pt>
    <dgm:pt modelId="{BF56F76B-CA60-4374-A09B-328A55347200}" type="parTrans" cxnId="{1A67481A-7E0F-4DD1-9599-F9A6DD0B9E34}">
      <dgm:prSet/>
      <dgm:spPr/>
      <dgm:t>
        <a:bodyPr/>
        <a:lstStyle/>
        <a:p>
          <a:endParaRPr lang="en-AU"/>
        </a:p>
      </dgm:t>
    </dgm:pt>
    <dgm:pt modelId="{C59BB725-7801-4CD7-93FC-BC72D21D094F}" type="sibTrans" cxnId="{1A67481A-7E0F-4DD1-9599-F9A6DD0B9E34}">
      <dgm:prSet/>
      <dgm:spPr/>
      <dgm:t>
        <a:bodyPr/>
        <a:lstStyle/>
        <a:p>
          <a:endParaRPr lang="en-AU"/>
        </a:p>
      </dgm:t>
    </dgm:pt>
    <dgm:pt modelId="{C4A0F965-4040-429C-AC90-8D98C3A638E2}">
      <dgm:prSet>
        <dgm:style>
          <a:lnRef idx="1">
            <a:schemeClr val="dk1"/>
          </a:lnRef>
          <a:fillRef idx="3">
            <a:schemeClr val="dk1"/>
          </a:fillRef>
          <a:effectRef idx="2">
            <a:schemeClr val="dk1"/>
          </a:effectRef>
          <a:fontRef idx="minor">
            <a:schemeClr val="lt1"/>
          </a:fontRef>
        </dgm:style>
      </dgm:prSet>
      <dgm:spPr>
        <a:solidFill>
          <a:schemeClr val="tx2">
            <a:lumMod val="60000"/>
            <a:lumOff val="40000"/>
          </a:schemeClr>
        </a:solidFill>
      </dgm:spPr>
      <dgm:t>
        <a:bodyPr/>
        <a:lstStyle/>
        <a:p>
          <a:pPr rtl="0"/>
          <a:r>
            <a:rPr lang="en-US" b="1" dirty="0"/>
            <a:t>Label them</a:t>
          </a:r>
          <a:endParaRPr lang="en-AU" b="1" dirty="0"/>
        </a:p>
      </dgm:t>
    </dgm:pt>
    <dgm:pt modelId="{D6710AE2-5E50-48C2-9D65-4F7DC6B53F80}" type="parTrans" cxnId="{BFD44DA7-F1E1-42A2-A9F7-188E5B12C9B2}">
      <dgm:prSet/>
      <dgm:spPr/>
      <dgm:t>
        <a:bodyPr/>
        <a:lstStyle/>
        <a:p>
          <a:endParaRPr lang="en-AU"/>
        </a:p>
      </dgm:t>
    </dgm:pt>
    <dgm:pt modelId="{5238B51A-AA01-4AD5-9874-851F6E33E5E4}" type="sibTrans" cxnId="{BFD44DA7-F1E1-42A2-A9F7-188E5B12C9B2}">
      <dgm:prSet/>
      <dgm:spPr/>
      <dgm:t>
        <a:bodyPr/>
        <a:lstStyle/>
        <a:p>
          <a:endParaRPr lang="en-AU"/>
        </a:p>
      </dgm:t>
    </dgm:pt>
    <dgm:pt modelId="{3B7BA36F-025F-449F-A4EC-0AE6689D0CEF}">
      <dgm:prSet>
        <dgm:style>
          <a:lnRef idx="1">
            <a:schemeClr val="dk1"/>
          </a:lnRef>
          <a:fillRef idx="3">
            <a:schemeClr val="dk1"/>
          </a:fillRef>
          <a:effectRef idx="2">
            <a:schemeClr val="dk1"/>
          </a:effectRef>
          <a:fontRef idx="minor">
            <a:schemeClr val="lt1"/>
          </a:fontRef>
        </dgm:style>
      </dgm:prSet>
      <dgm:spPr>
        <a:solidFill>
          <a:schemeClr val="tx2">
            <a:lumMod val="60000"/>
            <a:lumOff val="40000"/>
          </a:schemeClr>
        </a:solidFill>
      </dgm:spPr>
      <dgm:t>
        <a:bodyPr/>
        <a:lstStyle/>
        <a:p>
          <a:pPr rtl="0"/>
          <a:r>
            <a:rPr lang="en-US" b="1" dirty="0"/>
            <a:t>Use only what you need	</a:t>
          </a:r>
        </a:p>
      </dgm:t>
    </dgm:pt>
    <dgm:pt modelId="{1D9AE68C-B84F-4E5E-AC49-F16C525DAF4D}" type="parTrans" cxnId="{8571D39A-4267-4D70-A3A9-F49807895A43}">
      <dgm:prSet/>
      <dgm:spPr/>
      <dgm:t>
        <a:bodyPr/>
        <a:lstStyle/>
        <a:p>
          <a:endParaRPr lang="en-AU"/>
        </a:p>
      </dgm:t>
    </dgm:pt>
    <dgm:pt modelId="{D4348B9B-CFB2-45D5-AC1C-742B5D36D8E0}" type="sibTrans" cxnId="{8571D39A-4267-4D70-A3A9-F49807895A43}">
      <dgm:prSet/>
      <dgm:spPr/>
      <dgm:t>
        <a:bodyPr/>
        <a:lstStyle/>
        <a:p>
          <a:endParaRPr lang="en-AU"/>
        </a:p>
      </dgm:t>
    </dgm:pt>
    <dgm:pt modelId="{158A2386-D47A-4609-AAF4-FF29B59E0F1F}">
      <dgm:prSet>
        <dgm:style>
          <a:lnRef idx="2">
            <a:schemeClr val="accent1">
              <a:shade val="50000"/>
            </a:schemeClr>
          </a:lnRef>
          <a:fillRef idx="1">
            <a:schemeClr val="accent1"/>
          </a:fillRef>
          <a:effectRef idx="0">
            <a:schemeClr val="accent1"/>
          </a:effectRef>
          <a:fontRef idx="minor">
            <a:schemeClr val="lt1"/>
          </a:fontRef>
        </dgm:style>
      </dgm:prSet>
      <dgm:spPr>
        <a:noFill/>
      </dgm:spPr>
      <dgm:t>
        <a:bodyPr/>
        <a:lstStyle/>
        <a:p>
          <a:pPr rtl="0"/>
          <a:r>
            <a:rPr lang="en-US" b="1" dirty="0"/>
            <a:t>Don’ts</a:t>
          </a:r>
          <a:endParaRPr lang="en-US" dirty="0"/>
        </a:p>
      </dgm:t>
    </dgm:pt>
    <dgm:pt modelId="{D4FE0429-68DF-4AF5-8A0E-C8DF9217F49B}" type="parTrans" cxnId="{6517B9CE-BCF7-4F8A-8AD4-A8DD6365AFF6}">
      <dgm:prSet/>
      <dgm:spPr/>
      <dgm:t>
        <a:bodyPr/>
        <a:lstStyle/>
        <a:p>
          <a:endParaRPr lang="en-AU"/>
        </a:p>
      </dgm:t>
    </dgm:pt>
    <dgm:pt modelId="{58D90379-4EAD-48D2-BE32-544C2C9CAEC2}" type="sibTrans" cxnId="{6517B9CE-BCF7-4F8A-8AD4-A8DD6365AFF6}">
      <dgm:prSet/>
      <dgm:spPr/>
      <dgm:t>
        <a:bodyPr/>
        <a:lstStyle/>
        <a:p>
          <a:endParaRPr lang="en-AU"/>
        </a:p>
      </dgm:t>
    </dgm:pt>
    <dgm:pt modelId="{54F0C864-ADF0-42AC-8A19-B136E1AB1C40}">
      <dgm:prSet>
        <dgm:style>
          <a:lnRef idx="1">
            <a:schemeClr val="dk1"/>
          </a:lnRef>
          <a:fillRef idx="3">
            <a:schemeClr val="dk1"/>
          </a:fillRef>
          <a:effectRef idx="2">
            <a:schemeClr val="dk1"/>
          </a:effectRef>
          <a:fontRef idx="minor">
            <a:schemeClr val="lt1"/>
          </a:fontRef>
        </dgm:style>
      </dgm:prSet>
      <dgm:spPr>
        <a:solidFill>
          <a:schemeClr val="bg2">
            <a:lumMod val="50000"/>
          </a:schemeClr>
        </a:solidFill>
      </dgm:spPr>
      <dgm:t>
        <a:bodyPr/>
        <a:lstStyle/>
        <a:p>
          <a:pPr rtl="0"/>
          <a:r>
            <a:rPr lang="en-US" b="1" dirty="0"/>
            <a:t>Use too much text</a:t>
          </a:r>
          <a:endParaRPr lang="en-AU" b="1" dirty="0"/>
        </a:p>
      </dgm:t>
    </dgm:pt>
    <dgm:pt modelId="{E648B11F-B393-402B-B367-8D56E401AAE1}" type="parTrans" cxnId="{8B3B6511-7EE7-40F3-A9AC-73870B49E8CE}">
      <dgm:prSet/>
      <dgm:spPr/>
      <dgm:t>
        <a:bodyPr/>
        <a:lstStyle/>
        <a:p>
          <a:endParaRPr lang="en-AU"/>
        </a:p>
      </dgm:t>
    </dgm:pt>
    <dgm:pt modelId="{BDDC531F-70AF-4C31-B2CC-CE78B514CE19}" type="sibTrans" cxnId="{8B3B6511-7EE7-40F3-A9AC-73870B49E8CE}">
      <dgm:prSet/>
      <dgm:spPr/>
      <dgm:t>
        <a:bodyPr/>
        <a:lstStyle/>
        <a:p>
          <a:endParaRPr lang="en-AU"/>
        </a:p>
      </dgm:t>
    </dgm:pt>
    <dgm:pt modelId="{05B9B493-0C1A-4824-AECD-95C75A8B23C7}">
      <dgm:prSet>
        <dgm:style>
          <a:lnRef idx="1">
            <a:schemeClr val="dk1"/>
          </a:lnRef>
          <a:fillRef idx="3">
            <a:schemeClr val="dk1"/>
          </a:fillRef>
          <a:effectRef idx="2">
            <a:schemeClr val="dk1"/>
          </a:effectRef>
          <a:fontRef idx="minor">
            <a:schemeClr val="lt1"/>
          </a:fontRef>
        </dgm:style>
      </dgm:prSet>
      <dgm:spPr>
        <a:solidFill>
          <a:schemeClr val="bg2">
            <a:lumMod val="50000"/>
          </a:schemeClr>
        </a:solidFill>
      </dgm:spPr>
      <dgm:t>
        <a:bodyPr/>
        <a:lstStyle/>
        <a:p>
          <a:pPr rtl="0"/>
          <a:r>
            <a:rPr lang="en-US" b="1" dirty="0"/>
            <a:t>Use excessive artwork</a:t>
          </a:r>
          <a:endParaRPr lang="en-AU" b="1" dirty="0"/>
        </a:p>
      </dgm:t>
    </dgm:pt>
    <dgm:pt modelId="{773B2816-F607-4226-A077-CEBFC393D897}" type="parTrans" cxnId="{B2C3D8CC-F116-4C8C-90FB-F25DA609E03B}">
      <dgm:prSet/>
      <dgm:spPr/>
      <dgm:t>
        <a:bodyPr/>
        <a:lstStyle/>
        <a:p>
          <a:endParaRPr lang="en-AU"/>
        </a:p>
      </dgm:t>
    </dgm:pt>
    <dgm:pt modelId="{0D4A33FF-B000-414B-A1CF-530F3703E1E6}" type="sibTrans" cxnId="{B2C3D8CC-F116-4C8C-90FB-F25DA609E03B}">
      <dgm:prSet/>
      <dgm:spPr/>
      <dgm:t>
        <a:bodyPr/>
        <a:lstStyle/>
        <a:p>
          <a:endParaRPr lang="en-AU"/>
        </a:p>
      </dgm:t>
    </dgm:pt>
    <dgm:pt modelId="{93D78F52-DDDE-4F96-8219-CADAAEF3A7D5}">
      <dgm:prSet>
        <dgm:style>
          <a:lnRef idx="1">
            <a:schemeClr val="dk1"/>
          </a:lnRef>
          <a:fillRef idx="3">
            <a:schemeClr val="dk1"/>
          </a:fillRef>
          <a:effectRef idx="2">
            <a:schemeClr val="dk1"/>
          </a:effectRef>
          <a:fontRef idx="minor">
            <a:schemeClr val="lt1"/>
          </a:fontRef>
        </dgm:style>
      </dgm:prSet>
      <dgm:spPr>
        <a:solidFill>
          <a:schemeClr val="bg2">
            <a:lumMod val="50000"/>
          </a:schemeClr>
        </a:solidFill>
      </dgm:spPr>
      <dgm:t>
        <a:bodyPr/>
        <a:lstStyle/>
        <a:p>
          <a:pPr rtl="0"/>
          <a:r>
            <a:rPr lang="en-US" b="1" dirty="0"/>
            <a:t>Make things look cramped</a:t>
          </a:r>
          <a:endParaRPr lang="en-AU" b="1" dirty="0"/>
        </a:p>
      </dgm:t>
    </dgm:pt>
    <dgm:pt modelId="{90955F3F-14C7-49DA-85E2-2AEB11319A79}" type="parTrans" cxnId="{613BEC4E-4A4D-4C3E-B9A9-9FB8675567B3}">
      <dgm:prSet/>
      <dgm:spPr/>
      <dgm:t>
        <a:bodyPr/>
        <a:lstStyle/>
        <a:p>
          <a:endParaRPr lang="en-AU"/>
        </a:p>
      </dgm:t>
    </dgm:pt>
    <dgm:pt modelId="{B8313519-67DD-4B49-AD90-4A3BDE0379E4}" type="sibTrans" cxnId="{613BEC4E-4A4D-4C3E-B9A9-9FB8675567B3}">
      <dgm:prSet/>
      <dgm:spPr/>
      <dgm:t>
        <a:bodyPr/>
        <a:lstStyle/>
        <a:p>
          <a:endParaRPr lang="en-AU"/>
        </a:p>
      </dgm:t>
    </dgm:pt>
    <dgm:pt modelId="{B0F167A3-78FE-4414-A585-3EDE00F340CE}">
      <dgm:prSet>
        <dgm:style>
          <a:lnRef idx="1">
            <a:schemeClr val="dk1"/>
          </a:lnRef>
          <a:fillRef idx="3">
            <a:schemeClr val="dk1"/>
          </a:fillRef>
          <a:effectRef idx="2">
            <a:schemeClr val="dk1"/>
          </a:effectRef>
          <a:fontRef idx="minor">
            <a:schemeClr val="lt1"/>
          </a:fontRef>
        </dgm:style>
      </dgm:prSet>
      <dgm:spPr>
        <a:solidFill>
          <a:schemeClr val="bg2">
            <a:lumMod val="50000"/>
          </a:schemeClr>
        </a:solidFill>
      </dgm:spPr>
      <dgm:t>
        <a:bodyPr/>
        <a:lstStyle/>
        <a:p>
          <a:pPr rtl="0"/>
          <a:r>
            <a:rPr lang="en-US" b="1" dirty="0"/>
            <a:t>Use too many colors</a:t>
          </a:r>
          <a:endParaRPr lang="en-AU" b="1" dirty="0"/>
        </a:p>
      </dgm:t>
    </dgm:pt>
    <dgm:pt modelId="{E086B016-52B7-44E5-92BE-BA1B03D44DB5}" type="parTrans" cxnId="{9C48A2B8-8E86-43C7-9AED-2EE19D9AD2B6}">
      <dgm:prSet/>
      <dgm:spPr/>
      <dgm:t>
        <a:bodyPr/>
        <a:lstStyle/>
        <a:p>
          <a:endParaRPr lang="en-AU"/>
        </a:p>
      </dgm:t>
    </dgm:pt>
    <dgm:pt modelId="{C38BC2D5-C419-44A7-964F-E1E4DFF1719D}" type="sibTrans" cxnId="{9C48A2B8-8E86-43C7-9AED-2EE19D9AD2B6}">
      <dgm:prSet/>
      <dgm:spPr/>
      <dgm:t>
        <a:bodyPr/>
        <a:lstStyle/>
        <a:p>
          <a:endParaRPr lang="en-AU"/>
        </a:p>
      </dgm:t>
    </dgm:pt>
    <dgm:pt modelId="{DD0FE47E-EFC7-4119-9805-23564A494478}">
      <dgm:prSet>
        <dgm:style>
          <a:lnRef idx="1">
            <a:schemeClr val="dk1"/>
          </a:lnRef>
          <a:fillRef idx="3">
            <a:schemeClr val="dk1"/>
          </a:fillRef>
          <a:effectRef idx="2">
            <a:schemeClr val="dk1"/>
          </a:effectRef>
          <a:fontRef idx="minor">
            <a:schemeClr val="lt1"/>
          </a:fontRef>
        </dgm:style>
      </dgm:prSet>
      <dgm:spPr>
        <a:solidFill>
          <a:schemeClr val="bg2">
            <a:lumMod val="50000"/>
          </a:schemeClr>
        </a:solidFill>
      </dgm:spPr>
      <dgm:t>
        <a:bodyPr/>
        <a:lstStyle/>
        <a:p>
          <a:pPr rtl="0"/>
          <a:r>
            <a:rPr lang="en-US" b="1" dirty="0"/>
            <a:t>Overuse capital letters</a:t>
          </a:r>
          <a:endParaRPr lang="en-AU" b="1" dirty="0"/>
        </a:p>
      </dgm:t>
    </dgm:pt>
    <dgm:pt modelId="{ECD730BC-8375-4D2A-AD77-C0B12D68038D}" type="parTrans" cxnId="{BB18B64F-A0EB-40F4-833F-E3EC6E91C4EC}">
      <dgm:prSet/>
      <dgm:spPr/>
      <dgm:t>
        <a:bodyPr/>
        <a:lstStyle/>
        <a:p>
          <a:endParaRPr lang="en-AU"/>
        </a:p>
      </dgm:t>
    </dgm:pt>
    <dgm:pt modelId="{B628A8EB-041A-4758-B6D1-C4F997CF861E}" type="sibTrans" cxnId="{BB18B64F-A0EB-40F4-833F-E3EC6E91C4EC}">
      <dgm:prSet/>
      <dgm:spPr/>
      <dgm:t>
        <a:bodyPr/>
        <a:lstStyle/>
        <a:p>
          <a:endParaRPr lang="en-AU"/>
        </a:p>
      </dgm:t>
    </dgm:pt>
    <dgm:pt modelId="{EB9216F7-75C4-4822-A1A1-C4686404F849}" type="pres">
      <dgm:prSet presAssocID="{393017E3-5348-4E36-8C26-B47E50D1FB9C}" presName="theList" presStyleCnt="0">
        <dgm:presLayoutVars>
          <dgm:dir/>
          <dgm:animLvl val="lvl"/>
          <dgm:resizeHandles val="exact"/>
        </dgm:presLayoutVars>
      </dgm:prSet>
      <dgm:spPr/>
    </dgm:pt>
    <dgm:pt modelId="{65D89BFF-FD12-48A6-BC8A-B8C24985FB30}" type="pres">
      <dgm:prSet presAssocID="{30771C5E-C6B6-4159-98E7-E2942D59CB3C}" presName="compNode" presStyleCnt="0"/>
      <dgm:spPr/>
    </dgm:pt>
    <dgm:pt modelId="{046733A2-2959-419E-9B69-7FB3F17ACA43}" type="pres">
      <dgm:prSet presAssocID="{30771C5E-C6B6-4159-98E7-E2942D59CB3C}" presName="aNode" presStyleLbl="bgShp" presStyleIdx="0" presStyleCnt="2"/>
      <dgm:spPr/>
    </dgm:pt>
    <dgm:pt modelId="{D66FD223-5360-4A83-9DDA-FF3C282C3348}" type="pres">
      <dgm:prSet presAssocID="{30771C5E-C6B6-4159-98E7-E2942D59CB3C}" presName="textNode" presStyleLbl="bgShp" presStyleIdx="0" presStyleCnt="2"/>
      <dgm:spPr/>
    </dgm:pt>
    <dgm:pt modelId="{7F485BC4-9A2C-46EA-9C9E-ED429DEC007C}" type="pres">
      <dgm:prSet presAssocID="{30771C5E-C6B6-4159-98E7-E2942D59CB3C}" presName="compChildNode" presStyleCnt="0"/>
      <dgm:spPr/>
    </dgm:pt>
    <dgm:pt modelId="{8D2AAF4E-60A0-49C8-BDE8-8CC898809F0B}" type="pres">
      <dgm:prSet presAssocID="{30771C5E-C6B6-4159-98E7-E2942D59CB3C}" presName="theInnerList" presStyleCnt="0"/>
      <dgm:spPr/>
    </dgm:pt>
    <dgm:pt modelId="{E387477E-A55E-41B1-9B18-773F476DFA19}" type="pres">
      <dgm:prSet presAssocID="{AC1AFB19-A741-4AA4-A15D-59FA530C1DCA}" presName="childNode" presStyleLbl="node1" presStyleIdx="0" presStyleCnt="10">
        <dgm:presLayoutVars>
          <dgm:bulletEnabled val="1"/>
        </dgm:presLayoutVars>
      </dgm:prSet>
      <dgm:spPr/>
    </dgm:pt>
    <dgm:pt modelId="{F4E45562-0FEC-4CBB-BDA5-05BBCAC2DDFB}" type="pres">
      <dgm:prSet presAssocID="{AC1AFB19-A741-4AA4-A15D-59FA530C1DCA}" presName="aSpace2" presStyleCnt="0"/>
      <dgm:spPr/>
    </dgm:pt>
    <dgm:pt modelId="{83812E21-F5D7-49DA-ACE7-DE5B3ADC130D}" type="pres">
      <dgm:prSet presAssocID="{32B83261-3283-41A8-96B0-4DC79760B7EF}" presName="childNode" presStyleLbl="node1" presStyleIdx="1" presStyleCnt="10">
        <dgm:presLayoutVars>
          <dgm:bulletEnabled val="1"/>
        </dgm:presLayoutVars>
      </dgm:prSet>
      <dgm:spPr/>
    </dgm:pt>
    <dgm:pt modelId="{37772519-B51D-41A3-AD66-97FB0D3451AE}" type="pres">
      <dgm:prSet presAssocID="{32B83261-3283-41A8-96B0-4DC79760B7EF}" presName="aSpace2" presStyleCnt="0"/>
      <dgm:spPr/>
    </dgm:pt>
    <dgm:pt modelId="{FB3507B1-EF7E-4C0D-8A01-55813993DF05}" type="pres">
      <dgm:prSet presAssocID="{4D15175C-C741-4DC4-A1B4-A55524CD547D}" presName="childNode" presStyleLbl="node1" presStyleIdx="2" presStyleCnt="10">
        <dgm:presLayoutVars>
          <dgm:bulletEnabled val="1"/>
        </dgm:presLayoutVars>
      </dgm:prSet>
      <dgm:spPr/>
    </dgm:pt>
    <dgm:pt modelId="{52A1CB2C-FD4E-491C-B7A5-71A3CB7A4B48}" type="pres">
      <dgm:prSet presAssocID="{4D15175C-C741-4DC4-A1B4-A55524CD547D}" presName="aSpace2" presStyleCnt="0"/>
      <dgm:spPr/>
    </dgm:pt>
    <dgm:pt modelId="{6DBA398E-3F9B-4DF1-89AF-34B215934CCA}" type="pres">
      <dgm:prSet presAssocID="{C4A0F965-4040-429C-AC90-8D98C3A638E2}" presName="childNode" presStyleLbl="node1" presStyleIdx="3" presStyleCnt="10">
        <dgm:presLayoutVars>
          <dgm:bulletEnabled val="1"/>
        </dgm:presLayoutVars>
      </dgm:prSet>
      <dgm:spPr/>
    </dgm:pt>
    <dgm:pt modelId="{857B2F4F-D414-4F22-BB55-609F7F18710D}" type="pres">
      <dgm:prSet presAssocID="{C4A0F965-4040-429C-AC90-8D98C3A638E2}" presName="aSpace2" presStyleCnt="0"/>
      <dgm:spPr/>
    </dgm:pt>
    <dgm:pt modelId="{D1E22CC9-D9EF-4F80-97E4-A2FB6DD390E6}" type="pres">
      <dgm:prSet presAssocID="{3B7BA36F-025F-449F-A4EC-0AE6689D0CEF}" presName="childNode" presStyleLbl="node1" presStyleIdx="4" presStyleCnt="10">
        <dgm:presLayoutVars>
          <dgm:bulletEnabled val="1"/>
        </dgm:presLayoutVars>
      </dgm:prSet>
      <dgm:spPr/>
    </dgm:pt>
    <dgm:pt modelId="{2792E7C0-75B1-4ECB-9287-5955D27F8F13}" type="pres">
      <dgm:prSet presAssocID="{30771C5E-C6B6-4159-98E7-E2942D59CB3C}" presName="aSpace" presStyleCnt="0"/>
      <dgm:spPr/>
    </dgm:pt>
    <dgm:pt modelId="{5231C58C-65EE-48D9-9AA4-9E83559A6CD5}" type="pres">
      <dgm:prSet presAssocID="{158A2386-D47A-4609-AAF4-FF29B59E0F1F}" presName="compNode" presStyleCnt="0"/>
      <dgm:spPr/>
    </dgm:pt>
    <dgm:pt modelId="{FA5A4434-FCC4-4168-A687-53E2F8168348}" type="pres">
      <dgm:prSet presAssocID="{158A2386-D47A-4609-AAF4-FF29B59E0F1F}" presName="aNode" presStyleLbl="bgShp" presStyleIdx="1" presStyleCnt="2"/>
      <dgm:spPr/>
    </dgm:pt>
    <dgm:pt modelId="{1332BD14-87D3-4885-94C6-CB4ADA2A718E}" type="pres">
      <dgm:prSet presAssocID="{158A2386-D47A-4609-AAF4-FF29B59E0F1F}" presName="textNode" presStyleLbl="bgShp" presStyleIdx="1" presStyleCnt="2"/>
      <dgm:spPr/>
    </dgm:pt>
    <dgm:pt modelId="{F421CC69-6306-4908-BA56-56157AE8CB85}" type="pres">
      <dgm:prSet presAssocID="{158A2386-D47A-4609-AAF4-FF29B59E0F1F}" presName="compChildNode" presStyleCnt="0"/>
      <dgm:spPr/>
    </dgm:pt>
    <dgm:pt modelId="{692E85CB-EA41-4D5C-B2B2-8F8E85BBEBBB}" type="pres">
      <dgm:prSet presAssocID="{158A2386-D47A-4609-AAF4-FF29B59E0F1F}" presName="theInnerList" presStyleCnt="0"/>
      <dgm:spPr/>
    </dgm:pt>
    <dgm:pt modelId="{2440F85D-62A9-46A3-8568-19CAD55F10C0}" type="pres">
      <dgm:prSet presAssocID="{54F0C864-ADF0-42AC-8A19-B136E1AB1C40}" presName="childNode" presStyleLbl="node1" presStyleIdx="5" presStyleCnt="10">
        <dgm:presLayoutVars>
          <dgm:bulletEnabled val="1"/>
        </dgm:presLayoutVars>
      </dgm:prSet>
      <dgm:spPr/>
    </dgm:pt>
    <dgm:pt modelId="{2D33AD57-6BF2-41A7-A702-3CD4FB3B33BB}" type="pres">
      <dgm:prSet presAssocID="{54F0C864-ADF0-42AC-8A19-B136E1AB1C40}" presName="aSpace2" presStyleCnt="0"/>
      <dgm:spPr/>
    </dgm:pt>
    <dgm:pt modelId="{4F46C476-AD5E-4F3B-BC3A-36E7F566049D}" type="pres">
      <dgm:prSet presAssocID="{05B9B493-0C1A-4824-AECD-95C75A8B23C7}" presName="childNode" presStyleLbl="node1" presStyleIdx="6" presStyleCnt="10">
        <dgm:presLayoutVars>
          <dgm:bulletEnabled val="1"/>
        </dgm:presLayoutVars>
      </dgm:prSet>
      <dgm:spPr/>
    </dgm:pt>
    <dgm:pt modelId="{1043034C-8D09-40DF-86F6-97FB0006C37C}" type="pres">
      <dgm:prSet presAssocID="{05B9B493-0C1A-4824-AECD-95C75A8B23C7}" presName="aSpace2" presStyleCnt="0"/>
      <dgm:spPr/>
    </dgm:pt>
    <dgm:pt modelId="{016F6BA6-B786-4F8C-ACAB-EE2524985A57}" type="pres">
      <dgm:prSet presAssocID="{93D78F52-DDDE-4F96-8219-CADAAEF3A7D5}" presName="childNode" presStyleLbl="node1" presStyleIdx="7" presStyleCnt="10">
        <dgm:presLayoutVars>
          <dgm:bulletEnabled val="1"/>
        </dgm:presLayoutVars>
      </dgm:prSet>
      <dgm:spPr/>
    </dgm:pt>
    <dgm:pt modelId="{87EC508A-D388-4BA9-99F8-ABA3158F0F19}" type="pres">
      <dgm:prSet presAssocID="{93D78F52-DDDE-4F96-8219-CADAAEF3A7D5}" presName="aSpace2" presStyleCnt="0"/>
      <dgm:spPr/>
    </dgm:pt>
    <dgm:pt modelId="{7B2794A4-8156-4C48-BBAA-6A033564E90A}" type="pres">
      <dgm:prSet presAssocID="{B0F167A3-78FE-4414-A585-3EDE00F340CE}" presName="childNode" presStyleLbl="node1" presStyleIdx="8" presStyleCnt="10">
        <dgm:presLayoutVars>
          <dgm:bulletEnabled val="1"/>
        </dgm:presLayoutVars>
      </dgm:prSet>
      <dgm:spPr/>
    </dgm:pt>
    <dgm:pt modelId="{8C24E683-ECAF-4029-B085-B6507EE3E97C}" type="pres">
      <dgm:prSet presAssocID="{B0F167A3-78FE-4414-A585-3EDE00F340CE}" presName="aSpace2" presStyleCnt="0"/>
      <dgm:spPr/>
    </dgm:pt>
    <dgm:pt modelId="{9A22DDDE-510D-4254-AA10-0605B1F0DDB8}" type="pres">
      <dgm:prSet presAssocID="{DD0FE47E-EFC7-4119-9805-23564A494478}" presName="childNode" presStyleLbl="node1" presStyleIdx="9" presStyleCnt="10">
        <dgm:presLayoutVars>
          <dgm:bulletEnabled val="1"/>
        </dgm:presLayoutVars>
      </dgm:prSet>
      <dgm:spPr/>
    </dgm:pt>
  </dgm:ptLst>
  <dgm:cxnLst>
    <dgm:cxn modelId="{373AC60D-5EED-432D-AFCA-37DFD940D4B1}" type="presOf" srcId="{54F0C864-ADF0-42AC-8A19-B136E1AB1C40}" destId="{2440F85D-62A9-46A3-8568-19CAD55F10C0}" srcOrd="0" destOrd="0" presId="urn:microsoft.com/office/officeart/2005/8/layout/lProcess2"/>
    <dgm:cxn modelId="{8B3B6511-7EE7-40F3-A9AC-73870B49E8CE}" srcId="{158A2386-D47A-4609-AAF4-FF29B59E0F1F}" destId="{54F0C864-ADF0-42AC-8A19-B136E1AB1C40}" srcOrd="0" destOrd="0" parTransId="{E648B11F-B393-402B-B367-8D56E401AAE1}" sibTransId="{BDDC531F-70AF-4C31-B2CC-CE78B514CE19}"/>
    <dgm:cxn modelId="{5C87DF19-2F11-4E84-AC79-3BCDFC05CBD4}" type="presOf" srcId="{158A2386-D47A-4609-AAF4-FF29B59E0F1F}" destId="{1332BD14-87D3-4885-94C6-CB4ADA2A718E}" srcOrd="1" destOrd="0" presId="urn:microsoft.com/office/officeart/2005/8/layout/lProcess2"/>
    <dgm:cxn modelId="{1A67481A-7E0F-4DD1-9599-F9A6DD0B9E34}" srcId="{30771C5E-C6B6-4159-98E7-E2942D59CB3C}" destId="{4D15175C-C741-4DC4-A1B4-A55524CD547D}" srcOrd="2" destOrd="0" parTransId="{BF56F76B-CA60-4374-A09B-328A55347200}" sibTransId="{C59BB725-7801-4CD7-93FC-BC72D21D094F}"/>
    <dgm:cxn modelId="{5780A123-E425-4824-B29D-9AEAC3D89FB4}" type="presOf" srcId="{32B83261-3283-41A8-96B0-4DC79760B7EF}" destId="{83812E21-F5D7-49DA-ACE7-DE5B3ADC130D}" srcOrd="0" destOrd="0" presId="urn:microsoft.com/office/officeart/2005/8/layout/lProcess2"/>
    <dgm:cxn modelId="{0EAB9467-56CA-4675-8A7F-026E6028A8D1}" type="presOf" srcId="{C4A0F965-4040-429C-AC90-8D98C3A638E2}" destId="{6DBA398E-3F9B-4DF1-89AF-34B215934CCA}" srcOrd="0" destOrd="0" presId="urn:microsoft.com/office/officeart/2005/8/layout/lProcess2"/>
    <dgm:cxn modelId="{CD523D6C-82DD-4EDF-966A-55E601227936}" srcId="{393017E3-5348-4E36-8C26-B47E50D1FB9C}" destId="{30771C5E-C6B6-4159-98E7-E2942D59CB3C}" srcOrd="0" destOrd="0" parTransId="{2B2417FE-E616-40B0-B92B-ADB55CB39C3C}" sibTransId="{58F2004E-CBCC-4A93-8AE8-069566D93D7A}"/>
    <dgm:cxn modelId="{613BEC4E-4A4D-4C3E-B9A9-9FB8675567B3}" srcId="{158A2386-D47A-4609-AAF4-FF29B59E0F1F}" destId="{93D78F52-DDDE-4F96-8219-CADAAEF3A7D5}" srcOrd="2" destOrd="0" parTransId="{90955F3F-14C7-49DA-85E2-2AEB11319A79}" sibTransId="{B8313519-67DD-4B49-AD90-4A3BDE0379E4}"/>
    <dgm:cxn modelId="{BB18B64F-A0EB-40F4-833F-E3EC6E91C4EC}" srcId="{158A2386-D47A-4609-AAF4-FF29B59E0F1F}" destId="{DD0FE47E-EFC7-4119-9805-23564A494478}" srcOrd="4" destOrd="0" parTransId="{ECD730BC-8375-4D2A-AD77-C0B12D68038D}" sibTransId="{B628A8EB-041A-4758-B6D1-C4F997CF861E}"/>
    <dgm:cxn modelId="{DEB2D272-0FD8-46F3-92B0-8D212BB8191B}" type="presOf" srcId="{30771C5E-C6B6-4159-98E7-E2942D59CB3C}" destId="{046733A2-2959-419E-9B69-7FB3F17ACA43}" srcOrd="0" destOrd="0" presId="urn:microsoft.com/office/officeart/2005/8/layout/lProcess2"/>
    <dgm:cxn modelId="{01E60773-ACED-4977-B11C-216F5A1EF989}" type="presOf" srcId="{AC1AFB19-A741-4AA4-A15D-59FA530C1DCA}" destId="{E387477E-A55E-41B1-9B18-773F476DFA19}" srcOrd="0" destOrd="0" presId="urn:microsoft.com/office/officeart/2005/8/layout/lProcess2"/>
    <dgm:cxn modelId="{ED039E78-906C-4375-B6BB-3242F51AAB7D}" type="presOf" srcId="{05B9B493-0C1A-4824-AECD-95C75A8B23C7}" destId="{4F46C476-AD5E-4F3B-BC3A-36E7F566049D}" srcOrd="0" destOrd="0" presId="urn:microsoft.com/office/officeart/2005/8/layout/lProcess2"/>
    <dgm:cxn modelId="{C5F0667A-B8D9-4FD1-A8AD-B19011E7EE49}" type="presOf" srcId="{393017E3-5348-4E36-8C26-B47E50D1FB9C}" destId="{EB9216F7-75C4-4822-A1A1-C4686404F849}" srcOrd="0" destOrd="0" presId="urn:microsoft.com/office/officeart/2005/8/layout/lProcess2"/>
    <dgm:cxn modelId="{D1F95F90-AB19-4B70-B21F-C7D877016856}" type="presOf" srcId="{B0F167A3-78FE-4414-A585-3EDE00F340CE}" destId="{7B2794A4-8156-4C48-BBAA-6A033564E90A}" srcOrd="0" destOrd="0" presId="urn:microsoft.com/office/officeart/2005/8/layout/lProcess2"/>
    <dgm:cxn modelId="{8571D39A-4267-4D70-A3A9-F49807895A43}" srcId="{30771C5E-C6B6-4159-98E7-E2942D59CB3C}" destId="{3B7BA36F-025F-449F-A4EC-0AE6689D0CEF}" srcOrd="4" destOrd="0" parTransId="{1D9AE68C-B84F-4E5E-AC49-F16C525DAF4D}" sibTransId="{D4348B9B-CFB2-45D5-AC1C-742B5D36D8E0}"/>
    <dgm:cxn modelId="{6EBFFA9F-64CB-4902-B12D-F7DD5E51F86B}" type="presOf" srcId="{158A2386-D47A-4609-AAF4-FF29B59E0F1F}" destId="{FA5A4434-FCC4-4168-A687-53E2F8168348}" srcOrd="0" destOrd="0" presId="urn:microsoft.com/office/officeart/2005/8/layout/lProcess2"/>
    <dgm:cxn modelId="{BFD44DA7-F1E1-42A2-A9F7-188E5B12C9B2}" srcId="{30771C5E-C6B6-4159-98E7-E2942D59CB3C}" destId="{C4A0F965-4040-429C-AC90-8D98C3A638E2}" srcOrd="3" destOrd="0" parTransId="{D6710AE2-5E50-48C2-9D65-4F7DC6B53F80}" sibTransId="{5238B51A-AA01-4AD5-9874-851F6E33E5E4}"/>
    <dgm:cxn modelId="{B392C3AC-F4F6-4484-867A-4D1611491D32}" type="presOf" srcId="{4D15175C-C741-4DC4-A1B4-A55524CD547D}" destId="{FB3507B1-EF7E-4C0D-8A01-55813993DF05}" srcOrd="0" destOrd="0" presId="urn:microsoft.com/office/officeart/2005/8/layout/lProcess2"/>
    <dgm:cxn modelId="{9C48A2B8-8E86-43C7-9AED-2EE19D9AD2B6}" srcId="{158A2386-D47A-4609-AAF4-FF29B59E0F1F}" destId="{B0F167A3-78FE-4414-A585-3EDE00F340CE}" srcOrd="3" destOrd="0" parTransId="{E086B016-52B7-44E5-92BE-BA1B03D44DB5}" sibTransId="{C38BC2D5-C419-44A7-964F-E1E4DFF1719D}"/>
    <dgm:cxn modelId="{E25525CB-5233-4558-A747-0853949DA6EF}" type="presOf" srcId="{DD0FE47E-EFC7-4119-9805-23564A494478}" destId="{9A22DDDE-510D-4254-AA10-0605B1F0DDB8}" srcOrd="0" destOrd="0" presId="urn:microsoft.com/office/officeart/2005/8/layout/lProcess2"/>
    <dgm:cxn modelId="{B2C3D8CC-F116-4C8C-90FB-F25DA609E03B}" srcId="{158A2386-D47A-4609-AAF4-FF29B59E0F1F}" destId="{05B9B493-0C1A-4824-AECD-95C75A8B23C7}" srcOrd="1" destOrd="0" parTransId="{773B2816-F607-4226-A077-CEBFC393D897}" sibTransId="{0D4A33FF-B000-414B-A1CF-530F3703E1E6}"/>
    <dgm:cxn modelId="{6517B9CE-BCF7-4F8A-8AD4-A8DD6365AFF6}" srcId="{393017E3-5348-4E36-8C26-B47E50D1FB9C}" destId="{158A2386-D47A-4609-AAF4-FF29B59E0F1F}" srcOrd="1" destOrd="0" parTransId="{D4FE0429-68DF-4AF5-8A0E-C8DF9217F49B}" sibTransId="{58D90379-4EAD-48D2-BE32-544C2C9CAEC2}"/>
    <dgm:cxn modelId="{45E00BD3-CB98-4DEB-96F9-12A9DF0FA0F4}" srcId="{30771C5E-C6B6-4159-98E7-E2942D59CB3C}" destId="{32B83261-3283-41A8-96B0-4DC79760B7EF}" srcOrd="1" destOrd="0" parTransId="{09F4A1FA-C14A-43A6-887E-6C13D1381D69}" sibTransId="{9C6812C3-6136-45C9-92AA-19B419DC51EA}"/>
    <dgm:cxn modelId="{AA0AB3DE-39B9-4AE3-B2AC-F124809A9FA2}" type="presOf" srcId="{3B7BA36F-025F-449F-A4EC-0AE6689D0CEF}" destId="{D1E22CC9-D9EF-4F80-97E4-A2FB6DD390E6}" srcOrd="0" destOrd="0" presId="urn:microsoft.com/office/officeart/2005/8/layout/lProcess2"/>
    <dgm:cxn modelId="{6A6A32E3-35C4-4E3E-B653-5142062743BD}" type="presOf" srcId="{93D78F52-DDDE-4F96-8219-CADAAEF3A7D5}" destId="{016F6BA6-B786-4F8C-ACAB-EE2524985A57}" srcOrd="0" destOrd="0" presId="urn:microsoft.com/office/officeart/2005/8/layout/lProcess2"/>
    <dgm:cxn modelId="{F7E21BE6-5F6B-4689-8E1A-7F98E3C9B9F8}" type="presOf" srcId="{30771C5E-C6B6-4159-98E7-E2942D59CB3C}" destId="{D66FD223-5360-4A83-9DDA-FF3C282C3348}" srcOrd="1" destOrd="0" presId="urn:microsoft.com/office/officeart/2005/8/layout/lProcess2"/>
    <dgm:cxn modelId="{FBB3AFE7-1846-4ECE-A37C-75680E8A6171}" srcId="{30771C5E-C6B6-4159-98E7-E2942D59CB3C}" destId="{AC1AFB19-A741-4AA4-A15D-59FA530C1DCA}" srcOrd="0" destOrd="0" parTransId="{7EED128D-54E0-4BE5-B904-493EC33BD1BA}" sibTransId="{58D3025F-198A-4FCA-AAC8-5EEC4FF84EF6}"/>
    <dgm:cxn modelId="{61F0BB34-37D6-471F-8C98-FD82DA9AFE0E}" type="presParOf" srcId="{EB9216F7-75C4-4822-A1A1-C4686404F849}" destId="{65D89BFF-FD12-48A6-BC8A-B8C24985FB30}" srcOrd="0" destOrd="0" presId="urn:microsoft.com/office/officeart/2005/8/layout/lProcess2"/>
    <dgm:cxn modelId="{7F3C61EE-7221-41E2-8F4E-3A329A3C4EDF}" type="presParOf" srcId="{65D89BFF-FD12-48A6-BC8A-B8C24985FB30}" destId="{046733A2-2959-419E-9B69-7FB3F17ACA43}" srcOrd="0" destOrd="0" presId="urn:microsoft.com/office/officeart/2005/8/layout/lProcess2"/>
    <dgm:cxn modelId="{812095C3-2932-4E65-85A7-417A594D5BB7}" type="presParOf" srcId="{65D89BFF-FD12-48A6-BC8A-B8C24985FB30}" destId="{D66FD223-5360-4A83-9DDA-FF3C282C3348}" srcOrd="1" destOrd="0" presId="urn:microsoft.com/office/officeart/2005/8/layout/lProcess2"/>
    <dgm:cxn modelId="{7E9FAD05-6496-4C16-BDB2-E38186E06374}" type="presParOf" srcId="{65D89BFF-FD12-48A6-BC8A-B8C24985FB30}" destId="{7F485BC4-9A2C-46EA-9C9E-ED429DEC007C}" srcOrd="2" destOrd="0" presId="urn:microsoft.com/office/officeart/2005/8/layout/lProcess2"/>
    <dgm:cxn modelId="{280C0EC4-9E7B-4523-B4AA-F97441D27028}" type="presParOf" srcId="{7F485BC4-9A2C-46EA-9C9E-ED429DEC007C}" destId="{8D2AAF4E-60A0-49C8-BDE8-8CC898809F0B}" srcOrd="0" destOrd="0" presId="urn:microsoft.com/office/officeart/2005/8/layout/lProcess2"/>
    <dgm:cxn modelId="{9345C196-3916-4A5B-AF95-5FEF9C9D50FF}" type="presParOf" srcId="{8D2AAF4E-60A0-49C8-BDE8-8CC898809F0B}" destId="{E387477E-A55E-41B1-9B18-773F476DFA19}" srcOrd="0" destOrd="0" presId="urn:microsoft.com/office/officeart/2005/8/layout/lProcess2"/>
    <dgm:cxn modelId="{499B5318-4101-436C-9176-6A87A5D999BF}" type="presParOf" srcId="{8D2AAF4E-60A0-49C8-BDE8-8CC898809F0B}" destId="{F4E45562-0FEC-4CBB-BDA5-05BBCAC2DDFB}" srcOrd="1" destOrd="0" presId="urn:microsoft.com/office/officeart/2005/8/layout/lProcess2"/>
    <dgm:cxn modelId="{F96011FC-08F9-46AF-B035-779A1CD93017}" type="presParOf" srcId="{8D2AAF4E-60A0-49C8-BDE8-8CC898809F0B}" destId="{83812E21-F5D7-49DA-ACE7-DE5B3ADC130D}" srcOrd="2" destOrd="0" presId="urn:microsoft.com/office/officeart/2005/8/layout/lProcess2"/>
    <dgm:cxn modelId="{9C21D85A-9222-4BE1-8083-9B694F034101}" type="presParOf" srcId="{8D2AAF4E-60A0-49C8-BDE8-8CC898809F0B}" destId="{37772519-B51D-41A3-AD66-97FB0D3451AE}" srcOrd="3" destOrd="0" presId="urn:microsoft.com/office/officeart/2005/8/layout/lProcess2"/>
    <dgm:cxn modelId="{102E2ECD-D658-4EB6-8076-3AE1AA82FF67}" type="presParOf" srcId="{8D2AAF4E-60A0-49C8-BDE8-8CC898809F0B}" destId="{FB3507B1-EF7E-4C0D-8A01-55813993DF05}" srcOrd="4" destOrd="0" presId="urn:microsoft.com/office/officeart/2005/8/layout/lProcess2"/>
    <dgm:cxn modelId="{E832CAE4-B33D-496C-B76B-D4EFC29988BA}" type="presParOf" srcId="{8D2AAF4E-60A0-49C8-BDE8-8CC898809F0B}" destId="{52A1CB2C-FD4E-491C-B7A5-71A3CB7A4B48}" srcOrd="5" destOrd="0" presId="urn:microsoft.com/office/officeart/2005/8/layout/lProcess2"/>
    <dgm:cxn modelId="{8B69C70D-114E-4900-B9B3-7AD1B2147303}" type="presParOf" srcId="{8D2AAF4E-60A0-49C8-BDE8-8CC898809F0B}" destId="{6DBA398E-3F9B-4DF1-89AF-34B215934CCA}" srcOrd="6" destOrd="0" presId="urn:microsoft.com/office/officeart/2005/8/layout/lProcess2"/>
    <dgm:cxn modelId="{45A792A0-B97C-412C-9E00-95BA41A6A2AF}" type="presParOf" srcId="{8D2AAF4E-60A0-49C8-BDE8-8CC898809F0B}" destId="{857B2F4F-D414-4F22-BB55-609F7F18710D}" srcOrd="7" destOrd="0" presId="urn:microsoft.com/office/officeart/2005/8/layout/lProcess2"/>
    <dgm:cxn modelId="{3697E686-43BB-4653-A6EB-21234C6C6BD9}" type="presParOf" srcId="{8D2AAF4E-60A0-49C8-BDE8-8CC898809F0B}" destId="{D1E22CC9-D9EF-4F80-97E4-A2FB6DD390E6}" srcOrd="8" destOrd="0" presId="urn:microsoft.com/office/officeart/2005/8/layout/lProcess2"/>
    <dgm:cxn modelId="{D6C2EE39-A0AF-4166-8E7C-2CE227EEA999}" type="presParOf" srcId="{EB9216F7-75C4-4822-A1A1-C4686404F849}" destId="{2792E7C0-75B1-4ECB-9287-5955D27F8F13}" srcOrd="1" destOrd="0" presId="urn:microsoft.com/office/officeart/2005/8/layout/lProcess2"/>
    <dgm:cxn modelId="{D5CD23E6-D791-479A-8719-4D89FB550FDA}" type="presParOf" srcId="{EB9216F7-75C4-4822-A1A1-C4686404F849}" destId="{5231C58C-65EE-48D9-9AA4-9E83559A6CD5}" srcOrd="2" destOrd="0" presId="urn:microsoft.com/office/officeart/2005/8/layout/lProcess2"/>
    <dgm:cxn modelId="{0E6842E2-77A0-445E-AF38-236F3E2D15AE}" type="presParOf" srcId="{5231C58C-65EE-48D9-9AA4-9E83559A6CD5}" destId="{FA5A4434-FCC4-4168-A687-53E2F8168348}" srcOrd="0" destOrd="0" presId="urn:microsoft.com/office/officeart/2005/8/layout/lProcess2"/>
    <dgm:cxn modelId="{AA62310C-7F21-43E6-8FC5-8E1AF1DB8E18}" type="presParOf" srcId="{5231C58C-65EE-48D9-9AA4-9E83559A6CD5}" destId="{1332BD14-87D3-4885-94C6-CB4ADA2A718E}" srcOrd="1" destOrd="0" presId="urn:microsoft.com/office/officeart/2005/8/layout/lProcess2"/>
    <dgm:cxn modelId="{9A47BBE4-F6AB-4BF9-AB04-11F4F4C7CF51}" type="presParOf" srcId="{5231C58C-65EE-48D9-9AA4-9E83559A6CD5}" destId="{F421CC69-6306-4908-BA56-56157AE8CB85}" srcOrd="2" destOrd="0" presId="urn:microsoft.com/office/officeart/2005/8/layout/lProcess2"/>
    <dgm:cxn modelId="{62D85106-0B33-4840-B3C0-9CA041BD718A}" type="presParOf" srcId="{F421CC69-6306-4908-BA56-56157AE8CB85}" destId="{692E85CB-EA41-4D5C-B2B2-8F8E85BBEBBB}" srcOrd="0" destOrd="0" presId="urn:microsoft.com/office/officeart/2005/8/layout/lProcess2"/>
    <dgm:cxn modelId="{F362C3FC-9E75-4138-A975-6CC891A5F2BE}" type="presParOf" srcId="{692E85CB-EA41-4D5C-B2B2-8F8E85BBEBBB}" destId="{2440F85D-62A9-46A3-8568-19CAD55F10C0}" srcOrd="0" destOrd="0" presId="urn:microsoft.com/office/officeart/2005/8/layout/lProcess2"/>
    <dgm:cxn modelId="{24820653-317A-4ACA-9013-4D6F7E762295}" type="presParOf" srcId="{692E85CB-EA41-4D5C-B2B2-8F8E85BBEBBB}" destId="{2D33AD57-6BF2-41A7-A702-3CD4FB3B33BB}" srcOrd="1" destOrd="0" presId="urn:microsoft.com/office/officeart/2005/8/layout/lProcess2"/>
    <dgm:cxn modelId="{66CB652C-5763-4B73-953B-983567023BBC}" type="presParOf" srcId="{692E85CB-EA41-4D5C-B2B2-8F8E85BBEBBB}" destId="{4F46C476-AD5E-4F3B-BC3A-36E7F566049D}" srcOrd="2" destOrd="0" presId="urn:microsoft.com/office/officeart/2005/8/layout/lProcess2"/>
    <dgm:cxn modelId="{9D9CB2E8-934A-4D8F-9F81-7922AF422E2F}" type="presParOf" srcId="{692E85CB-EA41-4D5C-B2B2-8F8E85BBEBBB}" destId="{1043034C-8D09-40DF-86F6-97FB0006C37C}" srcOrd="3" destOrd="0" presId="urn:microsoft.com/office/officeart/2005/8/layout/lProcess2"/>
    <dgm:cxn modelId="{EC4C7AA9-7E07-4E14-AB0F-F4E8434F5871}" type="presParOf" srcId="{692E85CB-EA41-4D5C-B2B2-8F8E85BBEBBB}" destId="{016F6BA6-B786-4F8C-ACAB-EE2524985A57}" srcOrd="4" destOrd="0" presId="urn:microsoft.com/office/officeart/2005/8/layout/lProcess2"/>
    <dgm:cxn modelId="{92644CFE-ED42-44CD-A5F0-71AC811357BD}" type="presParOf" srcId="{692E85CB-EA41-4D5C-B2B2-8F8E85BBEBBB}" destId="{87EC508A-D388-4BA9-99F8-ABA3158F0F19}" srcOrd="5" destOrd="0" presId="urn:microsoft.com/office/officeart/2005/8/layout/lProcess2"/>
    <dgm:cxn modelId="{DFBBCA04-F038-4D63-BB7A-19173BA0949E}" type="presParOf" srcId="{692E85CB-EA41-4D5C-B2B2-8F8E85BBEBBB}" destId="{7B2794A4-8156-4C48-BBAA-6A033564E90A}" srcOrd="6" destOrd="0" presId="urn:microsoft.com/office/officeart/2005/8/layout/lProcess2"/>
    <dgm:cxn modelId="{97258C5B-4DE9-46D9-A876-EAF54E2F61A5}" type="presParOf" srcId="{692E85CB-EA41-4D5C-B2B2-8F8E85BBEBBB}" destId="{8C24E683-ECAF-4029-B085-B6507EE3E97C}" srcOrd="7" destOrd="0" presId="urn:microsoft.com/office/officeart/2005/8/layout/lProcess2"/>
    <dgm:cxn modelId="{E5C367AD-6D91-417C-92CE-B2E319CF52AC}" type="presParOf" srcId="{692E85CB-EA41-4D5C-B2B2-8F8E85BBEBBB}" destId="{9A22DDDE-510D-4254-AA10-0605B1F0DDB8}" srcOrd="8"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6733A2-2959-419E-9B69-7FB3F17ACA43}">
      <dsp:nvSpPr>
        <dsp:cNvPr id="0" name=""/>
        <dsp:cNvSpPr/>
      </dsp:nvSpPr>
      <dsp:spPr>
        <a:xfrm>
          <a:off x="4075" y="0"/>
          <a:ext cx="3920857" cy="4500594"/>
        </a:xfrm>
        <a:prstGeom prst="roundRect">
          <a:avLst>
            <a:gd name="adj" fmla="val 10000"/>
          </a:avLst>
        </a:prstGeom>
        <a:noFill/>
        <a:ln w="12700" cap="flat" cmpd="sng" algn="ctr">
          <a:solidFill>
            <a:schemeClr val="accent4">
              <a:shade val="50000"/>
            </a:schemeClr>
          </a:solid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36220" tIns="236220" rIns="236220" bIns="236220" numCol="1" spcCol="1270" anchor="ctr" anchorCtr="0">
          <a:noAutofit/>
        </a:bodyPr>
        <a:lstStyle/>
        <a:p>
          <a:pPr marL="0" lvl="0" indent="0" algn="ctr" defTabSz="2755900" rtl="0">
            <a:lnSpc>
              <a:spcPct val="90000"/>
            </a:lnSpc>
            <a:spcBef>
              <a:spcPct val="0"/>
            </a:spcBef>
            <a:spcAft>
              <a:spcPct val="35000"/>
            </a:spcAft>
            <a:buNone/>
          </a:pPr>
          <a:r>
            <a:rPr lang="en-US" sz="6200" b="1" kern="1200" dirty="0"/>
            <a:t>Do’s</a:t>
          </a:r>
          <a:endParaRPr lang="en-AU" sz="6200" kern="1200" dirty="0"/>
        </a:p>
      </dsp:txBody>
      <dsp:txXfrm>
        <a:off x="4075" y="0"/>
        <a:ext cx="3920857" cy="1350178"/>
      </dsp:txXfrm>
    </dsp:sp>
    <dsp:sp modelId="{E387477E-A55E-41B1-9B18-773F476DFA19}">
      <dsp:nvSpPr>
        <dsp:cNvPr id="0" name=""/>
        <dsp:cNvSpPr/>
      </dsp:nvSpPr>
      <dsp:spPr>
        <a:xfrm>
          <a:off x="396161" y="1351029"/>
          <a:ext cx="3136686" cy="520655"/>
        </a:xfrm>
        <a:prstGeom prst="roundRect">
          <a:avLst>
            <a:gd name="adj" fmla="val 10000"/>
          </a:avLst>
        </a:prstGeom>
        <a:solidFill>
          <a:schemeClr val="tx2">
            <a:lumMod val="60000"/>
            <a:lumOff val="4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Design them large enough </a:t>
          </a:r>
          <a:endParaRPr lang="en-AU" sz="2100" b="1" kern="1200" dirty="0"/>
        </a:p>
      </dsp:txBody>
      <dsp:txXfrm>
        <a:off x="411410" y="1366278"/>
        <a:ext cx="3106188" cy="490157"/>
      </dsp:txXfrm>
    </dsp:sp>
    <dsp:sp modelId="{83812E21-F5D7-49DA-ACE7-DE5B3ADC130D}">
      <dsp:nvSpPr>
        <dsp:cNvPr id="0" name=""/>
        <dsp:cNvSpPr/>
      </dsp:nvSpPr>
      <dsp:spPr>
        <a:xfrm>
          <a:off x="396161" y="1951786"/>
          <a:ext cx="3136686" cy="520655"/>
        </a:xfrm>
        <a:prstGeom prst="roundRect">
          <a:avLst>
            <a:gd name="adj" fmla="val 10000"/>
          </a:avLst>
        </a:prstGeom>
        <a:solidFill>
          <a:schemeClr val="tx2">
            <a:lumMod val="60000"/>
            <a:lumOff val="4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Design them to be simple</a:t>
          </a:r>
          <a:endParaRPr lang="en-AU" sz="2100" b="1" kern="1200" dirty="0"/>
        </a:p>
      </dsp:txBody>
      <dsp:txXfrm>
        <a:off x="411410" y="1967035"/>
        <a:ext cx="3106188" cy="490157"/>
      </dsp:txXfrm>
    </dsp:sp>
    <dsp:sp modelId="{FB3507B1-EF7E-4C0D-8A01-55813993DF05}">
      <dsp:nvSpPr>
        <dsp:cNvPr id="0" name=""/>
        <dsp:cNvSpPr/>
      </dsp:nvSpPr>
      <dsp:spPr>
        <a:xfrm>
          <a:off x="396161" y="2552543"/>
          <a:ext cx="3136686" cy="520655"/>
        </a:xfrm>
        <a:prstGeom prst="roundRect">
          <a:avLst>
            <a:gd name="adj" fmla="val 10000"/>
          </a:avLst>
        </a:prstGeom>
        <a:solidFill>
          <a:schemeClr val="tx2">
            <a:lumMod val="60000"/>
            <a:lumOff val="4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Design them to be clear</a:t>
          </a:r>
          <a:endParaRPr lang="en-AU" sz="2100" b="1" kern="1200" dirty="0"/>
        </a:p>
      </dsp:txBody>
      <dsp:txXfrm>
        <a:off x="411410" y="2567792"/>
        <a:ext cx="3106188" cy="490157"/>
      </dsp:txXfrm>
    </dsp:sp>
    <dsp:sp modelId="{6DBA398E-3F9B-4DF1-89AF-34B215934CCA}">
      <dsp:nvSpPr>
        <dsp:cNvPr id="0" name=""/>
        <dsp:cNvSpPr/>
      </dsp:nvSpPr>
      <dsp:spPr>
        <a:xfrm>
          <a:off x="396161" y="3153300"/>
          <a:ext cx="3136686" cy="520655"/>
        </a:xfrm>
        <a:prstGeom prst="roundRect">
          <a:avLst>
            <a:gd name="adj" fmla="val 10000"/>
          </a:avLst>
        </a:prstGeom>
        <a:solidFill>
          <a:schemeClr val="tx2">
            <a:lumMod val="60000"/>
            <a:lumOff val="4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Label them</a:t>
          </a:r>
          <a:endParaRPr lang="en-AU" sz="2100" b="1" kern="1200" dirty="0"/>
        </a:p>
      </dsp:txBody>
      <dsp:txXfrm>
        <a:off x="411410" y="3168549"/>
        <a:ext cx="3106188" cy="490157"/>
      </dsp:txXfrm>
    </dsp:sp>
    <dsp:sp modelId="{D1E22CC9-D9EF-4F80-97E4-A2FB6DD390E6}">
      <dsp:nvSpPr>
        <dsp:cNvPr id="0" name=""/>
        <dsp:cNvSpPr/>
      </dsp:nvSpPr>
      <dsp:spPr>
        <a:xfrm>
          <a:off x="396161" y="3754056"/>
          <a:ext cx="3136686" cy="520655"/>
        </a:xfrm>
        <a:prstGeom prst="roundRect">
          <a:avLst>
            <a:gd name="adj" fmla="val 10000"/>
          </a:avLst>
        </a:prstGeom>
        <a:solidFill>
          <a:schemeClr val="tx2">
            <a:lumMod val="60000"/>
            <a:lumOff val="4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Use only what you need	</a:t>
          </a:r>
        </a:p>
      </dsp:txBody>
      <dsp:txXfrm>
        <a:off x="411410" y="3769305"/>
        <a:ext cx="3106188" cy="490157"/>
      </dsp:txXfrm>
    </dsp:sp>
    <dsp:sp modelId="{FA5A4434-FCC4-4168-A687-53E2F8168348}">
      <dsp:nvSpPr>
        <dsp:cNvPr id="0" name=""/>
        <dsp:cNvSpPr/>
      </dsp:nvSpPr>
      <dsp:spPr>
        <a:xfrm>
          <a:off x="4218998" y="0"/>
          <a:ext cx="3920857" cy="4500594"/>
        </a:xfrm>
        <a:prstGeom prst="roundRect">
          <a:avLst>
            <a:gd name="adj" fmla="val 10000"/>
          </a:avLst>
        </a:prstGeom>
        <a:noFill/>
        <a:ln w="12700" cap="flat" cmpd="sng" algn="ctr">
          <a:solidFill>
            <a:schemeClr val="accent1">
              <a:shade val="50000"/>
            </a:schemeClr>
          </a:solid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236220" tIns="236220" rIns="236220" bIns="236220" numCol="1" spcCol="1270" anchor="ctr" anchorCtr="0">
          <a:noAutofit/>
        </a:bodyPr>
        <a:lstStyle/>
        <a:p>
          <a:pPr marL="0" lvl="0" indent="0" algn="ctr" defTabSz="2755900" rtl="0">
            <a:lnSpc>
              <a:spcPct val="90000"/>
            </a:lnSpc>
            <a:spcBef>
              <a:spcPct val="0"/>
            </a:spcBef>
            <a:spcAft>
              <a:spcPct val="35000"/>
            </a:spcAft>
            <a:buNone/>
          </a:pPr>
          <a:r>
            <a:rPr lang="en-US" sz="6200" b="1" kern="1200" dirty="0"/>
            <a:t>Don’ts</a:t>
          </a:r>
          <a:endParaRPr lang="en-US" sz="6200" kern="1200" dirty="0"/>
        </a:p>
      </dsp:txBody>
      <dsp:txXfrm>
        <a:off x="4218998" y="0"/>
        <a:ext cx="3920857" cy="1350178"/>
      </dsp:txXfrm>
    </dsp:sp>
    <dsp:sp modelId="{2440F85D-62A9-46A3-8568-19CAD55F10C0}">
      <dsp:nvSpPr>
        <dsp:cNvPr id="0" name=""/>
        <dsp:cNvSpPr/>
      </dsp:nvSpPr>
      <dsp:spPr>
        <a:xfrm>
          <a:off x="4611083" y="1351029"/>
          <a:ext cx="3136686" cy="520655"/>
        </a:xfrm>
        <a:prstGeom prst="roundRect">
          <a:avLst>
            <a:gd name="adj" fmla="val 10000"/>
          </a:avLst>
        </a:prstGeom>
        <a:solidFill>
          <a:schemeClr val="bg2">
            <a:lumMod val="5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Use too much text</a:t>
          </a:r>
          <a:endParaRPr lang="en-AU" sz="2100" b="1" kern="1200" dirty="0"/>
        </a:p>
      </dsp:txBody>
      <dsp:txXfrm>
        <a:off x="4626332" y="1366278"/>
        <a:ext cx="3106188" cy="490157"/>
      </dsp:txXfrm>
    </dsp:sp>
    <dsp:sp modelId="{4F46C476-AD5E-4F3B-BC3A-36E7F566049D}">
      <dsp:nvSpPr>
        <dsp:cNvPr id="0" name=""/>
        <dsp:cNvSpPr/>
      </dsp:nvSpPr>
      <dsp:spPr>
        <a:xfrm>
          <a:off x="4611083" y="1951786"/>
          <a:ext cx="3136686" cy="520655"/>
        </a:xfrm>
        <a:prstGeom prst="roundRect">
          <a:avLst>
            <a:gd name="adj" fmla="val 10000"/>
          </a:avLst>
        </a:prstGeom>
        <a:solidFill>
          <a:schemeClr val="bg2">
            <a:lumMod val="5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Use excessive artwork</a:t>
          </a:r>
          <a:endParaRPr lang="en-AU" sz="2100" b="1" kern="1200" dirty="0"/>
        </a:p>
      </dsp:txBody>
      <dsp:txXfrm>
        <a:off x="4626332" y="1967035"/>
        <a:ext cx="3106188" cy="490157"/>
      </dsp:txXfrm>
    </dsp:sp>
    <dsp:sp modelId="{016F6BA6-B786-4F8C-ACAB-EE2524985A57}">
      <dsp:nvSpPr>
        <dsp:cNvPr id="0" name=""/>
        <dsp:cNvSpPr/>
      </dsp:nvSpPr>
      <dsp:spPr>
        <a:xfrm>
          <a:off x="4611083" y="2552543"/>
          <a:ext cx="3136686" cy="520655"/>
        </a:xfrm>
        <a:prstGeom prst="roundRect">
          <a:avLst>
            <a:gd name="adj" fmla="val 10000"/>
          </a:avLst>
        </a:prstGeom>
        <a:solidFill>
          <a:schemeClr val="bg2">
            <a:lumMod val="5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Make things look cramped</a:t>
          </a:r>
          <a:endParaRPr lang="en-AU" sz="2100" b="1" kern="1200" dirty="0"/>
        </a:p>
      </dsp:txBody>
      <dsp:txXfrm>
        <a:off x="4626332" y="2567792"/>
        <a:ext cx="3106188" cy="490157"/>
      </dsp:txXfrm>
    </dsp:sp>
    <dsp:sp modelId="{7B2794A4-8156-4C48-BBAA-6A033564E90A}">
      <dsp:nvSpPr>
        <dsp:cNvPr id="0" name=""/>
        <dsp:cNvSpPr/>
      </dsp:nvSpPr>
      <dsp:spPr>
        <a:xfrm>
          <a:off x="4611083" y="3153300"/>
          <a:ext cx="3136686" cy="520655"/>
        </a:xfrm>
        <a:prstGeom prst="roundRect">
          <a:avLst>
            <a:gd name="adj" fmla="val 10000"/>
          </a:avLst>
        </a:prstGeom>
        <a:solidFill>
          <a:schemeClr val="bg2">
            <a:lumMod val="5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Use too many colors</a:t>
          </a:r>
          <a:endParaRPr lang="en-AU" sz="2100" b="1" kern="1200" dirty="0"/>
        </a:p>
      </dsp:txBody>
      <dsp:txXfrm>
        <a:off x="4626332" y="3168549"/>
        <a:ext cx="3106188" cy="490157"/>
      </dsp:txXfrm>
    </dsp:sp>
    <dsp:sp modelId="{9A22DDDE-510D-4254-AA10-0605B1F0DDB8}">
      <dsp:nvSpPr>
        <dsp:cNvPr id="0" name=""/>
        <dsp:cNvSpPr/>
      </dsp:nvSpPr>
      <dsp:spPr>
        <a:xfrm>
          <a:off x="4611083" y="3754056"/>
          <a:ext cx="3136686" cy="520655"/>
        </a:xfrm>
        <a:prstGeom prst="roundRect">
          <a:avLst>
            <a:gd name="adj" fmla="val 10000"/>
          </a:avLst>
        </a:prstGeom>
        <a:solidFill>
          <a:schemeClr val="bg2">
            <a:lumMod val="50000"/>
          </a:schemeClr>
        </a:soli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53340" tIns="40005" rIns="53340" bIns="40005" numCol="1" spcCol="1270" anchor="ctr" anchorCtr="0">
          <a:noAutofit/>
        </a:bodyPr>
        <a:lstStyle/>
        <a:p>
          <a:pPr marL="0" lvl="0" indent="0" algn="ctr" defTabSz="933450" rtl="0">
            <a:lnSpc>
              <a:spcPct val="90000"/>
            </a:lnSpc>
            <a:spcBef>
              <a:spcPct val="0"/>
            </a:spcBef>
            <a:spcAft>
              <a:spcPct val="35000"/>
            </a:spcAft>
            <a:buNone/>
          </a:pPr>
          <a:r>
            <a:rPr lang="en-US" sz="2100" b="1" kern="1200" dirty="0"/>
            <a:t>Overuse capital letters</a:t>
          </a:r>
          <a:endParaRPr lang="en-AU" sz="2100" b="1" kern="1200" dirty="0"/>
        </a:p>
      </dsp:txBody>
      <dsp:txXfrm>
        <a:off x="4626332" y="3769305"/>
        <a:ext cx="3106188" cy="49015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060497-7CB3-4AF9-A88D-F08C164CB9D7}" type="datetimeFigureOut">
              <a:rPr lang="en-AU" smtClean="0"/>
              <a:t>27/06/2023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9C44A-DD9B-401F-8495-8D54E49D413B}" type="slidenum">
              <a:rPr lang="en-AU" smtClean="0"/>
              <a:t>‹#›</a:t>
            </a:fld>
            <a:endParaRPr lang="en-AU"/>
          </a:p>
        </p:txBody>
      </p:sp>
    </p:spTree>
    <p:extLst>
      <p:ext uri="{BB962C8B-B14F-4D97-AF65-F5344CB8AC3E}">
        <p14:creationId xmlns:p14="http://schemas.microsoft.com/office/powerpoint/2010/main" val="1569883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message should be there.</a:t>
            </a:r>
          </a:p>
        </p:txBody>
      </p:sp>
      <p:sp>
        <p:nvSpPr>
          <p:cNvPr id="4" name="Slide Number Placeholder 3"/>
          <p:cNvSpPr>
            <a:spLocks noGrp="1"/>
          </p:cNvSpPr>
          <p:nvPr>
            <p:ph type="sldNum" sz="quarter" idx="5"/>
          </p:nvPr>
        </p:nvSpPr>
        <p:spPr/>
        <p:txBody>
          <a:bodyPr/>
          <a:lstStyle/>
          <a:p>
            <a:fld id="{E74F5B1C-57DC-7A47-A712-C394980C8F07}" type="slidenum">
              <a:rPr lang="en-US" smtClean="0"/>
              <a:t>13</a:t>
            </a:fld>
            <a:endParaRPr lang="en-US"/>
          </a:p>
        </p:txBody>
      </p:sp>
    </p:spTree>
    <p:extLst>
      <p:ext uri="{BB962C8B-B14F-4D97-AF65-F5344CB8AC3E}">
        <p14:creationId xmlns:p14="http://schemas.microsoft.com/office/powerpoint/2010/main" val="1541319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Note</a:t>
            </a:r>
            <a:r>
              <a:rPr lang="en-US" dirty="0"/>
              <a:t>: The time allotted to you is comparable to a standard conference presentation so 30 mins is </a:t>
            </a:r>
            <a:r>
              <a:rPr lang="en-US" dirty="0" err="1"/>
              <a:t>alot</a:t>
            </a:r>
            <a:endParaRPr lang="en-US" dirty="0"/>
          </a:p>
          <a:p>
            <a:endParaRPr lang="en-AU" dirty="0"/>
          </a:p>
        </p:txBody>
      </p:sp>
      <p:sp>
        <p:nvSpPr>
          <p:cNvPr id="4" name="Slide Number Placeholder 3"/>
          <p:cNvSpPr>
            <a:spLocks noGrp="1"/>
          </p:cNvSpPr>
          <p:nvPr>
            <p:ph type="sldNum" sz="quarter" idx="5"/>
          </p:nvPr>
        </p:nvSpPr>
        <p:spPr/>
        <p:txBody>
          <a:bodyPr/>
          <a:lstStyle/>
          <a:p>
            <a:fld id="{E74F5B1C-57DC-7A47-A712-C394980C8F07}" type="slidenum">
              <a:rPr lang="en-US" smtClean="0"/>
              <a:t>14</a:t>
            </a:fld>
            <a:endParaRPr lang="en-US"/>
          </a:p>
        </p:txBody>
      </p:sp>
    </p:spTree>
    <p:extLst>
      <p:ext uri="{BB962C8B-B14F-4D97-AF65-F5344CB8AC3E}">
        <p14:creationId xmlns:p14="http://schemas.microsoft.com/office/powerpoint/2010/main" val="3679321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eriod"/>
            </a:pPr>
            <a:r>
              <a:rPr lang="en-AU" sz="1800" b="1" u="sng" dirty="0">
                <a:solidFill>
                  <a:srgbClr val="7030A0"/>
                </a:solidFill>
                <a:effectLst/>
                <a:latin typeface="Calibri" panose="020F0502020204030204" pitchFamily="34" charset="0"/>
                <a:ea typeface="DengXian" panose="02010600030101010101" pitchFamily="2" charset="-122"/>
              </a:rPr>
              <a:t>circular rotating platter, which are divided into circular tracks, tracks are further divided into tract sectors. An actuator arm with magnetic head can move over the tracks to read the data.</a:t>
            </a:r>
          </a:p>
          <a:p>
            <a:pPr marL="342900" indent="-342900">
              <a:buAutoNum type="arabicPeriod"/>
            </a:pPr>
            <a:endParaRPr lang="en-AU" sz="1800" b="1" u="sng" dirty="0">
              <a:solidFill>
                <a:srgbClr val="7030A0"/>
              </a:solidFill>
              <a:effectLst/>
              <a:latin typeface="Calibri" panose="020F0502020204030204" pitchFamily="34" charset="0"/>
              <a:ea typeface="DengXian" panose="02010600030101010101" pitchFamily="2" charset="-122"/>
            </a:endParaRPr>
          </a:p>
          <a:p>
            <a:pPr marL="228600" indent="-228600">
              <a:buAutoNum type="arabicPeriod"/>
            </a:pPr>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33</a:t>
            </a:fld>
            <a:endParaRPr lang="en-AU"/>
          </a:p>
        </p:txBody>
      </p:sp>
    </p:spTree>
    <p:extLst>
      <p:ext uri="{BB962C8B-B14F-4D97-AF65-F5344CB8AC3E}">
        <p14:creationId xmlns:p14="http://schemas.microsoft.com/office/powerpoint/2010/main" val="2556854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AU" dirty="0"/>
            </a:br>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34</a:t>
            </a:fld>
            <a:endParaRPr lang="en-AU"/>
          </a:p>
        </p:txBody>
      </p:sp>
    </p:spTree>
    <p:extLst>
      <p:ext uri="{BB962C8B-B14F-4D97-AF65-F5344CB8AC3E}">
        <p14:creationId xmlns:p14="http://schemas.microsoft.com/office/powerpoint/2010/main" val="355510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AU" dirty="0"/>
              <a:t>Get rid of the seek time and rotation time, improve bandwidth.</a:t>
            </a:r>
          </a:p>
          <a:p>
            <a:pPr marL="171450" indent="-171450">
              <a:buFont typeface="Arial" panose="020B0604020202020204" pitchFamily="34" charset="0"/>
              <a:buChar char="•"/>
            </a:pPr>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38</a:t>
            </a:fld>
            <a:endParaRPr lang="en-AU"/>
          </a:p>
        </p:txBody>
      </p:sp>
    </p:spTree>
    <p:extLst>
      <p:ext uri="{BB962C8B-B14F-4D97-AF65-F5344CB8AC3E}">
        <p14:creationId xmlns:p14="http://schemas.microsoft.com/office/powerpoint/2010/main" val="811649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solidFill>
                  <a:srgbClr val="FF0000"/>
                </a:solidFill>
                <a:effectLst/>
                <a:latin typeface="Calibri" panose="020F0502020204030204" pitchFamily="34" charset="0"/>
                <a:ea typeface="Times New Roman" panose="02020603050405020304" pitchFamily="18" charset="0"/>
              </a:rPr>
              <a:t>Unlike an HDD, an SSD do not have any rotating part. Hence there is no rotation delay or seek  delay in and SSD. Therefore, for the same transfer rate and same amount of data transfer, an SSD is always faster than an HDD. Moreover, the data transfer rate of SSDs is usually higher than that of HDDs in general as well.</a:t>
            </a:r>
            <a:endParaRPr lang="en-AU" sz="1800" dirty="0">
              <a:effectLst/>
              <a:latin typeface="Times New Roman" panose="02020603050405020304" pitchFamily="18" charset="0"/>
              <a:ea typeface="Times New Roman" panose="02020603050405020304" pitchFamily="18" charset="0"/>
            </a:endParaRPr>
          </a:p>
          <a:p>
            <a:r>
              <a:rPr lang="en-AU" sz="1800" dirty="0">
                <a:solidFill>
                  <a:srgbClr val="FF0000"/>
                </a:solidFill>
                <a:effectLst/>
                <a:latin typeface="Calibri" panose="020F0502020204030204" pitchFamily="34" charset="0"/>
                <a:ea typeface="Times New Roman" panose="02020603050405020304" pitchFamily="18" charset="0"/>
              </a:rPr>
              <a:t>Disk access time of SSD  = (transfer length/Bandwidth)= (8/4) sec = 2 sec</a:t>
            </a:r>
            <a:endParaRPr lang="en-AU"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750F078-591D-4F63-9EA6-56DF6A296E1B}" type="slidenum">
              <a:rPr lang="en-AU" smtClean="0"/>
              <a:t>40</a:t>
            </a:fld>
            <a:endParaRPr lang="en-AU"/>
          </a:p>
        </p:txBody>
      </p:sp>
    </p:spTree>
    <p:extLst>
      <p:ext uri="{BB962C8B-B14F-4D97-AF65-F5344CB8AC3E}">
        <p14:creationId xmlns:p14="http://schemas.microsoft.com/office/powerpoint/2010/main" val="2348974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Suppose that a simple </a:t>
            </a:r>
            <a:r>
              <a:rPr lang="en-AU" dirty="0" err="1"/>
              <a:t>taks</a:t>
            </a:r>
            <a:r>
              <a:rPr lang="en-AU" dirty="0"/>
              <a:t> takes about 1 minute for the computer to do, doing demanding computation such as high graphic games will take forever to load.</a:t>
            </a:r>
          </a:p>
        </p:txBody>
      </p:sp>
      <p:sp>
        <p:nvSpPr>
          <p:cNvPr id="4" name="Slide Number Placeholder 3"/>
          <p:cNvSpPr>
            <a:spLocks noGrp="1"/>
          </p:cNvSpPr>
          <p:nvPr>
            <p:ph type="sldNum" sz="quarter" idx="5"/>
          </p:nvPr>
        </p:nvSpPr>
        <p:spPr/>
        <p:txBody>
          <a:bodyPr/>
          <a:lstStyle/>
          <a:p>
            <a:fld id="{1750F078-591D-4F63-9EA6-56DF6A296E1B}" type="slidenum">
              <a:rPr lang="en-AU" smtClean="0"/>
              <a:t>42</a:t>
            </a:fld>
            <a:endParaRPr lang="en-AU"/>
          </a:p>
        </p:txBody>
      </p:sp>
    </p:spTree>
    <p:extLst>
      <p:ext uri="{BB962C8B-B14F-4D97-AF65-F5344CB8AC3E}">
        <p14:creationId xmlns:p14="http://schemas.microsoft.com/office/powerpoint/2010/main" val="2709130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43</a:t>
            </a:fld>
            <a:endParaRPr lang="en-AU"/>
          </a:p>
        </p:txBody>
      </p:sp>
    </p:spTree>
    <p:extLst>
      <p:ext uri="{BB962C8B-B14F-4D97-AF65-F5344CB8AC3E}">
        <p14:creationId xmlns:p14="http://schemas.microsoft.com/office/powerpoint/2010/main" val="1612821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Can you extend it to multi-level cache?</a:t>
            </a:r>
          </a:p>
        </p:txBody>
      </p:sp>
      <p:sp>
        <p:nvSpPr>
          <p:cNvPr id="4" name="Slide Number Placeholder 3"/>
          <p:cNvSpPr>
            <a:spLocks noGrp="1"/>
          </p:cNvSpPr>
          <p:nvPr>
            <p:ph type="sldNum" sz="quarter" idx="5"/>
          </p:nvPr>
        </p:nvSpPr>
        <p:spPr/>
        <p:txBody>
          <a:bodyPr/>
          <a:lstStyle/>
          <a:p>
            <a:fld id="{1750F078-591D-4F63-9EA6-56DF6A296E1B}" type="slidenum">
              <a:rPr lang="en-AU" smtClean="0"/>
              <a:t>44</a:t>
            </a:fld>
            <a:endParaRPr lang="en-AU"/>
          </a:p>
        </p:txBody>
      </p:sp>
    </p:spTree>
    <p:extLst>
      <p:ext uri="{BB962C8B-B14F-4D97-AF65-F5344CB8AC3E}">
        <p14:creationId xmlns:p14="http://schemas.microsoft.com/office/powerpoint/2010/main" val="644361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solidFill>
                  <a:srgbClr val="FF0000"/>
                </a:solidFill>
                <a:effectLst/>
                <a:latin typeface="Calibri" panose="020F0502020204030204" pitchFamily="34" charset="0"/>
                <a:ea typeface="Times New Roman" panose="02020603050405020304" pitchFamily="18" charset="0"/>
              </a:rPr>
              <a:t>Effective memory access time of A = 0.5*C + (1-0.5)*100C = 50.5C</a:t>
            </a:r>
            <a:endParaRPr lang="en-AU" sz="1800" dirty="0">
              <a:effectLst/>
              <a:latin typeface="Times New Roman" panose="02020603050405020304" pitchFamily="18" charset="0"/>
              <a:ea typeface="Times New Roman" panose="02020603050405020304" pitchFamily="18" charset="0"/>
            </a:endParaRPr>
          </a:p>
          <a:p>
            <a:r>
              <a:rPr lang="en-AU" sz="1800" dirty="0">
                <a:solidFill>
                  <a:srgbClr val="FF0000"/>
                </a:solidFill>
                <a:effectLst/>
                <a:latin typeface="Calibri" panose="020F0502020204030204" pitchFamily="34" charset="0"/>
                <a:ea typeface="Times New Roman" panose="02020603050405020304" pitchFamily="18" charset="0"/>
              </a:rPr>
              <a:t>Effective memory access time of B = 0.9*C +(1-0.9)*400C = 40.9C</a:t>
            </a:r>
            <a:endParaRPr lang="en-AU" sz="1800" dirty="0">
              <a:effectLst/>
              <a:latin typeface="Times New Roman" panose="02020603050405020304" pitchFamily="18" charset="0"/>
              <a:ea typeface="Times New Roman" panose="02020603050405020304" pitchFamily="18" charset="0"/>
            </a:endParaRPr>
          </a:p>
          <a:p>
            <a:r>
              <a:rPr lang="en-AU" sz="1800" dirty="0">
                <a:solidFill>
                  <a:srgbClr val="FF0000"/>
                </a:solidFill>
                <a:effectLst/>
                <a:latin typeface="Calibri" panose="020F0502020204030204" pitchFamily="34" charset="0"/>
                <a:ea typeface="Times New Roman" panose="02020603050405020304" pitchFamily="18" charset="0"/>
              </a:rPr>
              <a:t>Although memory access in machine A is faster than memory access in machine B, machine B has overall faster effective memory access time than machine A due to B’s larger cache with higher cache hit ratio. </a:t>
            </a:r>
            <a:endParaRPr lang="en-AU" sz="1800" dirty="0">
              <a:effectLst/>
              <a:latin typeface="Times New Roman" panose="02020603050405020304" pitchFamily="18" charset="0"/>
              <a:ea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45</a:t>
            </a:fld>
            <a:endParaRPr lang="en-AU"/>
          </a:p>
        </p:txBody>
      </p:sp>
    </p:spTree>
    <p:extLst>
      <p:ext uri="{BB962C8B-B14F-4D97-AF65-F5344CB8AC3E}">
        <p14:creationId xmlns:p14="http://schemas.microsoft.com/office/powerpoint/2010/main" val="3031718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solidFill>
                  <a:srgbClr val="FF0000"/>
                </a:solidFill>
                <a:effectLst/>
                <a:latin typeface="Calibri" panose="020F0502020204030204" pitchFamily="34" charset="0"/>
                <a:ea typeface="Times New Roman" panose="02020603050405020304" pitchFamily="18" charset="0"/>
              </a:rPr>
              <a:t>For example, </a:t>
            </a:r>
            <a:endParaRPr lang="en-AU" sz="1800" dirty="0">
              <a:effectLst/>
              <a:latin typeface="Times New Roman" panose="02020603050405020304" pitchFamily="18" charset="0"/>
              <a:ea typeface="Times New Roman" panose="02020603050405020304" pitchFamily="18" charset="0"/>
            </a:endParaRPr>
          </a:p>
          <a:p>
            <a:r>
              <a:rPr lang="en-AU" sz="1800" dirty="0">
                <a:solidFill>
                  <a:srgbClr val="FF0000"/>
                </a:solidFill>
                <a:effectLst/>
                <a:latin typeface="Calibri" panose="020F0502020204030204" pitchFamily="34" charset="0"/>
                <a:ea typeface="Times New Roman" panose="02020603050405020304" pitchFamily="18" charset="0"/>
              </a:rPr>
              <a:t>Applications for key-value databases – Suitable if the dataset do not need complex relational table type of structure, but can be expressed with simple key-value pairs. The simple structure allows faster insertion and search, and scales quickly. For example –  shopping cart in an e-commerce site.</a:t>
            </a:r>
            <a:endParaRPr lang="en-AU" sz="1800" dirty="0">
              <a:effectLst/>
              <a:latin typeface="Times New Roman" panose="02020603050405020304" pitchFamily="18" charset="0"/>
              <a:ea typeface="Times New Roman" panose="02020603050405020304" pitchFamily="18" charset="0"/>
            </a:endParaRPr>
          </a:p>
          <a:p>
            <a:r>
              <a:rPr lang="en-AU" sz="1800" dirty="0">
                <a:solidFill>
                  <a:srgbClr val="FF0000"/>
                </a:solidFill>
                <a:effectLst/>
                <a:latin typeface="Calibri" panose="020F0502020204030204" pitchFamily="34" charset="0"/>
                <a:ea typeface="Times New Roman" panose="02020603050405020304" pitchFamily="18" charset="0"/>
              </a:rPr>
              <a:t>Applications for document storages – Well suited when different kinds of documents do not always have the same structure/sections. For example – news articles. </a:t>
            </a:r>
            <a:endParaRPr lang="en-AU" sz="1800" dirty="0">
              <a:effectLst/>
              <a:latin typeface="Times New Roman" panose="02020603050405020304" pitchFamily="18" charset="0"/>
              <a:ea typeface="Times New Roman" panose="02020603050405020304" pitchFamily="18" charset="0"/>
            </a:endParaRPr>
          </a:p>
          <a:p>
            <a:r>
              <a:rPr lang="en-AU" sz="1800" dirty="0">
                <a:solidFill>
                  <a:srgbClr val="FF0000"/>
                </a:solidFill>
                <a:effectLst/>
                <a:latin typeface="Calibri" panose="020F0502020204030204" pitchFamily="34" charset="0"/>
                <a:ea typeface="Times New Roman" panose="02020603050405020304" pitchFamily="18" charset="0"/>
              </a:rPr>
              <a:t>Applications for graph databases – well suited for connection data: social network connection information, spatial data.</a:t>
            </a:r>
            <a:endParaRPr lang="en-AU" sz="1800" dirty="0">
              <a:effectLst/>
              <a:latin typeface="Times New Roman" panose="02020603050405020304" pitchFamily="18" charset="0"/>
              <a:ea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51</a:t>
            </a:fld>
            <a:endParaRPr lang="en-AU"/>
          </a:p>
        </p:txBody>
      </p:sp>
    </p:spTree>
    <p:extLst>
      <p:ext uri="{BB962C8B-B14F-4D97-AF65-F5344CB8AC3E}">
        <p14:creationId xmlns:p14="http://schemas.microsoft.com/office/powerpoint/2010/main" val="3154398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effectLst/>
                <a:latin typeface="Arial" panose="020B0604020202020204" pitchFamily="34" charset="0"/>
              </a:rPr>
              <a:t>Answer is a.</a:t>
            </a:r>
          </a:p>
          <a:p>
            <a:endParaRPr lang="en-AU" b="0" i="0" dirty="0">
              <a:effectLst/>
              <a:latin typeface="Arial" panose="020B0604020202020204" pitchFamily="34" charset="0"/>
            </a:endParaRPr>
          </a:p>
          <a:p>
            <a:r>
              <a:rPr lang="en-AU" b="0" i="0" dirty="0">
                <a:effectLst/>
                <a:latin typeface="Arial" panose="020B0604020202020204" pitchFamily="34" charset="0"/>
              </a:rPr>
              <a:t>As </a:t>
            </a:r>
            <a:r>
              <a:rPr lang="en-AU" b="0" i="0" dirty="0" err="1">
                <a:effectLst/>
                <a:latin typeface="Arial" panose="020B0604020202020204" pitchFamily="34" charset="0"/>
              </a:rPr>
              <a:t>FriendBook</a:t>
            </a:r>
            <a:r>
              <a:rPr lang="en-AU" b="0" i="0" dirty="0">
                <a:effectLst/>
                <a:latin typeface="Arial" panose="020B0604020202020204" pitchFamily="34" charset="0"/>
              </a:rPr>
              <a:t> do not know a certain number of users and the exact timeline on the growth, the on-demand cloud storage is more cost-effective, can scale with the growth, can server clients across the globe, and </a:t>
            </a:r>
            <a:r>
              <a:rPr lang="en-AU" b="0" i="0" dirty="0" err="1">
                <a:effectLst/>
                <a:latin typeface="Arial" panose="020B0604020202020204" pitchFamily="34" charset="0"/>
              </a:rPr>
              <a:t>Friendbook</a:t>
            </a:r>
            <a:r>
              <a:rPr lang="en-AU" b="0" i="0" dirty="0">
                <a:effectLst/>
                <a:latin typeface="Arial" panose="020B0604020202020204" pitchFamily="34" charset="0"/>
              </a:rPr>
              <a:t> can focus more on developing their product instead of managing hardware resources. </a:t>
            </a:r>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66</a:t>
            </a:fld>
            <a:endParaRPr lang="en-AU"/>
          </a:p>
        </p:txBody>
      </p:sp>
    </p:spTree>
    <p:extLst>
      <p:ext uri="{BB962C8B-B14F-4D97-AF65-F5344CB8AC3E}">
        <p14:creationId xmlns:p14="http://schemas.microsoft.com/office/powerpoint/2010/main" val="3377200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67</a:t>
            </a:fld>
            <a:endParaRPr lang="en-AU"/>
          </a:p>
        </p:txBody>
      </p:sp>
    </p:spTree>
    <p:extLst>
      <p:ext uri="{BB962C8B-B14F-4D97-AF65-F5344CB8AC3E}">
        <p14:creationId xmlns:p14="http://schemas.microsoft.com/office/powerpoint/2010/main" val="3945679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Answer is c.</a:t>
            </a:r>
          </a:p>
          <a:p>
            <a:endParaRPr lang="en-AU" dirty="0"/>
          </a:p>
          <a:p>
            <a:r>
              <a:rPr lang="en-AU" b="0" i="0" dirty="0">
                <a:effectLst/>
                <a:latin typeface="Arial" panose="020B0604020202020204" pitchFamily="34" charset="0"/>
              </a:rPr>
              <a:t>Unlike the previous scenario, if data is transferred and stored in a 3rd party storage like cloud, the security is not in the hands of </a:t>
            </a:r>
            <a:r>
              <a:rPr lang="en-AU" b="0" i="0" dirty="0" err="1">
                <a:effectLst/>
                <a:latin typeface="Arial" panose="020B0604020202020204" pitchFamily="34" charset="0"/>
              </a:rPr>
              <a:t>FriendBook</a:t>
            </a:r>
            <a:r>
              <a:rPr lang="en-AU" b="0" i="0" dirty="0">
                <a:effectLst/>
                <a:latin typeface="Arial" panose="020B0604020202020204" pitchFamily="34" charset="0"/>
              </a:rPr>
              <a:t> (including encryption guarantee, data discloser agreement, etc.). Hence, having the setup of their own distributed database (as they are located across many cities with many users across globe) is a more suitable solution.</a:t>
            </a:r>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68</a:t>
            </a:fld>
            <a:endParaRPr lang="en-AU"/>
          </a:p>
        </p:txBody>
      </p:sp>
    </p:spTree>
    <p:extLst>
      <p:ext uri="{BB962C8B-B14F-4D97-AF65-F5344CB8AC3E}">
        <p14:creationId xmlns:p14="http://schemas.microsoft.com/office/powerpoint/2010/main" val="3671915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69</a:t>
            </a:fld>
            <a:endParaRPr lang="en-AU"/>
          </a:p>
        </p:txBody>
      </p:sp>
    </p:spTree>
    <p:extLst>
      <p:ext uri="{BB962C8B-B14F-4D97-AF65-F5344CB8AC3E}">
        <p14:creationId xmlns:p14="http://schemas.microsoft.com/office/powerpoint/2010/main" val="2572697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4FE6-2F89-1C28-0F49-9AD45A5957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BE8787B-EBEE-0059-0247-66C1F3FDAB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D1DAF881-4177-C46B-9661-7E8868BFDCDD}"/>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5" name="Footer Placeholder 4">
            <a:extLst>
              <a:ext uri="{FF2B5EF4-FFF2-40B4-BE49-F238E27FC236}">
                <a16:creationId xmlns:a16="http://schemas.microsoft.com/office/drawing/2014/main" id="{91037604-A307-1D21-89CA-9D137ADD210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30C2769-3B5C-F7E0-188D-0C2D50BFB638}"/>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1486318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BA2B4-D143-CA4D-FAA5-619E5627AF3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530EFD4-9625-68DB-4961-EC43FF4B62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8C5649-45A0-0264-E330-EB3BF8600BF1}"/>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5" name="Footer Placeholder 4">
            <a:extLst>
              <a:ext uri="{FF2B5EF4-FFF2-40B4-BE49-F238E27FC236}">
                <a16:creationId xmlns:a16="http://schemas.microsoft.com/office/drawing/2014/main" id="{F16C60D9-CF16-1EC1-DA2F-BAE10278373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5013CEE-0E18-75D8-8DF5-EBFCD86E8A9D}"/>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3271332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37440-F8A9-982F-E91D-54CB9E6FAE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E26163B-278E-A995-7C13-3CD5322DF3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EAA251-A89C-9D9A-3BF0-7488DBF6A1A8}"/>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5" name="Footer Placeholder 4">
            <a:extLst>
              <a:ext uri="{FF2B5EF4-FFF2-40B4-BE49-F238E27FC236}">
                <a16:creationId xmlns:a16="http://schemas.microsoft.com/office/drawing/2014/main" id="{D53439E5-8870-ABB4-7EE2-A69F30961FF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AB9E3B5-A5E1-E9CF-8C3A-2DA1626996EA}"/>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646625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302DF-B2B1-6397-C7DB-1B55FEBFB68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3609AEF-7EF9-1D3A-3053-1C4C887794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FC84E39-2E90-2A96-8F44-EFD1B378BF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AB35DE71-B1ED-41E7-955B-4C693D445DC6}"/>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6" name="Footer Placeholder 5">
            <a:extLst>
              <a:ext uri="{FF2B5EF4-FFF2-40B4-BE49-F238E27FC236}">
                <a16:creationId xmlns:a16="http://schemas.microsoft.com/office/drawing/2014/main" id="{B650350E-6A76-C9FC-2567-019A82378E9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4028385-9FB3-B3B5-FAC0-60D8E9B06DE7}"/>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151096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0E534-8CBA-2082-2C4B-3426E9EC2F7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A896811-80AA-424E-67F3-600550DAD6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C03249-A01C-D062-54DE-35B9CAFDCB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743CBCB-CE9E-FF60-171C-56B2F281DE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95FAFA-9E1B-AA78-3AB8-1B38183984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B53108FC-A9F5-01E4-2BEA-3459F277F35D}"/>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8" name="Footer Placeholder 7">
            <a:extLst>
              <a:ext uri="{FF2B5EF4-FFF2-40B4-BE49-F238E27FC236}">
                <a16:creationId xmlns:a16="http://schemas.microsoft.com/office/drawing/2014/main" id="{476D9C54-80EC-4B85-A852-CA84038409A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E545501-7CF8-AAC8-3EDC-525251641DCD}"/>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3772021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226C-0B31-91F5-E2E8-76361177F5B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5D27B4E-2EAC-34B2-D03C-7DEFD55D7C67}"/>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4" name="Footer Placeholder 3">
            <a:extLst>
              <a:ext uri="{FF2B5EF4-FFF2-40B4-BE49-F238E27FC236}">
                <a16:creationId xmlns:a16="http://schemas.microsoft.com/office/drawing/2014/main" id="{CFF64D04-4327-3957-2055-A79F926574A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3B83D1E8-4E7C-FE00-FBCE-3216FD4DA718}"/>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2807771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C1F18D-6DFB-0AF6-1530-1EFB8E2C5667}"/>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3" name="Footer Placeholder 2">
            <a:extLst>
              <a:ext uri="{FF2B5EF4-FFF2-40B4-BE49-F238E27FC236}">
                <a16:creationId xmlns:a16="http://schemas.microsoft.com/office/drawing/2014/main" id="{F7EBD4D7-0C77-7FD9-DBDE-5ACE9D6F91B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2F6DF60-E0FA-EFCE-F863-926826932D81}"/>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1504474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C1D9A-7A84-1B85-DA8C-B4138C1303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2DC9E47-052B-69DB-264A-A0156CBDF1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E75D232F-3095-F507-605C-66B5407174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0A1D7E-7893-38B6-82D9-47CEFC7E4BB5}"/>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6" name="Footer Placeholder 5">
            <a:extLst>
              <a:ext uri="{FF2B5EF4-FFF2-40B4-BE49-F238E27FC236}">
                <a16:creationId xmlns:a16="http://schemas.microsoft.com/office/drawing/2014/main" id="{5FDCA86C-7FA9-E3F4-A373-ED89A0F6EBA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F41937A-6DE8-E971-ABE2-15E5EBD0F2D0}"/>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92513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9C7E3-811C-5BF5-5C03-E974E42BD2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3ACC9B18-DA90-8EF4-4C50-01CEBBD8C2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4A6B7C61-17EB-E6E7-1092-2F1B4E4ECD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50AD8D-90A8-4C94-D81F-9145DEB395CB}"/>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6" name="Footer Placeholder 5">
            <a:extLst>
              <a:ext uri="{FF2B5EF4-FFF2-40B4-BE49-F238E27FC236}">
                <a16:creationId xmlns:a16="http://schemas.microsoft.com/office/drawing/2014/main" id="{A3C30D04-752D-15FA-FEC1-A0F6F112B98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FB24C33-AE73-75C2-7BA2-D8EF3E684FE2}"/>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684065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CE736-6F08-056A-CEA2-F39B3D3543D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0518AB2-D80C-97C0-6485-39EF5A993D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50906A4-FA5E-AAE3-8F19-568A551A2DCF}"/>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5" name="Footer Placeholder 4">
            <a:extLst>
              <a:ext uri="{FF2B5EF4-FFF2-40B4-BE49-F238E27FC236}">
                <a16:creationId xmlns:a16="http://schemas.microsoft.com/office/drawing/2014/main" id="{6BBD3663-AB5E-A818-B153-66D88405DCA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C628366-DBF4-B0B5-EB91-94E70049654F}"/>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4210071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D0C507-24B9-B50E-30FC-D501C3A0CA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D73EFB4-C44D-E98B-FDB4-DECF8B1D0A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5A7E27F-9AC0-9F1F-91CB-7ECD9717BABC}"/>
              </a:ext>
            </a:extLst>
          </p:cNvPr>
          <p:cNvSpPr>
            <a:spLocks noGrp="1"/>
          </p:cNvSpPr>
          <p:nvPr>
            <p:ph type="dt" sz="half" idx="10"/>
          </p:nvPr>
        </p:nvSpPr>
        <p:spPr/>
        <p:txBody>
          <a:bodyPr/>
          <a:lstStyle/>
          <a:p>
            <a:fld id="{A9ACD4E0-1A1B-4439-80BF-7884625335D0}" type="datetimeFigureOut">
              <a:rPr lang="en-AU" smtClean="0"/>
              <a:t>27/06/2023</a:t>
            </a:fld>
            <a:endParaRPr lang="en-AU"/>
          </a:p>
        </p:txBody>
      </p:sp>
      <p:sp>
        <p:nvSpPr>
          <p:cNvPr id="5" name="Footer Placeholder 4">
            <a:extLst>
              <a:ext uri="{FF2B5EF4-FFF2-40B4-BE49-F238E27FC236}">
                <a16:creationId xmlns:a16="http://schemas.microsoft.com/office/drawing/2014/main" id="{A2ECA7BE-6285-E9D5-39BD-F693C59B135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BB8F997-DD11-10FF-78CA-2C5CE4F0F5C5}"/>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2550204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B6E9C8-E3A0-3D97-70A4-D6A16818DD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C4BF6A7-32F5-21E6-33B4-5E5C6579C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EEF49B7-7696-21A4-DDA5-A751A407F6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CD4E0-1A1B-4439-80BF-7884625335D0}" type="datetimeFigureOut">
              <a:rPr lang="en-AU" smtClean="0"/>
              <a:t>27/06/2023</a:t>
            </a:fld>
            <a:endParaRPr lang="en-AU"/>
          </a:p>
        </p:txBody>
      </p:sp>
      <p:sp>
        <p:nvSpPr>
          <p:cNvPr id="5" name="Footer Placeholder 4">
            <a:extLst>
              <a:ext uri="{FF2B5EF4-FFF2-40B4-BE49-F238E27FC236}">
                <a16:creationId xmlns:a16="http://schemas.microsoft.com/office/drawing/2014/main" id="{C28BE907-46EC-44A9-7EB6-48A2799565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8E70847A-A311-0627-F089-772D361549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B5479E-56CD-4B30-B58D-30D08E2F855F}" type="slidenum">
              <a:rPr lang="en-AU" smtClean="0"/>
              <a:t>‹#›</a:t>
            </a:fld>
            <a:endParaRPr lang="en-AU"/>
          </a:p>
        </p:txBody>
      </p:sp>
    </p:spTree>
    <p:extLst>
      <p:ext uri="{BB962C8B-B14F-4D97-AF65-F5344CB8AC3E}">
        <p14:creationId xmlns:p14="http://schemas.microsoft.com/office/powerpoint/2010/main" val="3903035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animagraffs.com/hard-disk-driv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youtube.com/watch?v=f_2Axf5XAlk"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B0BC8-7A87-9BA2-D632-ED97D2F68669}"/>
              </a:ext>
            </a:extLst>
          </p:cNvPr>
          <p:cNvSpPr>
            <a:spLocks noGrp="1"/>
          </p:cNvSpPr>
          <p:nvPr>
            <p:ph type="ctrTitle"/>
          </p:nvPr>
        </p:nvSpPr>
        <p:spPr/>
        <p:txBody>
          <a:bodyPr/>
          <a:lstStyle/>
          <a:p>
            <a:r>
              <a:rPr lang="en-AU" dirty="0"/>
              <a:t>Advanced Database Systems</a:t>
            </a:r>
            <a:br>
              <a:rPr lang="en-AU" dirty="0"/>
            </a:br>
            <a:r>
              <a:rPr lang="en-AU" dirty="0"/>
              <a:t>Winter Semester</a:t>
            </a:r>
          </a:p>
        </p:txBody>
      </p:sp>
      <p:sp>
        <p:nvSpPr>
          <p:cNvPr id="3" name="Subtitle 2">
            <a:extLst>
              <a:ext uri="{FF2B5EF4-FFF2-40B4-BE49-F238E27FC236}">
                <a16:creationId xmlns:a16="http://schemas.microsoft.com/office/drawing/2014/main" id="{1A6FB0D5-866C-AF7E-1008-D048EF1DCCC8}"/>
              </a:ext>
            </a:extLst>
          </p:cNvPr>
          <p:cNvSpPr>
            <a:spLocks noGrp="1"/>
          </p:cNvSpPr>
          <p:nvPr>
            <p:ph type="subTitle" idx="1"/>
          </p:nvPr>
        </p:nvSpPr>
        <p:spPr/>
        <p:txBody>
          <a:bodyPr/>
          <a:lstStyle/>
          <a:p>
            <a:r>
              <a:rPr lang="en-AU" dirty="0"/>
              <a:t>Week 1- Part One (Project Discussion)</a:t>
            </a:r>
          </a:p>
          <a:p>
            <a:r>
              <a:rPr lang="en-AU" dirty="0"/>
              <a:t>Ahmad</a:t>
            </a:r>
          </a:p>
        </p:txBody>
      </p:sp>
    </p:spTree>
    <p:extLst>
      <p:ext uri="{BB962C8B-B14F-4D97-AF65-F5344CB8AC3E}">
        <p14:creationId xmlns:p14="http://schemas.microsoft.com/office/powerpoint/2010/main" val="786187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581FA-BFE1-96EA-1BF5-054736AA2A16}"/>
              </a:ext>
            </a:extLst>
          </p:cNvPr>
          <p:cNvSpPr>
            <a:spLocks noGrp="1"/>
          </p:cNvSpPr>
          <p:nvPr>
            <p:ph type="title"/>
          </p:nvPr>
        </p:nvSpPr>
        <p:spPr/>
        <p:txBody>
          <a:bodyPr/>
          <a:lstStyle/>
          <a:p>
            <a:r>
              <a:rPr lang="en-AU" dirty="0"/>
              <a:t>Project</a:t>
            </a:r>
          </a:p>
        </p:txBody>
      </p:sp>
      <p:sp>
        <p:nvSpPr>
          <p:cNvPr id="3" name="Content Placeholder 2">
            <a:extLst>
              <a:ext uri="{FF2B5EF4-FFF2-40B4-BE49-F238E27FC236}">
                <a16:creationId xmlns:a16="http://schemas.microsoft.com/office/drawing/2014/main" id="{DEAD7A11-29FD-1017-6A63-E71CB068148F}"/>
              </a:ext>
            </a:extLst>
          </p:cNvPr>
          <p:cNvSpPr>
            <a:spLocks noGrp="1"/>
          </p:cNvSpPr>
          <p:nvPr>
            <p:ph idx="1"/>
          </p:nvPr>
        </p:nvSpPr>
        <p:spPr/>
        <p:txBody>
          <a:bodyPr/>
          <a:lstStyle/>
          <a:p>
            <a:r>
              <a:rPr lang="en-AU" dirty="0"/>
              <a:t>The project forms 40% of your final marks. </a:t>
            </a:r>
          </a:p>
          <a:p>
            <a:r>
              <a:rPr lang="en-AU" dirty="0"/>
              <a:t>In this project you need to create a survey on a recent topic in Databases</a:t>
            </a:r>
          </a:p>
          <a:p>
            <a:r>
              <a:rPr lang="en-AU" dirty="0"/>
              <a:t>The project has two components:</a:t>
            </a:r>
          </a:p>
          <a:p>
            <a:pPr lvl="1"/>
            <a:r>
              <a:rPr lang="en-AU" dirty="0"/>
              <a:t>A Presentation (15% of your mark)</a:t>
            </a:r>
          </a:p>
          <a:p>
            <a:pPr lvl="1"/>
            <a:r>
              <a:rPr lang="en-AU" dirty="0"/>
              <a:t>A Report (25% of your mark)</a:t>
            </a:r>
          </a:p>
          <a:p>
            <a:r>
              <a:rPr lang="en-AU" dirty="0"/>
              <a:t>The aim of the project is to help you learn writing a survey. </a:t>
            </a:r>
          </a:p>
          <a:p>
            <a:r>
              <a:rPr lang="en-AU" dirty="0"/>
              <a:t>Surveys are created to keep the researchers updated with the recent development of technology.</a:t>
            </a:r>
          </a:p>
          <a:p>
            <a:pPr lvl="1"/>
            <a:endParaRPr lang="en-AU" dirty="0"/>
          </a:p>
        </p:txBody>
      </p:sp>
    </p:spTree>
    <p:extLst>
      <p:ext uri="{BB962C8B-B14F-4D97-AF65-F5344CB8AC3E}">
        <p14:creationId xmlns:p14="http://schemas.microsoft.com/office/powerpoint/2010/main" val="1604269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FACAF-63FD-9037-B84D-D702CA1ED39B}"/>
              </a:ext>
            </a:extLst>
          </p:cNvPr>
          <p:cNvSpPr>
            <a:spLocks noGrp="1"/>
          </p:cNvSpPr>
          <p:nvPr>
            <p:ph type="title"/>
          </p:nvPr>
        </p:nvSpPr>
        <p:spPr/>
        <p:txBody>
          <a:bodyPr/>
          <a:lstStyle/>
          <a:p>
            <a:r>
              <a:rPr lang="en-AU" dirty="0"/>
              <a:t>Project Groups- 1</a:t>
            </a:r>
          </a:p>
        </p:txBody>
      </p:sp>
      <p:sp>
        <p:nvSpPr>
          <p:cNvPr id="3" name="Content Placeholder 2">
            <a:extLst>
              <a:ext uri="{FF2B5EF4-FFF2-40B4-BE49-F238E27FC236}">
                <a16:creationId xmlns:a16="http://schemas.microsoft.com/office/drawing/2014/main" id="{E2E7263C-BD5B-B882-F999-EB13236B76DF}"/>
              </a:ext>
            </a:extLst>
          </p:cNvPr>
          <p:cNvSpPr>
            <a:spLocks noGrp="1"/>
          </p:cNvSpPr>
          <p:nvPr>
            <p:ph idx="1"/>
          </p:nvPr>
        </p:nvSpPr>
        <p:spPr/>
        <p:txBody>
          <a:bodyPr>
            <a:normAutofit/>
          </a:bodyPr>
          <a:lstStyle/>
          <a:p>
            <a:r>
              <a:rPr lang="en-AU" dirty="0"/>
              <a:t>Project is done in group of 4 students.</a:t>
            </a:r>
          </a:p>
          <a:p>
            <a:r>
              <a:rPr lang="en-AU" dirty="0"/>
              <a:t>You are responsible for forming groups and finding your group members. </a:t>
            </a:r>
          </a:p>
          <a:p>
            <a:pPr lvl="1"/>
            <a:r>
              <a:rPr lang="en-AU" dirty="0"/>
              <a:t>This is an intensive semester of only 4 teaching weeks, so you need to form a group by the end of week 1.</a:t>
            </a:r>
          </a:p>
          <a:p>
            <a:pPr lvl="1"/>
            <a:r>
              <a:rPr lang="en-AU" dirty="0"/>
              <a:t>You can do this in this tutorial or through the Ed discussion in Canvas.</a:t>
            </a:r>
          </a:p>
          <a:p>
            <a:pPr lvl="1"/>
            <a:r>
              <a:rPr lang="en-AU" dirty="0"/>
              <a:t>Students from different tutorials can be in the same group.</a:t>
            </a:r>
          </a:p>
          <a:p>
            <a:pPr lvl="1"/>
            <a:r>
              <a:rPr lang="en-AU" dirty="0"/>
              <a:t>You need to create a group with your group members in the People section of Canvas. Check the link below on how to create a group:</a:t>
            </a:r>
          </a:p>
          <a:p>
            <a:pPr lvl="2"/>
            <a:r>
              <a:rPr lang="en-AU" dirty="0"/>
              <a:t>https://community.canvaslms.com/docs/DOC-10516-421264913</a:t>
            </a:r>
          </a:p>
          <a:p>
            <a:pPr marL="0" indent="0">
              <a:buNone/>
            </a:pPr>
            <a:endParaRPr lang="en-AU" dirty="0"/>
          </a:p>
          <a:p>
            <a:endParaRPr lang="en-AU" dirty="0"/>
          </a:p>
          <a:p>
            <a:pPr marL="0" indent="0">
              <a:buNone/>
            </a:pPr>
            <a:endParaRPr lang="en-AU" dirty="0"/>
          </a:p>
        </p:txBody>
      </p:sp>
    </p:spTree>
    <p:extLst>
      <p:ext uri="{BB962C8B-B14F-4D97-AF65-F5344CB8AC3E}">
        <p14:creationId xmlns:p14="http://schemas.microsoft.com/office/powerpoint/2010/main" val="146461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3192D-AE57-296C-8A89-75D4C1618C88}"/>
              </a:ext>
            </a:extLst>
          </p:cNvPr>
          <p:cNvSpPr>
            <a:spLocks noGrp="1"/>
          </p:cNvSpPr>
          <p:nvPr>
            <p:ph type="title"/>
          </p:nvPr>
        </p:nvSpPr>
        <p:spPr/>
        <p:txBody>
          <a:bodyPr/>
          <a:lstStyle/>
          <a:p>
            <a:r>
              <a:rPr lang="en-AU" dirty="0"/>
              <a:t>Project Groups- 2, Project Topics</a:t>
            </a:r>
          </a:p>
        </p:txBody>
      </p:sp>
      <p:sp>
        <p:nvSpPr>
          <p:cNvPr id="3" name="Content Placeholder 2">
            <a:extLst>
              <a:ext uri="{FF2B5EF4-FFF2-40B4-BE49-F238E27FC236}">
                <a16:creationId xmlns:a16="http://schemas.microsoft.com/office/drawing/2014/main" id="{0191350A-CEDD-459B-FA55-EA0A07CB97B4}"/>
              </a:ext>
            </a:extLst>
          </p:cNvPr>
          <p:cNvSpPr>
            <a:spLocks noGrp="1"/>
          </p:cNvSpPr>
          <p:nvPr>
            <p:ph idx="1"/>
          </p:nvPr>
        </p:nvSpPr>
        <p:spPr/>
        <p:txBody>
          <a:bodyPr>
            <a:normAutofit lnSpcReduction="10000"/>
          </a:bodyPr>
          <a:lstStyle/>
          <a:p>
            <a:r>
              <a:rPr lang="en-AU" dirty="0"/>
              <a:t>Choose a topic as a team from the list below:</a:t>
            </a:r>
          </a:p>
          <a:p>
            <a:pPr lvl="1"/>
            <a:r>
              <a:rPr lang="en-AU" b="1" dirty="0"/>
              <a:t>Crowdsourced and Collaborative Data Management</a:t>
            </a:r>
            <a:r>
              <a:rPr lang="en-AU" dirty="0"/>
              <a:t> (In a nutshell: Databases where many people contribute to the data and workings of the system)</a:t>
            </a:r>
          </a:p>
          <a:p>
            <a:pPr lvl="1"/>
            <a:r>
              <a:rPr lang="en-AU" b="1" dirty="0"/>
              <a:t>Self-driving Databases</a:t>
            </a:r>
            <a:r>
              <a:rPr lang="en-AU" dirty="0"/>
              <a:t> (In a nutshell: Databases that take over functions from the Database administrators such as tuning, index selection, improve performance, etc.)</a:t>
            </a:r>
          </a:p>
          <a:p>
            <a:r>
              <a:rPr lang="en-AU" dirty="0"/>
              <a:t>You need to submit you group information by </a:t>
            </a:r>
            <a:r>
              <a:rPr lang="en-AU" sz="2800" b="1" i="0" dirty="0">
                <a:solidFill>
                  <a:srgbClr val="FF0000"/>
                </a:solidFill>
                <a:effectLst/>
                <a:latin typeface="TimesNewRomanPS-BoldMT"/>
              </a:rPr>
              <a:t>end of week 1 (July 2, 2023 11:59pm)</a:t>
            </a:r>
            <a:r>
              <a:rPr lang="en-AU" dirty="0"/>
              <a:t>.</a:t>
            </a:r>
          </a:p>
          <a:p>
            <a:pPr lvl="2"/>
            <a:r>
              <a:rPr lang="en-AU" sz="1800" b="1" i="0" dirty="0">
                <a:solidFill>
                  <a:srgbClr val="FF0000"/>
                </a:solidFill>
                <a:effectLst/>
                <a:latin typeface="TimesNewRomanPS-BoldMT"/>
              </a:rPr>
              <a:t>You can submit in Canvas-&gt;Assignments-&gt;A. Group topic submission.</a:t>
            </a:r>
            <a:r>
              <a:rPr lang="en-AU" dirty="0"/>
              <a:t> </a:t>
            </a:r>
          </a:p>
          <a:p>
            <a:pPr lvl="2"/>
            <a:r>
              <a:rPr lang="en-AU" dirty="0"/>
              <a:t>Only one member needs to submit the group information. Group information has:</a:t>
            </a:r>
          </a:p>
          <a:p>
            <a:pPr lvl="3"/>
            <a:r>
              <a:rPr lang="en-AU" dirty="0"/>
              <a:t>Group ID (This is assigned to you after joining a group in People section of Canvas)</a:t>
            </a:r>
          </a:p>
          <a:p>
            <a:pPr lvl="3"/>
            <a:r>
              <a:rPr lang="en-AU" dirty="0"/>
              <a:t>Name and Student ID of the group members.</a:t>
            </a:r>
          </a:p>
          <a:p>
            <a:pPr lvl="3"/>
            <a:r>
              <a:rPr lang="en-AU" dirty="0"/>
              <a:t>Topic of the project. If the topic changes, you may resubmit, no later than the deadline.</a:t>
            </a:r>
          </a:p>
          <a:p>
            <a:pPr lvl="2"/>
            <a:endParaRPr lang="en-AU" dirty="0"/>
          </a:p>
          <a:p>
            <a:endParaRPr lang="en-AU" dirty="0"/>
          </a:p>
        </p:txBody>
      </p:sp>
    </p:spTree>
    <p:extLst>
      <p:ext uri="{BB962C8B-B14F-4D97-AF65-F5344CB8AC3E}">
        <p14:creationId xmlns:p14="http://schemas.microsoft.com/office/powerpoint/2010/main" val="2668028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416D-DC6D-5E3E-7C0A-4C854A7BD32C}"/>
              </a:ext>
            </a:extLst>
          </p:cNvPr>
          <p:cNvSpPr>
            <a:spLocks noGrp="1"/>
          </p:cNvSpPr>
          <p:nvPr>
            <p:ph type="title"/>
          </p:nvPr>
        </p:nvSpPr>
        <p:spPr/>
        <p:txBody>
          <a:bodyPr/>
          <a:lstStyle/>
          <a:p>
            <a:r>
              <a:rPr lang="en-AU" dirty="0"/>
              <a:t>Project Groups- 3, Getting into the Business</a:t>
            </a:r>
          </a:p>
        </p:txBody>
      </p:sp>
      <p:sp>
        <p:nvSpPr>
          <p:cNvPr id="3" name="Content Placeholder 2">
            <a:extLst>
              <a:ext uri="{FF2B5EF4-FFF2-40B4-BE49-F238E27FC236}">
                <a16:creationId xmlns:a16="http://schemas.microsoft.com/office/drawing/2014/main" id="{EB9EE0FD-47A0-3D4A-4A54-18E0080BD269}"/>
              </a:ext>
            </a:extLst>
          </p:cNvPr>
          <p:cNvSpPr>
            <a:spLocks noGrp="1"/>
          </p:cNvSpPr>
          <p:nvPr>
            <p:ph idx="1"/>
          </p:nvPr>
        </p:nvSpPr>
        <p:spPr/>
        <p:txBody>
          <a:bodyPr>
            <a:normAutofit fontScale="92500" lnSpcReduction="20000"/>
          </a:bodyPr>
          <a:lstStyle/>
          <a:p>
            <a:r>
              <a:rPr lang="en-AU" dirty="0"/>
              <a:t>Start Familiarizing yourself with the literature. You can begin with less formal articles Wikipedia, newspaper/magazine, and similar  articles/webpages to get a high-level idea about your chosen topic.</a:t>
            </a:r>
          </a:p>
          <a:p>
            <a:r>
              <a:rPr lang="en-AU" dirty="0"/>
              <a:t>After this initial phase, you should use scholar.google.com or similar scholarly search engines for performing a more detailed background search and do further reading. At the end of this phase, you should know important keywords by which you can do a more focused search.</a:t>
            </a:r>
          </a:p>
          <a:p>
            <a:r>
              <a:rPr lang="en-AU" dirty="0"/>
              <a:t>You can also explore the list of accepted papers of the top venues (listed below) for finding related papers.</a:t>
            </a:r>
          </a:p>
          <a:p>
            <a:pPr lvl="1"/>
            <a:r>
              <a:rPr lang="en-AU" dirty="0"/>
              <a:t>Top Venues: SIGMOD, VLDB, ICDE, SIGKDD, SIGIR, SIGSPATIAL, ICDM, TKDE, VLDBJ, ACM TODS</a:t>
            </a:r>
          </a:p>
          <a:p>
            <a:pPr lvl="1"/>
            <a:r>
              <a:rPr lang="en-AU" dirty="0"/>
              <a:t>For finding this list, search for “Venue name + accepted papers + year”</a:t>
            </a:r>
          </a:p>
          <a:p>
            <a:pPr lvl="1"/>
            <a:r>
              <a:rPr lang="en-AU" dirty="0"/>
              <a:t>For finding the list of the accepted papers of a journal, go to journal page.</a:t>
            </a:r>
          </a:p>
          <a:p>
            <a:endParaRPr lang="en-AU" dirty="0"/>
          </a:p>
          <a:p>
            <a:endParaRPr lang="en-AU" dirty="0"/>
          </a:p>
        </p:txBody>
      </p:sp>
    </p:spTree>
    <p:extLst>
      <p:ext uri="{BB962C8B-B14F-4D97-AF65-F5344CB8AC3E}">
        <p14:creationId xmlns:p14="http://schemas.microsoft.com/office/powerpoint/2010/main" val="2055545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13589-7505-20DE-F4B2-8870787B17A8}"/>
              </a:ext>
            </a:extLst>
          </p:cNvPr>
          <p:cNvSpPr>
            <a:spLocks noGrp="1"/>
          </p:cNvSpPr>
          <p:nvPr>
            <p:ph type="title"/>
          </p:nvPr>
        </p:nvSpPr>
        <p:spPr/>
        <p:txBody>
          <a:bodyPr/>
          <a:lstStyle/>
          <a:p>
            <a:r>
              <a:rPr lang="en-AU" dirty="0"/>
              <a:t>Project Groups 4- Group Dynamics</a:t>
            </a:r>
          </a:p>
        </p:txBody>
      </p:sp>
      <p:sp>
        <p:nvSpPr>
          <p:cNvPr id="3" name="Content Placeholder 2">
            <a:extLst>
              <a:ext uri="{FF2B5EF4-FFF2-40B4-BE49-F238E27FC236}">
                <a16:creationId xmlns:a16="http://schemas.microsoft.com/office/drawing/2014/main" id="{1B98589F-DAA9-3330-BAC8-8C3AC641A13F}"/>
              </a:ext>
            </a:extLst>
          </p:cNvPr>
          <p:cNvSpPr>
            <a:spLocks noGrp="1"/>
          </p:cNvSpPr>
          <p:nvPr>
            <p:ph idx="1"/>
          </p:nvPr>
        </p:nvSpPr>
        <p:spPr/>
        <p:txBody>
          <a:bodyPr>
            <a:normAutofit fontScale="92500" lnSpcReduction="10000"/>
          </a:bodyPr>
          <a:lstStyle/>
          <a:p>
            <a:r>
              <a:rPr lang="en-AU" dirty="0"/>
              <a:t>The main concept in group dynamics is fairness. You should be able to evenly distribute the work among team members.</a:t>
            </a:r>
          </a:p>
          <a:p>
            <a:r>
              <a:rPr lang="en-AU" dirty="0"/>
              <a:t>This semester is a short semester. So you need to be in contact with your team members constantly, plan and act.</a:t>
            </a:r>
          </a:p>
          <a:p>
            <a:r>
              <a:rPr lang="en-AU" dirty="0"/>
              <a:t>Pick a communication channel (like Microsoft Teams), set a group leader for each week, set milestones for each week, assign measurable tasks to each member and review your progress at the end of each week.</a:t>
            </a:r>
          </a:p>
          <a:p>
            <a:r>
              <a:rPr lang="en-AU" dirty="0"/>
              <a:t>Group reflection and Individual reflection in the report:</a:t>
            </a:r>
          </a:p>
          <a:p>
            <a:pPr lvl="1"/>
            <a:r>
              <a:rPr lang="en-AU" dirty="0"/>
              <a:t>It is also important how you do your project, and what is the contribution of each member. This should be reported in your final report submission.</a:t>
            </a:r>
          </a:p>
          <a:p>
            <a:pPr lvl="2"/>
            <a:r>
              <a:rPr lang="en-AU" dirty="0"/>
              <a:t>In a page you should explain how you found and chose your references and other learnings.</a:t>
            </a:r>
          </a:p>
          <a:p>
            <a:pPr lvl="2"/>
            <a:r>
              <a:rPr lang="en-AU" dirty="0"/>
              <a:t>Each student should explain in 200 words what was their contribution (</a:t>
            </a:r>
            <a:r>
              <a:rPr lang="en-AU" sz="1900" dirty="0"/>
              <a:t>marked independently</a:t>
            </a:r>
            <a:r>
              <a:rPr lang="en-AU" dirty="0"/>
              <a:t>).</a:t>
            </a:r>
          </a:p>
          <a:p>
            <a:endParaRPr lang="en-AU" dirty="0"/>
          </a:p>
        </p:txBody>
      </p:sp>
    </p:spTree>
    <p:extLst>
      <p:ext uri="{BB962C8B-B14F-4D97-AF65-F5344CB8AC3E}">
        <p14:creationId xmlns:p14="http://schemas.microsoft.com/office/powerpoint/2010/main" val="2436584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22C2C-BA88-8D2B-8EC9-47C929E7FB75}"/>
              </a:ext>
            </a:extLst>
          </p:cNvPr>
          <p:cNvSpPr>
            <a:spLocks noGrp="1"/>
          </p:cNvSpPr>
          <p:nvPr>
            <p:ph type="title"/>
          </p:nvPr>
        </p:nvSpPr>
        <p:spPr/>
        <p:txBody>
          <a:bodyPr/>
          <a:lstStyle/>
          <a:p>
            <a:r>
              <a:rPr lang="en-AU" dirty="0"/>
              <a:t>Time to Find your Team-mates</a:t>
            </a:r>
          </a:p>
        </p:txBody>
      </p:sp>
      <p:sp>
        <p:nvSpPr>
          <p:cNvPr id="3" name="Content Placeholder 2">
            <a:extLst>
              <a:ext uri="{FF2B5EF4-FFF2-40B4-BE49-F238E27FC236}">
                <a16:creationId xmlns:a16="http://schemas.microsoft.com/office/drawing/2014/main" id="{FADBD9F3-104E-FF56-C6FC-8B7D776C2A42}"/>
              </a:ext>
            </a:extLst>
          </p:cNvPr>
          <p:cNvSpPr>
            <a:spLocks noGrp="1"/>
          </p:cNvSpPr>
          <p:nvPr>
            <p:ph idx="1"/>
          </p:nvPr>
        </p:nvSpPr>
        <p:spPr/>
        <p:txBody>
          <a:bodyPr/>
          <a:lstStyle/>
          <a:p>
            <a:r>
              <a:rPr lang="en-AU" dirty="0"/>
              <a:t>We allocate 10 minutes of this tutorial to group formation.</a:t>
            </a:r>
          </a:p>
          <a:p>
            <a:r>
              <a:rPr lang="en-AU" dirty="0"/>
              <a:t>If you have not teamed-up before, use this time to approach other students and form groups.</a:t>
            </a:r>
          </a:p>
          <a:p>
            <a:r>
              <a:rPr lang="en-AU" dirty="0"/>
              <a:t>If you found your team-mates (or already have), please claim a breakout room (please post in the chat the breakout room number), and then everyone from your team can join the breakout room. </a:t>
            </a:r>
          </a:p>
          <a:p>
            <a:r>
              <a:rPr lang="en-AU" dirty="0"/>
              <a:t>Then you can use this time to talk about your topic, and join a group in Canvas.</a:t>
            </a:r>
          </a:p>
          <a:p>
            <a:r>
              <a:rPr lang="en-AU" dirty="0"/>
              <a:t>The project spec file from Canvas can help you a lot.</a:t>
            </a:r>
          </a:p>
        </p:txBody>
      </p:sp>
    </p:spTree>
    <p:extLst>
      <p:ext uri="{BB962C8B-B14F-4D97-AF65-F5344CB8AC3E}">
        <p14:creationId xmlns:p14="http://schemas.microsoft.com/office/powerpoint/2010/main" val="2454536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4200E-4BCF-38B5-7DF7-403A7833CA4A}"/>
              </a:ext>
            </a:extLst>
          </p:cNvPr>
          <p:cNvSpPr>
            <a:spLocks noGrp="1"/>
          </p:cNvSpPr>
          <p:nvPr>
            <p:ph type="title"/>
          </p:nvPr>
        </p:nvSpPr>
        <p:spPr/>
        <p:txBody>
          <a:bodyPr/>
          <a:lstStyle/>
          <a:p>
            <a:r>
              <a:rPr lang="en-AU" dirty="0"/>
              <a:t>How to choose the right papers?</a:t>
            </a:r>
          </a:p>
        </p:txBody>
      </p:sp>
      <p:sp>
        <p:nvSpPr>
          <p:cNvPr id="3" name="Content Placeholder 2">
            <a:extLst>
              <a:ext uri="{FF2B5EF4-FFF2-40B4-BE49-F238E27FC236}">
                <a16:creationId xmlns:a16="http://schemas.microsoft.com/office/drawing/2014/main" id="{62C33201-3440-A8A9-E33B-AFE950BA8B98}"/>
              </a:ext>
            </a:extLst>
          </p:cNvPr>
          <p:cNvSpPr>
            <a:spLocks noGrp="1"/>
          </p:cNvSpPr>
          <p:nvPr>
            <p:ph idx="1"/>
          </p:nvPr>
        </p:nvSpPr>
        <p:spPr/>
        <p:txBody>
          <a:bodyPr>
            <a:normAutofit/>
          </a:bodyPr>
          <a:lstStyle/>
          <a:p>
            <a:r>
              <a:rPr lang="en-AU" dirty="0"/>
              <a:t>Start with an initial set of keywords.</a:t>
            </a:r>
          </a:p>
          <a:p>
            <a:r>
              <a:rPr lang="en-AU" dirty="0"/>
              <a:t>Surveys can help a lot in understanding the topic, but do not use them as your main source. They can also stand as a good example. </a:t>
            </a:r>
          </a:p>
          <a:p>
            <a:r>
              <a:rPr lang="en-AU" dirty="0"/>
              <a:t>Search scholar, or the list of accepted papers to find titles that include your keywords. </a:t>
            </a:r>
          </a:p>
          <a:p>
            <a:r>
              <a:rPr lang="en-AU" dirty="0"/>
              <a:t>Read abstract and judge whether it is suitable to your topic.</a:t>
            </a:r>
          </a:p>
          <a:p>
            <a:r>
              <a:rPr lang="en-AU" dirty="0"/>
              <a:t>Ideally, you should read around 60 abstracts, skim around 35 of them and read and report around 20 of them. Only list the top papers.</a:t>
            </a:r>
          </a:p>
          <a:p>
            <a:r>
              <a:rPr lang="en-AU" dirty="0"/>
              <a:t>Use the authors as a way of finding your papers.</a:t>
            </a:r>
          </a:p>
        </p:txBody>
      </p:sp>
    </p:spTree>
    <p:extLst>
      <p:ext uri="{BB962C8B-B14F-4D97-AF65-F5344CB8AC3E}">
        <p14:creationId xmlns:p14="http://schemas.microsoft.com/office/powerpoint/2010/main" val="1161231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2CBEF-8C1C-5221-93B8-6FE94E43B4B3}"/>
              </a:ext>
            </a:extLst>
          </p:cNvPr>
          <p:cNvSpPr>
            <a:spLocks noGrp="1"/>
          </p:cNvSpPr>
          <p:nvPr>
            <p:ph type="title"/>
          </p:nvPr>
        </p:nvSpPr>
        <p:spPr/>
        <p:txBody>
          <a:bodyPr/>
          <a:lstStyle/>
          <a:p>
            <a:r>
              <a:rPr lang="en-AU" dirty="0"/>
              <a:t>Report Rationale</a:t>
            </a:r>
          </a:p>
        </p:txBody>
      </p:sp>
      <p:sp>
        <p:nvSpPr>
          <p:cNvPr id="3" name="Content Placeholder 2">
            <a:extLst>
              <a:ext uri="{FF2B5EF4-FFF2-40B4-BE49-F238E27FC236}">
                <a16:creationId xmlns:a16="http://schemas.microsoft.com/office/drawing/2014/main" id="{D3C7379F-CC9A-F842-A01B-A84DF6424C7C}"/>
              </a:ext>
            </a:extLst>
          </p:cNvPr>
          <p:cNvSpPr>
            <a:spLocks noGrp="1"/>
          </p:cNvSpPr>
          <p:nvPr>
            <p:ph idx="1"/>
          </p:nvPr>
        </p:nvSpPr>
        <p:spPr/>
        <p:txBody>
          <a:bodyPr/>
          <a:lstStyle/>
          <a:p>
            <a:r>
              <a:rPr lang="en-AU" dirty="0"/>
              <a:t>It is important that the report is not only about listing the top papers, but you should be able to categorise the developments/ approaches and compare and critique them.</a:t>
            </a:r>
          </a:p>
          <a:p>
            <a:pPr lvl="1"/>
            <a:r>
              <a:rPr lang="en-AU" dirty="0"/>
              <a:t>Comparison, and critical analysis is at the core of the survey.</a:t>
            </a:r>
          </a:p>
          <a:p>
            <a:pPr lvl="1"/>
            <a:r>
              <a:rPr lang="en-AU" dirty="0"/>
              <a:t>You are not expected to learn every paper in detail perfectly comprehensive about the topic.</a:t>
            </a:r>
          </a:p>
          <a:p>
            <a:pPr lvl="2"/>
            <a:r>
              <a:rPr lang="en-AU" dirty="0"/>
              <a:t>Instead, you should cover key directions/ideas and be able to classify them.</a:t>
            </a:r>
          </a:p>
          <a:p>
            <a:r>
              <a:rPr lang="en-AU" dirty="0"/>
              <a:t>The sections of your presentation/report should show that you know the categorization of works in your topic of choice.</a:t>
            </a:r>
          </a:p>
          <a:p>
            <a:endParaRPr lang="en-AU" dirty="0"/>
          </a:p>
        </p:txBody>
      </p:sp>
    </p:spTree>
    <p:extLst>
      <p:ext uri="{BB962C8B-B14F-4D97-AF65-F5344CB8AC3E}">
        <p14:creationId xmlns:p14="http://schemas.microsoft.com/office/powerpoint/2010/main" val="2704783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A95A-90EF-8B2B-63D1-4418B6B3994F}"/>
              </a:ext>
            </a:extLst>
          </p:cNvPr>
          <p:cNvSpPr>
            <a:spLocks noGrp="1"/>
          </p:cNvSpPr>
          <p:nvPr>
            <p:ph type="title"/>
          </p:nvPr>
        </p:nvSpPr>
        <p:spPr/>
        <p:txBody>
          <a:bodyPr/>
          <a:lstStyle/>
          <a:p>
            <a:r>
              <a:rPr lang="en-AU" dirty="0"/>
              <a:t>Report Structure</a:t>
            </a:r>
          </a:p>
        </p:txBody>
      </p:sp>
      <p:sp>
        <p:nvSpPr>
          <p:cNvPr id="3" name="Content Placeholder 2">
            <a:extLst>
              <a:ext uri="{FF2B5EF4-FFF2-40B4-BE49-F238E27FC236}">
                <a16:creationId xmlns:a16="http://schemas.microsoft.com/office/drawing/2014/main" id="{AE94A41E-4946-C72F-5191-50E5F3F1ED2C}"/>
              </a:ext>
            </a:extLst>
          </p:cNvPr>
          <p:cNvSpPr>
            <a:spLocks noGrp="1"/>
          </p:cNvSpPr>
          <p:nvPr>
            <p:ph idx="1"/>
          </p:nvPr>
        </p:nvSpPr>
        <p:spPr/>
        <p:txBody>
          <a:bodyPr>
            <a:normAutofit fontScale="85000" lnSpcReduction="20000"/>
          </a:bodyPr>
          <a:lstStyle/>
          <a:p>
            <a:r>
              <a:rPr lang="en-AU" dirty="0"/>
              <a:t>Identification info for students/title/abstract/etc (1 cover page)</a:t>
            </a:r>
          </a:p>
          <a:p>
            <a:r>
              <a:rPr lang="en-AU" dirty="0"/>
              <a:t>Introduction to the Topic Area (1 page)</a:t>
            </a:r>
          </a:p>
          <a:p>
            <a:r>
              <a:rPr lang="en-AU" dirty="0"/>
              <a:t>Related Work Details (papers covered explained in brief in some structured manner, categorisation, how a paper extended an approach from a previous paper, etc.) (6 pages)</a:t>
            </a:r>
          </a:p>
          <a:p>
            <a:r>
              <a:rPr lang="en-AU" dirty="0"/>
              <a:t>Comparison of Key Approaches/Papers (benefits and disadvantages from various aspects, when some approach is more applicable than other, etc.) (2 pages) [Note: This part can be presented combinedly with related work]</a:t>
            </a:r>
          </a:p>
          <a:p>
            <a:r>
              <a:rPr lang="en-AU" dirty="0"/>
              <a:t>- Conclusions/Discussions and Future Directions (1.5 pages)</a:t>
            </a:r>
          </a:p>
          <a:p>
            <a:r>
              <a:rPr lang="en-AU" dirty="0"/>
              <a:t>- Group reflection (0.5 page) [details below]</a:t>
            </a:r>
          </a:p>
          <a:p>
            <a:r>
              <a:rPr lang="en-AU" dirty="0"/>
              <a:t>- Individual reflection (maximum 200 words per student in the group) [details below]</a:t>
            </a:r>
          </a:p>
          <a:p>
            <a:r>
              <a:rPr lang="en-AU" dirty="0"/>
              <a:t>- References (1 page)</a:t>
            </a:r>
          </a:p>
        </p:txBody>
      </p:sp>
    </p:spTree>
    <p:extLst>
      <p:ext uri="{BB962C8B-B14F-4D97-AF65-F5344CB8AC3E}">
        <p14:creationId xmlns:p14="http://schemas.microsoft.com/office/powerpoint/2010/main" val="3220694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22035-69E0-8F43-6685-26425B4316D5}"/>
              </a:ext>
            </a:extLst>
          </p:cNvPr>
          <p:cNvSpPr>
            <a:spLocks noGrp="1"/>
          </p:cNvSpPr>
          <p:nvPr>
            <p:ph type="title"/>
          </p:nvPr>
        </p:nvSpPr>
        <p:spPr/>
        <p:txBody>
          <a:bodyPr/>
          <a:lstStyle/>
          <a:p>
            <a:r>
              <a:rPr lang="en-AU" dirty="0"/>
              <a:t>Presentation Rationale and Structure</a:t>
            </a:r>
          </a:p>
        </p:txBody>
      </p:sp>
      <p:sp>
        <p:nvSpPr>
          <p:cNvPr id="3" name="Content Placeholder 2">
            <a:extLst>
              <a:ext uri="{FF2B5EF4-FFF2-40B4-BE49-F238E27FC236}">
                <a16:creationId xmlns:a16="http://schemas.microsoft.com/office/drawing/2014/main" id="{BD030AF5-D896-B13E-3F4E-BC4F4E83DEB1}"/>
              </a:ext>
            </a:extLst>
          </p:cNvPr>
          <p:cNvSpPr>
            <a:spLocks noGrp="1"/>
          </p:cNvSpPr>
          <p:nvPr>
            <p:ph idx="1"/>
          </p:nvPr>
        </p:nvSpPr>
        <p:spPr/>
        <p:txBody>
          <a:bodyPr/>
          <a:lstStyle/>
          <a:p>
            <a:r>
              <a:rPr lang="en-AU" dirty="0"/>
              <a:t>Presentation is done as a team via zoom.</a:t>
            </a:r>
          </a:p>
          <a:p>
            <a:r>
              <a:rPr lang="en-AU" dirty="0"/>
              <a:t>You do not need to include group and individual reflections into the presentation. </a:t>
            </a:r>
          </a:p>
          <a:p>
            <a:r>
              <a:rPr lang="en-AU" dirty="0"/>
              <a:t>You will have no more than 25 mins to complete your presentation.</a:t>
            </a:r>
          </a:p>
          <a:p>
            <a:r>
              <a:rPr lang="en-AU" dirty="0"/>
              <a:t>Better to follow the report structure in the presentation as well.</a:t>
            </a:r>
          </a:p>
          <a:p>
            <a:r>
              <a:rPr lang="en-AU" dirty="0"/>
              <a:t>We recommend 14-18 slides for the presentation.</a:t>
            </a:r>
          </a:p>
          <a:p>
            <a:r>
              <a:rPr lang="en-AU" dirty="0"/>
              <a:t>The presentation file needs to be submitted to Canvas-&gt;Assignment-&gt;B before your presentation.</a:t>
            </a:r>
          </a:p>
        </p:txBody>
      </p:sp>
    </p:spTree>
    <p:extLst>
      <p:ext uri="{BB962C8B-B14F-4D97-AF65-F5344CB8AC3E}">
        <p14:creationId xmlns:p14="http://schemas.microsoft.com/office/powerpoint/2010/main" val="4232459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Grp="1" noChangeArrowheads="1"/>
          </p:cNvSpPr>
          <p:nvPr>
            <p:ph type="title"/>
          </p:nvPr>
        </p:nvSpPr>
        <p:spPr/>
        <p:txBody>
          <a:bodyPr>
            <a:normAutofit/>
          </a:bodyPr>
          <a:lstStyle/>
          <a:p>
            <a:r>
              <a:rPr lang="en-US" dirty="0"/>
              <a:t>Presentations: Three Most Important Things</a:t>
            </a:r>
          </a:p>
        </p:txBody>
      </p:sp>
      <p:sp>
        <p:nvSpPr>
          <p:cNvPr id="3077" name="Rectangle 5"/>
          <p:cNvSpPr>
            <a:spLocks noGrp="1" noChangeArrowheads="1"/>
          </p:cNvSpPr>
          <p:nvPr>
            <p:ph type="body" idx="1"/>
          </p:nvPr>
        </p:nvSpPr>
        <p:spPr/>
        <p:txBody>
          <a:bodyPr/>
          <a:lstStyle/>
          <a:p>
            <a:endParaRPr lang="en-US" dirty="0"/>
          </a:p>
          <a:p>
            <a:r>
              <a:rPr lang="en-US" dirty="0"/>
              <a:t>Organization</a:t>
            </a:r>
          </a:p>
          <a:p>
            <a:endParaRPr lang="en-US" dirty="0"/>
          </a:p>
          <a:p>
            <a:r>
              <a:rPr lang="en-US" dirty="0"/>
              <a:t>Visual Aids</a:t>
            </a:r>
          </a:p>
          <a:p>
            <a:endParaRPr lang="en-US" dirty="0"/>
          </a:p>
          <a:p>
            <a:r>
              <a:rPr lang="en-US" dirty="0"/>
              <a:t>Delivery and Style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rmAutofit/>
          </a:bodyPr>
          <a:lstStyle/>
          <a:p>
            <a:r>
              <a:rPr lang="en-US" dirty="0"/>
              <a:t>Be clear on: the Purpose &amp; your Audience</a:t>
            </a:r>
          </a:p>
        </p:txBody>
      </p:sp>
      <p:sp>
        <p:nvSpPr>
          <p:cNvPr id="43011" name="Rectangle 3"/>
          <p:cNvSpPr>
            <a:spLocks noGrp="1" noChangeArrowheads="1"/>
          </p:cNvSpPr>
          <p:nvPr>
            <p:ph type="body" idx="1"/>
          </p:nvPr>
        </p:nvSpPr>
        <p:spPr/>
        <p:txBody>
          <a:bodyPr>
            <a:normAutofit/>
          </a:bodyPr>
          <a:lstStyle/>
          <a:p>
            <a:r>
              <a:rPr lang="en-US" dirty="0"/>
              <a:t>Be clear about purpose of your talk</a:t>
            </a:r>
          </a:p>
          <a:p>
            <a:pPr lvl="1"/>
            <a:r>
              <a:rPr lang="en-US" dirty="0"/>
              <a:t>What do you want your audience to learn?</a:t>
            </a:r>
          </a:p>
          <a:p>
            <a:r>
              <a:rPr lang="en-US" dirty="0"/>
              <a:t>Audience analysis</a:t>
            </a:r>
          </a:p>
          <a:p>
            <a:pPr lvl="1"/>
            <a:r>
              <a:rPr lang="en-US" dirty="0"/>
              <a:t>Identify your audience and their understanding of the area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dirty="0"/>
              <a:t>Introduction</a:t>
            </a:r>
          </a:p>
        </p:txBody>
      </p:sp>
      <p:sp>
        <p:nvSpPr>
          <p:cNvPr id="9219" name="Rectangle 3"/>
          <p:cNvSpPr>
            <a:spLocks noGrp="1" noChangeArrowheads="1"/>
          </p:cNvSpPr>
          <p:nvPr>
            <p:ph type="body" idx="1"/>
          </p:nvPr>
        </p:nvSpPr>
        <p:spPr>
          <a:xfrm>
            <a:off x="1981200" y="1268760"/>
            <a:ext cx="8229600" cy="5472608"/>
          </a:xfrm>
        </p:spPr>
        <p:txBody>
          <a:bodyPr>
            <a:normAutofit/>
          </a:bodyPr>
          <a:lstStyle/>
          <a:p>
            <a:r>
              <a:rPr lang="en-US" dirty="0"/>
              <a:t>Earn the audience’s attention</a:t>
            </a:r>
          </a:p>
          <a:p>
            <a:r>
              <a:rPr lang="en-US" dirty="0"/>
              <a:t>Roadmap</a:t>
            </a:r>
          </a:p>
          <a:p>
            <a:pPr lvl="1"/>
            <a:r>
              <a:rPr lang="en-US" dirty="0"/>
              <a:t>Explain where you plan to go, set up the story</a:t>
            </a:r>
          </a:p>
          <a:p>
            <a:pPr lvl="1"/>
            <a:r>
              <a:rPr lang="en-US" dirty="0"/>
              <a:t>Create a table or figure to organize the area</a:t>
            </a:r>
          </a:p>
          <a:p>
            <a:r>
              <a:rPr lang="en-US" dirty="0"/>
              <a:t>“Don’ts”</a:t>
            </a:r>
          </a:p>
          <a:p>
            <a:pPr lvl="1"/>
            <a:r>
              <a:rPr lang="en-US" dirty="0"/>
              <a:t>Apologize for being nervous</a:t>
            </a:r>
          </a:p>
          <a:p>
            <a:pPr lvl="1"/>
            <a:r>
              <a:rPr lang="en-US" dirty="0"/>
              <a:t>Read the introduction or in general any slide</a:t>
            </a:r>
          </a:p>
          <a:p>
            <a:r>
              <a:rPr lang="en-US" dirty="0"/>
              <a:t>Remember: Keep it very simple for the introduction</a:t>
            </a:r>
          </a:p>
          <a:p>
            <a:pPr lvl="1"/>
            <a:r>
              <a:rPr lang="en-US" dirty="0"/>
              <a:t>No excessive use of technical abbreviations </a:t>
            </a:r>
            <a:r>
              <a:rPr lang="en-US" dirty="0" err="1"/>
              <a:t>etc</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a:t>Body of Your Presentation</a:t>
            </a:r>
          </a:p>
        </p:txBody>
      </p:sp>
      <p:sp>
        <p:nvSpPr>
          <p:cNvPr id="13316" name="Rectangle 4"/>
          <p:cNvSpPr>
            <a:spLocks noGrp="1" noChangeArrowheads="1"/>
          </p:cNvSpPr>
          <p:nvPr>
            <p:ph type="body" idx="1"/>
          </p:nvPr>
        </p:nvSpPr>
        <p:spPr>
          <a:xfrm>
            <a:off x="1981200" y="1600201"/>
            <a:ext cx="8435280" cy="4525963"/>
          </a:xfrm>
        </p:spPr>
        <p:txBody>
          <a:bodyPr>
            <a:normAutofit/>
          </a:bodyPr>
          <a:lstStyle/>
          <a:p>
            <a:r>
              <a:rPr lang="en-US" dirty="0"/>
              <a:t>Create main points, do not form full sentences</a:t>
            </a:r>
          </a:p>
          <a:p>
            <a:r>
              <a:rPr lang="en-US" dirty="0"/>
              <a:t>Presentation &amp; Language</a:t>
            </a:r>
          </a:p>
          <a:p>
            <a:pPr lvl="1"/>
            <a:r>
              <a:rPr lang="en-US" dirty="0"/>
              <a:t>Present points as declarative statements</a:t>
            </a:r>
          </a:p>
          <a:p>
            <a:pPr lvl="1"/>
            <a:r>
              <a:rPr lang="en-US" dirty="0"/>
              <a:t>Keep speech points unified, coherent, and balanced</a:t>
            </a:r>
          </a:p>
          <a:p>
            <a:pPr lvl="1"/>
            <a:r>
              <a:rPr lang="en-US" dirty="0"/>
              <a:t>Verbalize connections between points</a:t>
            </a:r>
          </a:p>
          <a:p>
            <a:pPr lvl="1"/>
            <a:r>
              <a:rPr lang="en-US" dirty="0"/>
              <a:t>Do not form full sentences or paragraphs</a:t>
            </a:r>
          </a:p>
          <a:p>
            <a:pPr lvl="1"/>
            <a:r>
              <a:rPr lang="en-US" dirty="0"/>
              <a:t>Do not spend time on code or formulas unless it is a must, and even then only a few lines at a time in a slide</a:t>
            </a:r>
          </a:p>
          <a:p>
            <a:pPr lvl="1"/>
            <a:r>
              <a:rPr lang="en-US" dirty="0"/>
              <a:t>Any symbols used must be defined and do not use more than a few in any single slide if possible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US" dirty="0"/>
              <a:t>Some Formatting Issues: Fonts Are Important</a:t>
            </a:r>
          </a:p>
        </p:txBody>
      </p:sp>
      <p:sp>
        <p:nvSpPr>
          <p:cNvPr id="6147" name="Rectangle 3"/>
          <p:cNvSpPr>
            <a:spLocks noGrp="1" noChangeArrowheads="1"/>
          </p:cNvSpPr>
          <p:nvPr>
            <p:ph type="body" idx="1"/>
          </p:nvPr>
        </p:nvSpPr>
        <p:spPr>
          <a:xfrm>
            <a:off x="1981202" y="1428737"/>
            <a:ext cx="3900487" cy="4651388"/>
          </a:xfrm>
        </p:spPr>
        <p:txBody>
          <a:bodyPr/>
          <a:lstStyle/>
          <a:p>
            <a:r>
              <a:rPr lang="en-US" dirty="0"/>
              <a:t>Use sans serif fonts</a:t>
            </a:r>
          </a:p>
          <a:p>
            <a:endParaRPr lang="en-US" dirty="0"/>
          </a:p>
          <a:p>
            <a:r>
              <a:rPr lang="en-US" dirty="0"/>
              <a:t>Use readable font sizes</a:t>
            </a:r>
          </a:p>
          <a:p>
            <a:endParaRPr lang="en-US" dirty="0"/>
          </a:p>
          <a:p>
            <a:r>
              <a:rPr lang="en-US" dirty="0"/>
              <a:t>Use appropriate color combinations</a:t>
            </a:r>
          </a:p>
        </p:txBody>
      </p:sp>
      <p:sp>
        <p:nvSpPr>
          <p:cNvPr id="6148" name="Text Box 4"/>
          <p:cNvSpPr txBox="1">
            <a:spLocks noChangeArrowheads="1"/>
          </p:cNvSpPr>
          <p:nvPr/>
        </p:nvSpPr>
        <p:spPr bwMode="auto">
          <a:xfrm>
            <a:off x="6310313" y="2214556"/>
            <a:ext cx="3733800" cy="2462208"/>
          </a:xfrm>
          <a:prstGeom prst="rect">
            <a:avLst/>
          </a:prstGeom>
          <a:solidFill>
            <a:srgbClr val="DDDDDD"/>
          </a:solidFill>
          <a:ln w="9525">
            <a:solidFill>
              <a:schemeClr val="tx1"/>
            </a:solidFill>
            <a:miter lim="800000"/>
            <a:headEnd/>
            <a:tailEnd/>
          </a:ln>
          <a:effectLst/>
        </p:spPr>
        <p:txBody>
          <a:bodyPr lIns="91434" tIns="45718" rIns="91434" bIns="45718">
            <a:spAutoFit/>
          </a:bodyPr>
          <a:lstStyle/>
          <a:p>
            <a:pPr eaLnBrk="1" hangingPunct="1">
              <a:spcBef>
                <a:spcPct val="50000"/>
              </a:spcBef>
            </a:pPr>
            <a:r>
              <a:rPr lang="en-US" sz="4000" dirty="0"/>
              <a:t>40 point Title</a:t>
            </a:r>
          </a:p>
          <a:p>
            <a:pPr eaLnBrk="1" hangingPunct="1">
              <a:spcBef>
                <a:spcPct val="50000"/>
              </a:spcBef>
            </a:pPr>
            <a:r>
              <a:rPr lang="en-US" sz="2800" dirty="0"/>
              <a:t>28 point Heading/Body</a:t>
            </a:r>
          </a:p>
          <a:p>
            <a:pPr eaLnBrk="1" hangingPunct="1">
              <a:spcBef>
                <a:spcPct val="50000"/>
              </a:spcBef>
            </a:pPr>
            <a:r>
              <a:rPr lang="en-US" sz="2400" dirty="0"/>
              <a:t>24-20 point Sub-headings</a:t>
            </a:r>
          </a:p>
          <a:p>
            <a:pPr eaLnBrk="1" hangingPunct="1">
              <a:spcBef>
                <a:spcPct val="50000"/>
              </a:spcBef>
            </a:pPr>
            <a:r>
              <a:rPr lang="en-US" sz="2400" dirty="0"/>
              <a:t>Anything smaller is too small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81200" y="274638"/>
            <a:ext cx="8382000" cy="1554162"/>
          </a:xfrm>
          <a:solidFill>
            <a:srgbClr val="FF0000"/>
          </a:solidFill>
          <a:ln/>
        </p:spPr>
        <p:txBody>
          <a:bodyPr/>
          <a:lstStyle/>
          <a:p>
            <a:r>
              <a:rPr lang="en-US" sz="4000" dirty="0">
                <a:solidFill>
                  <a:srgbClr val="66FF33"/>
                </a:solidFill>
              </a:rPr>
              <a:t>How about this colorful slide?</a:t>
            </a:r>
          </a:p>
        </p:txBody>
      </p:sp>
      <p:sp>
        <p:nvSpPr>
          <p:cNvPr id="7172" name="Rectangle 4"/>
          <p:cNvSpPr>
            <a:spLocks noGrp="1" noChangeArrowheads="1"/>
          </p:cNvSpPr>
          <p:nvPr>
            <p:ph type="body" idx="1"/>
          </p:nvPr>
        </p:nvSpPr>
        <p:spPr>
          <a:xfrm>
            <a:off x="1981200" y="2179639"/>
            <a:ext cx="4267200" cy="3992562"/>
          </a:xfrm>
          <a:noFill/>
          <a:ln/>
        </p:spPr>
        <p:txBody>
          <a:bodyPr/>
          <a:lstStyle/>
          <a:p>
            <a:r>
              <a:rPr lang="en-US" dirty="0">
                <a:solidFill>
                  <a:srgbClr val="FFFF00"/>
                </a:solidFill>
                <a:latin typeface="Times" pitchFamily="18" charset="0"/>
              </a:rPr>
              <a:t>Use sans serif fonts</a:t>
            </a:r>
          </a:p>
          <a:p>
            <a:endParaRPr lang="en-US" dirty="0">
              <a:solidFill>
                <a:srgbClr val="FFFF00"/>
              </a:solidFill>
            </a:endParaRPr>
          </a:p>
          <a:p>
            <a:r>
              <a:rPr lang="en-US" dirty="0">
                <a:solidFill>
                  <a:schemeClr val="bg2"/>
                </a:solidFill>
              </a:rPr>
              <a:t>Use readable font sizes</a:t>
            </a:r>
          </a:p>
          <a:p>
            <a:endParaRPr lang="en-US" dirty="0"/>
          </a:p>
          <a:p>
            <a:r>
              <a:rPr lang="en-US" dirty="0">
                <a:solidFill>
                  <a:srgbClr val="66FF33"/>
                </a:solidFill>
              </a:rPr>
              <a:t>Use appropriate color combinations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t>Visual Aids Do’s and Don’ts</a:t>
            </a:r>
            <a:endParaRPr lang="en-US" dirty="0"/>
          </a:p>
        </p:txBody>
      </p:sp>
      <p:graphicFrame>
        <p:nvGraphicFramePr>
          <p:cNvPr id="9" name="Diagram 8"/>
          <p:cNvGraphicFramePr/>
          <p:nvPr/>
        </p:nvGraphicFramePr>
        <p:xfrm>
          <a:off x="1991544" y="1772816"/>
          <a:ext cx="8143932" cy="45005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dirty="0"/>
              <a:t>Transitions</a:t>
            </a:r>
          </a:p>
        </p:txBody>
      </p:sp>
      <p:sp>
        <p:nvSpPr>
          <p:cNvPr id="58371" name="Rectangle 3"/>
          <p:cNvSpPr>
            <a:spLocks noGrp="1" noChangeArrowheads="1"/>
          </p:cNvSpPr>
          <p:nvPr>
            <p:ph type="body" idx="1"/>
          </p:nvPr>
        </p:nvSpPr>
        <p:spPr>
          <a:xfrm>
            <a:off x="1981200" y="1268760"/>
            <a:ext cx="8435280" cy="5314602"/>
          </a:xfrm>
        </p:spPr>
        <p:txBody>
          <a:bodyPr>
            <a:normAutofit/>
          </a:bodyPr>
          <a:lstStyle/>
          <a:p>
            <a:r>
              <a:rPr lang="en-US" dirty="0"/>
              <a:t>A word or phrase that signals when a speaker is moving from a topic or handing over to the next presenter</a:t>
            </a:r>
          </a:p>
          <a:p>
            <a:r>
              <a:rPr lang="en-US" dirty="0"/>
              <a:t>Two parts to a transition</a:t>
            </a:r>
          </a:p>
          <a:p>
            <a:pPr lvl="1"/>
            <a:r>
              <a:rPr lang="en-US" dirty="0"/>
              <a:t>Idea that the speaker is leaving [</a:t>
            </a:r>
            <a:r>
              <a:rPr lang="en-US" b="1" dirty="0"/>
              <a:t>the review part</a:t>
            </a:r>
            <a:r>
              <a:rPr lang="en-US" dirty="0"/>
              <a:t>]</a:t>
            </a:r>
          </a:p>
          <a:p>
            <a:pPr lvl="1"/>
            <a:r>
              <a:rPr lang="en-US" dirty="0"/>
              <a:t>Idea that the speaker is coming up to [</a:t>
            </a:r>
            <a:r>
              <a:rPr lang="en-US" b="1" dirty="0"/>
              <a:t>the preview part</a:t>
            </a:r>
            <a:r>
              <a:rPr lang="en-US" dirty="0"/>
              <a:t>]</a:t>
            </a:r>
          </a:p>
          <a:p>
            <a:r>
              <a:rPr lang="en-US" dirty="0"/>
              <a:t>Example</a:t>
            </a:r>
          </a:p>
          <a:p>
            <a:pPr lvl="1"/>
            <a:r>
              <a:rPr lang="en-US" dirty="0"/>
              <a:t>Now that you have seen a general overview of XYZ [</a:t>
            </a:r>
            <a:r>
              <a:rPr lang="en-US" b="1" dirty="0"/>
              <a:t>review</a:t>
            </a:r>
            <a:r>
              <a:rPr lang="en-US" dirty="0"/>
              <a:t>],       I will discuss each of them in turn [</a:t>
            </a:r>
            <a:r>
              <a:rPr lang="en-US" b="1" dirty="0"/>
              <a:t>preview</a:t>
            </a:r>
            <a:r>
              <a:rPr lang="en-US" dirty="0"/>
              <a:t>]</a:t>
            </a:r>
          </a:p>
          <a:p>
            <a:r>
              <a:rPr lang="en-US" dirty="0"/>
              <a:t>Use a </a:t>
            </a:r>
            <a:r>
              <a:rPr lang="en-US" b="1" dirty="0"/>
              <a:t>map</a:t>
            </a:r>
            <a:r>
              <a:rPr lang="en-US" dirty="0"/>
              <a:t> to remind people which part of a presentation or area in a survey you are coming from and going to…</a:t>
            </a:r>
          </a:p>
          <a:p>
            <a:r>
              <a:rPr lang="en-US" dirty="0"/>
              <a:t>This is critical for team presentations</a:t>
            </a:r>
          </a:p>
          <a:p>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Discussion/Conclusion Part</a:t>
            </a:r>
          </a:p>
        </p:txBody>
      </p:sp>
      <p:sp>
        <p:nvSpPr>
          <p:cNvPr id="10243" name="Rectangle 3"/>
          <p:cNvSpPr>
            <a:spLocks noGrp="1" noChangeArrowheads="1"/>
          </p:cNvSpPr>
          <p:nvPr>
            <p:ph type="body" idx="1"/>
          </p:nvPr>
        </p:nvSpPr>
        <p:spPr/>
        <p:txBody>
          <a:bodyPr>
            <a:normAutofit lnSpcReduction="10000"/>
          </a:bodyPr>
          <a:lstStyle/>
          <a:p>
            <a:r>
              <a:rPr lang="en-US" dirty="0"/>
              <a:t>Purpose: Tell them what you told them</a:t>
            </a:r>
          </a:p>
          <a:p>
            <a:pPr lvl="1"/>
            <a:r>
              <a:rPr lang="en-US" dirty="0"/>
              <a:t>Use a slide or two for comparing approaches</a:t>
            </a:r>
          </a:p>
          <a:p>
            <a:pPr lvl="2"/>
            <a:r>
              <a:rPr lang="en-US" dirty="0"/>
              <a:t>Use figures, tables, charts</a:t>
            </a:r>
          </a:p>
          <a:p>
            <a:pPr lvl="1"/>
            <a:r>
              <a:rPr lang="en-US" dirty="0"/>
              <a:t>Offers the audience a sense of closure</a:t>
            </a:r>
          </a:p>
          <a:p>
            <a:r>
              <a:rPr lang="en-US" dirty="0"/>
              <a:t>Further Tips</a:t>
            </a:r>
          </a:p>
          <a:p>
            <a:pPr lvl="1"/>
            <a:r>
              <a:rPr lang="en-US" dirty="0"/>
              <a:t>Signal the end verbally and non-verbally if you can</a:t>
            </a:r>
          </a:p>
          <a:p>
            <a:pPr lvl="1"/>
            <a:r>
              <a:rPr lang="en-US" dirty="0"/>
              <a:t>Make conclusions strong and brief</a:t>
            </a:r>
          </a:p>
          <a:p>
            <a:r>
              <a:rPr lang="en-US" dirty="0"/>
              <a:t>Don’ts</a:t>
            </a:r>
          </a:p>
          <a:p>
            <a:pPr lvl="1"/>
            <a:r>
              <a:rPr lang="en-US" dirty="0"/>
              <a:t>Drag out the conclusion</a:t>
            </a:r>
          </a:p>
          <a:p>
            <a:pPr lvl="1"/>
            <a:r>
              <a:rPr lang="en-US" dirty="0"/>
              <a:t>End on a weak or rambling note</a:t>
            </a:r>
          </a:p>
          <a:p>
            <a:pPr lvl="1"/>
            <a:r>
              <a:rPr lang="en-US" dirty="0"/>
              <a:t>Introduce new points that were not mentioned before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dirty="0"/>
              <a:t>Some Side Tips</a:t>
            </a:r>
          </a:p>
        </p:txBody>
      </p:sp>
      <p:sp>
        <p:nvSpPr>
          <p:cNvPr id="52227" name="Rectangle 3"/>
          <p:cNvSpPr>
            <a:spLocks noGrp="1" noChangeArrowheads="1"/>
          </p:cNvSpPr>
          <p:nvPr>
            <p:ph type="body" idx="1"/>
          </p:nvPr>
        </p:nvSpPr>
        <p:spPr>
          <a:xfrm>
            <a:off x="1981200" y="1600201"/>
            <a:ext cx="8507288" cy="4525963"/>
          </a:xfrm>
        </p:spPr>
        <p:txBody>
          <a:bodyPr>
            <a:normAutofit/>
          </a:bodyPr>
          <a:lstStyle/>
          <a:p>
            <a:r>
              <a:rPr lang="en-US" dirty="0"/>
              <a:t>Use of capital letters/special fonts: Many people use too much of these:</a:t>
            </a:r>
          </a:p>
          <a:p>
            <a:pPr lvl="1"/>
            <a:r>
              <a:rPr lang="en-US" dirty="0"/>
              <a:t>Bullet points typically have one capital letter at the beginning</a:t>
            </a:r>
          </a:p>
          <a:p>
            <a:pPr lvl="1"/>
            <a:r>
              <a:rPr lang="en-US" dirty="0"/>
              <a:t>Just because </a:t>
            </a:r>
            <a:r>
              <a:rPr lang="en-US" b="1" dirty="0"/>
              <a:t>You</a:t>
            </a:r>
            <a:r>
              <a:rPr lang="en-US" dirty="0"/>
              <a:t> think a </a:t>
            </a:r>
            <a:r>
              <a:rPr lang="en-US" b="1" dirty="0"/>
              <a:t>Word</a:t>
            </a:r>
            <a:r>
              <a:rPr lang="en-US" dirty="0"/>
              <a:t> is </a:t>
            </a:r>
            <a:r>
              <a:rPr lang="en-US" b="1" dirty="0"/>
              <a:t>Important</a:t>
            </a:r>
            <a:r>
              <a:rPr lang="en-US" dirty="0"/>
              <a:t> does </a:t>
            </a:r>
            <a:r>
              <a:rPr lang="en-US" b="1" dirty="0"/>
              <a:t>NOT</a:t>
            </a:r>
            <a:r>
              <a:rPr lang="en-US" dirty="0"/>
              <a:t> </a:t>
            </a:r>
            <a:r>
              <a:rPr lang="en-US" i="1" dirty="0"/>
              <a:t>mean you should </a:t>
            </a:r>
            <a:r>
              <a:rPr lang="en-US" b="1" dirty="0"/>
              <a:t>Emphasize </a:t>
            </a:r>
            <a:r>
              <a:rPr lang="en-US" u="sng" dirty="0"/>
              <a:t>things all the time </a:t>
            </a:r>
            <a:r>
              <a:rPr lang="en-US" dirty="0">
                <a:effectLst>
                  <a:outerShdw blurRad="38100" dist="38100" dir="2700000" algn="tl">
                    <a:srgbClr val="000000">
                      <a:alpha val="43137"/>
                    </a:srgbClr>
                  </a:outerShdw>
                </a:effectLst>
              </a:rPr>
              <a:t>as it becomes </a:t>
            </a:r>
            <a:r>
              <a:rPr lang="en-US" i="1" dirty="0">
                <a:effectLst>
                  <a:outerShdw blurRad="38100" dist="38100" dir="2700000" algn="tl">
                    <a:srgbClr val="000000">
                      <a:alpha val="43137"/>
                    </a:srgbClr>
                  </a:outerShdw>
                </a:effectLst>
              </a:rPr>
              <a:t>hard to read!</a:t>
            </a:r>
            <a:endParaRPr lang="en-US" dirty="0"/>
          </a:p>
          <a:p>
            <a:pPr lvl="1"/>
            <a:r>
              <a:rPr lang="en-US" dirty="0"/>
              <a:t>ALL CAPITAL LETTERS MAKES IT HARD FOR YOUR AUDIENCE TO READ AS WELL!</a:t>
            </a:r>
          </a:p>
          <a:p>
            <a:pPr lvl="1"/>
            <a:r>
              <a:rPr lang="en-US" dirty="0"/>
              <a:t>Exclamations: Don’t use it too much as well!!!!!!!!!!!!!!!</a:t>
            </a:r>
          </a:p>
          <a:p>
            <a:endParaRPr lang="en-US" dirty="0"/>
          </a:p>
          <a:p>
            <a:endParaRPr lang="en-US" dirty="0"/>
          </a:p>
          <a:p>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dirty="0"/>
              <a:t>Practicing</a:t>
            </a:r>
          </a:p>
        </p:txBody>
      </p:sp>
      <p:sp>
        <p:nvSpPr>
          <p:cNvPr id="83971" name="Rectangle 3"/>
          <p:cNvSpPr>
            <a:spLocks noGrp="1" noChangeArrowheads="1"/>
          </p:cNvSpPr>
          <p:nvPr>
            <p:ph type="body" idx="1"/>
          </p:nvPr>
        </p:nvSpPr>
        <p:spPr/>
        <p:txBody>
          <a:bodyPr>
            <a:normAutofit/>
          </a:bodyPr>
          <a:lstStyle/>
          <a:p>
            <a:r>
              <a:rPr lang="en-US" dirty="0"/>
              <a:t>It is the most important aspect of a presentation</a:t>
            </a:r>
          </a:p>
          <a:p>
            <a:r>
              <a:rPr lang="en-US" dirty="0"/>
              <a:t>Very critical for team presentations</a:t>
            </a:r>
          </a:p>
          <a:p>
            <a:r>
              <a:rPr lang="en-US" dirty="0"/>
              <a:t>You will find out if you</a:t>
            </a:r>
          </a:p>
          <a:p>
            <a:pPr lvl="1"/>
            <a:r>
              <a:rPr lang="en-US" dirty="0"/>
              <a:t>Make sense and sound knowledgeable</a:t>
            </a:r>
          </a:p>
          <a:p>
            <a:r>
              <a:rPr lang="en-US" dirty="0"/>
              <a:t>How to practice</a:t>
            </a:r>
          </a:p>
          <a:p>
            <a:pPr lvl="1"/>
            <a:r>
              <a:rPr lang="en-US" dirty="0"/>
              <a:t>Highlight in your notes difficult pronunciations</a:t>
            </a:r>
          </a:p>
          <a:p>
            <a:pPr lvl="1"/>
            <a:r>
              <a:rPr lang="en-US" dirty="0"/>
              <a:t>Practice in a setting similar to how you will present </a:t>
            </a:r>
          </a:p>
          <a:p>
            <a:pPr lvl="1"/>
            <a:r>
              <a:rPr lang="en-US" dirty="0"/>
              <a:t>Imagine the audience to whom you will present </a:t>
            </a:r>
          </a:p>
          <a:p>
            <a:pPr lvl="1"/>
            <a:r>
              <a:rPr lang="en-US" dirty="0"/>
              <a:t>Always practice out loud and as a team as well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a:bodyPr>
          <a:lstStyle/>
          <a:p>
            <a:r>
              <a:rPr lang="en-US" dirty="0"/>
              <a:t>Last But Not Least: Establishing Credibility</a:t>
            </a:r>
          </a:p>
        </p:txBody>
      </p:sp>
      <p:sp>
        <p:nvSpPr>
          <p:cNvPr id="46083" name="Rectangle 3"/>
          <p:cNvSpPr>
            <a:spLocks noGrp="1" noChangeArrowheads="1"/>
          </p:cNvSpPr>
          <p:nvPr>
            <p:ph type="body" idx="1"/>
          </p:nvPr>
        </p:nvSpPr>
        <p:spPr/>
        <p:txBody>
          <a:bodyPr>
            <a:normAutofit/>
          </a:bodyPr>
          <a:lstStyle/>
          <a:p>
            <a:pPr lvl="1"/>
            <a:r>
              <a:rPr lang="en-US" dirty="0"/>
              <a:t>Make sure you know your work</a:t>
            </a:r>
          </a:p>
          <a:p>
            <a:pPr lvl="1"/>
            <a:r>
              <a:rPr lang="en-US" dirty="0"/>
              <a:t>Nothing replaces knowledge, no fonts, no colors, </a:t>
            </a:r>
            <a:r>
              <a:rPr lang="en-US" dirty="0" err="1"/>
              <a:t>etc</a:t>
            </a:r>
            <a:endParaRPr lang="en-US" dirty="0"/>
          </a:p>
          <a:p>
            <a:pPr lvl="1"/>
            <a:r>
              <a:rPr lang="en-US" dirty="0"/>
              <a:t>Speak loud and confident enough</a:t>
            </a:r>
          </a:p>
          <a:p>
            <a:pPr lvl="1"/>
            <a:r>
              <a:rPr lang="en-US" dirty="0"/>
              <a:t>Look at the  audience</a:t>
            </a:r>
          </a:p>
          <a:p>
            <a:pPr lvl="1"/>
            <a:r>
              <a:rPr lang="en-US" dirty="0"/>
              <a:t>Don’t assume your audience knows though</a:t>
            </a:r>
          </a:p>
          <a:p>
            <a:pPr lvl="2"/>
            <a:r>
              <a:rPr lang="en-US" dirty="0"/>
              <a:t>Watch for audience’s non-verbal feedback </a:t>
            </a:r>
          </a:p>
          <a:p>
            <a:pPr lvl="2"/>
            <a:r>
              <a:rPr lang="en-US" dirty="0"/>
              <a:t>Adjust your rate, content, or eye contact for them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a:bodyPr>
          <a:lstStyle/>
          <a:p>
            <a:r>
              <a:rPr lang="en-US" dirty="0"/>
              <a:t>After the Presentation: Handling Questions and Answers</a:t>
            </a:r>
          </a:p>
        </p:txBody>
      </p:sp>
      <p:sp>
        <p:nvSpPr>
          <p:cNvPr id="47107" name="Rectangle 3"/>
          <p:cNvSpPr>
            <a:spLocks noGrp="1" noChangeArrowheads="1"/>
          </p:cNvSpPr>
          <p:nvPr>
            <p:ph type="body" idx="1"/>
          </p:nvPr>
        </p:nvSpPr>
        <p:spPr/>
        <p:txBody>
          <a:bodyPr>
            <a:normAutofit/>
          </a:bodyPr>
          <a:lstStyle/>
          <a:p>
            <a:r>
              <a:rPr lang="en-US" dirty="0"/>
              <a:t>Decide who will answer which types of questions and when</a:t>
            </a:r>
          </a:p>
          <a:p>
            <a:r>
              <a:rPr lang="en-US" dirty="0"/>
              <a:t>Use welcoming body language</a:t>
            </a:r>
          </a:p>
          <a:p>
            <a:r>
              <a:rPr lang="en-US" dirty="0"/>
              <a:t>Reword the question before answering for all to hear if need be </a:t>
            </a:r>
          </a:p>
          <a:p>
            <a:r>
              <a:rPr lang="en-US" dirty="0"/>
              <a:t>Say “I don’t know” if you do not know</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US" dirty="0"/>
              <a:t>Some Further Teamwork Considerations</a:t>
            </a:r>
          </a:p>
        </p:txBody>
      </p:sp>
      <p:sp>
        <p:nvSpPr>
          <p:cNvPr id="28675" name="Rectangle 3"/>
          <p:cNvSpPr>
            <a:spLocks noGrp="1" noChangeArrowheads="1"/>
          </p:cNvSpPr>
          <p:nvPr>
            <p:ph type="body" idx="1"/>
          </p:nvPr>
        </p:nvSpPr>
        <p:spPr/>
        <p:txBody>
          <a:bodyPr>
            <a:normAutofit/>
          </a:bodyPr>
          <a:lstStyle/>
          <a:p>
            <a:r>
              <a:rPr lang="en-US" dirty="0"/>
              <a:t>Work out all transitions clearly</a:t>
            </a:r>
          </a:p>
          <a:p>
            <a:pPr lvl="1"/>
            <a:r>
              <a:rPr lang="en-US" dirty="0"/>
              <a:t>Between sections</a:t>
            </a:r>
          </a:p>
          <a:p>
            <a:pPr lvl="1"/>
            <a:r>
              <a:rPr lang="en-US" dirty="0"/>
              <a:t>Between team members</a:t>
            </a:r>
          </a:p>
          <a:p>
            <a:pPr lvl="1"/>
            <a:r>
              <a:rPr lang="en-US" dirty="0"/>
              <a:t>Try to map between these carefully</a:t>
            </a:r>
          </a:p>
          <a:p>
            <a:r>
              <a:rPr lang="en-US" dirty="0"/>
              <a:t>Practice as a team multiple times and more than you would do otherwise</a:t>
            </a:r>
          </a:p>
          <a:p>
            <a:r>
              <a:rPr lang="en-US" dirty="0"/>
              <a:t>Speak with one at a time</a:t>
            </a:r>
          </a:p>
          <a:p>
            <a:r>
              <a:rPr lang="en-US" dirty="0"/>
              <a:t>Give the speaking member full attention yourself as well</a:t>
            </a:r>
          </a:p>
          <a:p>
            <a:pPr lvl="1"/>
            <a:r>
              <a:rPr lang="en-US" dirty="0"/>
              <a:t>If you look distracted it will make your audience distracted</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Reports</a:t>
            </a:r>
          </a:p>
        </p:txBody>
      </p:sp>
      <p:sp>
        <p:nvSpPr>
          <p:cNvPr id="3" name="Content Placeholder 2"/>
          <p:cNvSpPr>
            <a:spLocks noGrp="1"/>
          </p:cNvSpPr>
          <p:nvPr>
            <p:ph idx="1"/>
          </p:nvPr>
        </p:nvSpPr>
        <p:spPr/>
        <p:txBody>
          <a:bodyPr>
            <a:normAutofit/>
          </a:bodyPr>
          <a:lstStyle/>
          <a:p>
            <a:r>
              <a:rPr lang="en-AU" dirty="0"/>
              <a:t>A good presentation design </a:t>
            </a:r>
            <a:r>
              <a:rPr lang="en-AU" dirty="0">
                <a:sym typeface="Wingdings" pitchFamily="2" charset="2"/>
              </a:rPr>
              <a:t></a:t>
            </a:r>
            <a:r>
              <a:rPr lang="en-AU" dirty="0"/>
              <a:t> A good report</a:t>
            </a:r>
          </a:p>
          <a:p>
            <a:pPr lvl="1"/>
            <a:r>
              <a:rPr lang="en-AU" dirty="0"/>
              <a:t>Even if you do not perform well in a presentation, the preparation helps with the report</a:t>
            </a:r>
          </a:p>
          <a:p>
            <a:r>
              <a:rPr lang="en-AU" dirty="0"/>
              <a:t>Structure is pretty much the same for the presentations as well as the report</a:t>
            </a:r>
          </a:p>
          <a:p>
            <a:r>
              <a:rPr lang="en-AU" dirty="0"/>
              <a:t>Figures should be reused so they are not wasted</a:t>
            </a:r>
          </a:p>
          <a:p>
            <a:r>
              <a:rPr lang="en-AU" dirty="0"/>
              <a:t>Audience considerations directly translate</a:t>
            </a:r>
          </a:p>
          <a:p>
            <a:r>
              <a:rPr lang="en-AU" dirty="0"/>
              <a:t>Many issues such as Introduction being simple directly applies</a:t>
            </a:r>
          </a:p>
          <a:p>
            <a:endParaRPr lang="en-AU" dirty="0"/>
          </a:p>
          <a:p>
            <a:endParaRPr lang="en-A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Format/Structure of a Report</a:t>
            </a:r>
          </a:p>
        </p:txBody>
      </p:sp>
      <p:sp>
        <p:nvSpPr>
          <p:cNvPr id="3" name="Content Placeholder 2"/>
          <p:cNvSpPr>
            <a:spLocks noGrp="1"/>
          </p:cNvSpPr>
          <p:nvPr>
            <p:ph idx="1"/>
          </p:nvPr>
        </p:nvSpPr>
        <p:spPr>
          <a:xfrm>
            <a:off x="1981200" y="1268760"/>
            <a:ext cx="8229600" cy="5472608"/>
          </a:xfrm>
        </p:spPr>
        <p:txBody>
          <a:bodyPr>
            <a:normAutofit/>
          </a:bodyPr>
          <a:lstStyle/>
          <a:p>
            <a:r>
              <a:rPr lang="en-AU" dirty="0"/>
              <a:t>Please do not deviate from what the Project Specs say</a:t>
            </a:r>
          </a:p>
          <a:p>
            <a:r>
              <a:rPr lang="en-AU" dirty="0"/>
              <a:t>These are given with a proper real-life report in mind</a:t>
            </a:r>
          </a:p>
          <a:p>
            <a:endParaRPr lang="en-AU"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Details on Related Work/Analysis</a:t>
            </a:r>
          </a:p>
        </p:txBody>
      </p:sp>
      <p:sp>
        <p:nvSpPr>
          <p:cNvPr id="3" name="Content Placeholder 2"/>
          <p:cNvSpPr>
            <a:spLocks noGrp="1"/>
          </p:cNvSpPr>
          <p:nvPr>
            <p:ph idx="1"/>
          </p:nvPr>
        </p:nvSpPr>
        <p:spPr/>
        <p:txBody>
          <a:bodyPr>
            <a:normAutofit/>
          </a:bodyPr>
          <a:lstStyle/>
          <a:p>
            <a:r>
              <a:rPr lang="en-AU" dirty="0"/>
              <a:t>Background and critical analysis:</a:t>
            </a:r>
          </a:p>
          <a:p>
            <a:pPr lvl="1"/>
            <a:r>
              <a:rPr lang="en-AU" dirty="0"/>
              <a:t>Background cannot be a simple list of papers</a:t>
            </a:r>
          </a:p>
          <a:p>
            <a:pPr lvl="2"/>
            <a:r>
              <a:rPr lang="en-AU" dirty="0"/>
              <a:t>This is the most important issue with bad surveys</a:t>
            </a:r>
          </a:p>
          <a:p>
            <a:pPr lvl="1"/>
            <a:r>
              <a:rPr lang="en-AU" dirty="0"/>
              <a:t>Organize into subcategories/sections</a:t>
            </a:r>
          </a:p>
          <a:p>
            <a:pPr lvl="1"/>
            <a:r>
              <a:rPr lang="en-AU" dirty="0"/>
              <a:t>There is always a higher learning level you can give to the audience/readers (same with the presentations)</a:t>
            </a:r>
          </a:p>
          <a:p>
            <a:pPr lvl="1"/>
            <a:r>
              <a:rPr lang="en-AU" dirty="0"/>
              <a:t>Figure out parameters that matter for comparison</a:t>
            </a:r>
          </a:p>
          <a:p>
            <a:pPr lvl="1"/>
            <a:r>
              <a:rPr lang="en-AU" dirty="0"/>
              <a:t>Create a table of comparison (or two)</a:t>
            </a:r>
          </a:p>
          <a:p>
            <a:endParaRPr lang="en-A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An Example Comparison Table</a:t>
            </a:r>
          </a:p>
        </p:txBody>
      </p:sp>
      <p:pic>
        <p:nvPicPr>
          <p:cNvPr id="1026" name="Picture 2"/>
          <p:cNvPicPr>
            <a:picLocks noChangeAspect="1" noChangeArrowheads="1"/>
          </p:cNvPicPr>
          <p:nvPr/>
        </p:nvPicPr>
        <p:blipFill>
          <a:blip r:embed="rId2" cstate="print"/>
          <a:srcRect l="43900" t="32990" r="13182" b="19435"/>
          <a:stretch>
            <a:fillRect/>
          </a:stretch>
        </p:blipFill>
        <p:spPr bwMode="auto">
          <a:xfrm>
            <a:off x="2855640" y="1700808"/>
            <a:ext cx="6552728" cy="4388524"/>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Wrapping It Up</a:t>
            </a:r>
          </a:p>
        </p:txBody>
      </p:sp>
      <p:sp>
        <p:nvSpPr>
          <p:cNvPr id="3" name="Content Placeholder 2"/>
          <p:cNvSpPr>
            <a:spLocks noGrp="1"/>
          </p:cNvSpPr>
          <p:nvPr>
            <p:ph idx="1"/>
          </p:nvPr>
        </p:nvSpPr>
        <p:spPr/>
        <p:txBody>
          <a:bodyPr>
            <a:normAutofit/>
          </a:bodyPr>
          <a:lstStyle/>
          <a:p>
            <a:r>
              <a:rPr lang="en-AU" dirty="0"/>
              <a:t>Conclusions and future directions </a:t>
            </a:r>
          </a:p>
          <a:p>
            <a:pPr lvl="1"/>
            <a:r>
              <a:rPr lang="en-AU" dirty="0"/>
              <a:t>Do not underestimate yourself, be innovative</a:t>
            </a:r>
          </a:p>
          <a:p>
            <a:pPr lvl="1"/>
            <a:r>
              <a:rPr lang="en-AU" dirty="0"/>
              <a:t>Do not repeat the Introduction</a:t>
            </a:r>
          </a:p>
          <a:p>
            <a:r>
              <a:rPr lang="en-AU" dirty="0"/>
              <a:t>References and sources</a:t>
            </a:r>
          </a:p>
          <a:p>
            <a:pPr lvl="1"/>
            <a:r>
              <a:rPr lang="en-AU" dirty="0"/>
              <a:t>You should cite extensively for a survey but exclude papers with incremental contributions</a:t>
            </a:r>
          </a:p>
          <a:p>
            <a:pPr lvl="2"/>
            <a:r>
              <a:rPr lang="en-AU" dirty="0"/>
              <a:t>Use: citation counts, source of the paper, author reputations, etc.</a:t>
            </a:r>
          </a:p>
          <a:p>
            <a:pPr lvl="2"/>
            <a:r>
              <a:rPr lang="en-AU" dirty="0"/>
              <a:t>Do not cite papers that you have not read for the survey</a:t>
            </a:r>
          </a:p>
          <a:p>
            <a:pPr lvl="1"/>
            <a:r>
              <a:rPr lang="en-AU" dirty="0"/>
              <a:t>Citations should be done professionally</a:t>
            </a:r>
          </a:p>
          <a:p>
            <a:pPr lvl="2"/>
            <a:r>
              <a:rPr lang="en-AU" dirty="0"/>
              <a:t>Follow ACM Computing Survey style for the formatting for example</a:t>
            </a:r>
          </a:p>
          <a:p>
            <a:endParaRPr lang="en-AU"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2459-70B0-7639-7B42-FB91B28DE438}"/>
              </a:ext>
            </a:extLst>
          </p:cNvPr>
          <p:cNvSpPr>
            <a:spLocks noGrp="1"/>
          </p:cNvSpPr>
          <p:nvPr>
            <p:ph type="title"/>
          </p:nvPr>
        </p:nvSpPr>
        <p:spPr/>
        <p:txBody>
          <a:bodyPr/>
          <a:lstStyle/>
          <a:p>
            <a:r>
              <a:rPr lang="en-AU" dirty="0"/>
              <a:t>Take a Break (10 Minutes)</a:t>
            </a:r>
          </a:p>
        </p:txBody>
      </p:sp>
      <p:sp>
        <p:nvSpPr>
          <p:cNvPr id="3" name="Content Placeholder 2">
            <a:extLst>
              <a:ext uri="{FF2B5EF4-FFF2-40B4-BE49-F238E27FC236}">
                <a16:creationId xmlns:a16="http://schemas.microsoft.com/office/drawing/2014/main" id="{420C07DB-DC11-954F-B001-28D884C46A7E}"/>
              </a:ext>
            </a:extLst>
          </p:cNvPr>
          <p:cNvSpPr>
            <a:spLocks noGrp="1"/>
          </p:cNvSpPr>
          <p:nvPr>
            <p:ph idx="1"/>
          </p:nvPr>
        </p:nvSpPr>
        <p:spPr/>
        <p:txBody>
          <a:bodyPr/>
          <a:lstStyle/>
          <a:p>
            <a:r>
              <a:rPr lang="en-AU" dirty="0"/>
              <a:t>Take a break for 10 minutes.</a:t>
            </a:r>
          </a:p>
          <a:p>
            <a:r>
              <a:rPr lang="en-AU" dirty="0"/>
              <a:t>Deep breath and some stretches would help.</a:t>
            </a:r>
          </a:p>
        </p:txBody>
      </p:sp>
    </p:spTree>
    <p:extLst>
      <p:ext uri="{BB962C8B-B14F-4D97-AF65-F5344CB8AC3E}">
        <p14:creationId xmlns:p14="http://schemas.microsoft.com/office/powerpoint/2010/main" val="3800700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B0BC8-7A87-9BA2-D632-ED97D2F68669}"/>
              </a:ext>
            </a:extLst>
          </p:cNvPr>
          <p:cNvSpPr>
            <a:spLocks noGrp="1"/>
          </p:cNvSpPr>
          <p:nvPr>
            <p:ph type="ctrTitle"/>
          </p:nvPr>
        </p:nvSpPr>
        <p:spPr/>
        <p:txBody>
          <a:bodyPr/>
          <a:lstStyle/>
          <a:p>
            <a:r>
              <a:rPr lang="en-AU" dirty="0"/>
              <a:t>Advanced Database Systems</a:t>
            </a:r>
            <a:br>
              <a:rPr lang="en-AU" dirty="0"/>
            </a:br>
            <a:r>
              <a:rPr lang="en-AU" dirty="0"/>
              <a:t>Winter Semester</a:t>
            </a:r>
          </a:p>
        </p:txBody>
      </p:sp>
      <p:sp>
        <p:nvSpPr>
          <p:cNvPr id="3" name="Subtitle 2">
            <a:extLst>
              <a:ext uri="{FF2B5EF4-FFF2-40B4-BE49-F238E27FC236}">
                <a16:creationId xmlns:a16="http://schemas.microsoft.com/office/drawing/2014/main" id="{1A6FB0D5-866C-AF7E-1008-D048EF1DCCC8}"/>
              </a:ext>
            </a:extLst>
          </p:cNvPr>
          <p:cNvSpPr>
            <a:spLocks noGrp="1"/>
          </p:cNvSpPr>
          <p:nvPr>
            <p:ph type="subTitle" idx="1"/>
          </p:nvPr>
        </p:nvSpPr>
        <p:spPr/>
        <p:txBody>
          <a:bodyPr/>
          <a:lstStyle/>
          <a:p>
            <a:r>
              <a:rPr lang="en-AU" dirty="0"/>
              <a:t>Week 1- Part Two (HDD/ SSD/ Memory Hierarchy)</a:t>
            </a:r>
          </a:p>
          <a:p>
            <a:r>
              <a:rPr lang="en-AU" dirty="0"/>
              <a:t>Ahmad</a:t>
            </a:r>
          </a:p>
        </p:txBody>
      </p:sp>
    </p:spTree>
    <p:extLst>
      <p:ext uri="{BB962C8B-B14F-4D97-AF65-F5344CB8AC3E}">
        <p14:creationId xmlns:p14="http://schemas.microsoft.com/office/powerpoint/2010/main" val="891674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93256-57CD-48CE-AF34-FFB346EAC4AC}"/>
              </a:ext>
            </a:extLst>
          </p:cNvPr>
          <p:cNvSpPr>
            <a:spLocks noGrp="1"/>
          </p:cNvSpPr>
          <p:nvPr>
            <p:ph type="title"/>
          </p:nvPr>
        </p:nvSpPr>
        <p:spPr/>
        <p:txBody>
          <a:bodyPr/>
          <a:lstStyle/>
          <a:p>
            <a:r>
              <a:rPr lang="en-AU" dirty="0"/>
              <a:t>Hard Disk Drives (HDD)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4FCDBD-E4BE-45CC-A434-A1BFF3121626}"/>
                  </a:ext>
                </a:extLst>
              </p:cNvPr>
              <p:cNvSpPr>
                <a:spLocks noGrp="1"/>
              </p:cNvSpPr>
              <p:nvPr>
                <p:ph idx="1"/>
              </p:nvPr>
            </p:nvSpPr>
            <p:spPr/>
            <p:txBody>
              <a:bodyPr/>
              <a:lstStyle/>
              <a:p>
                <a:pPr marL="514350" indent="-514350">
                  <a:buFont typeface="+mj-lt"/>
                  <a:buAutoNum type="arabicPeriod"/>
                </a:pPr>
                <a:r>
                  <a:rPr lang="en-AU" dirty="0"/>
                  <a:t>How does HDD work?</a:t>
                </a:r>
              </a:p>
              <a:p>
                <a:pPr lvl="1"/>
                <a:r>
                  <a:rPr lang="en-AU" dirty="0">
                    <a:hlinkClick r:id="rId3"/>
                  </a:rPr>
                  <a:t>https://animagraffs.com/hard-disk-drive/</a:t>
                </a:r>
                <a:endParaRPr lang="en-AU" dirty="0"/>
              </a:p>
              <a:p>
                <a:pPr marL="457200" lvl="1" indent="0">
                  <a:buNone/>
                </a:pPr>
                <a:endParaRPr lang="en-AU" dirty="0"/>
              </a:p>
              <a:p>
                <a:pPr lvl="1"/>
                <a:r>
                  <a:rPr lang="en-AU" dirty="0"/>
                  <a:t>How can we formulate the read/write time?</a:t>
                </a:r>
              </a:p>
              <a:p>
                <a:pPr lvl="2"/>
                <a14:m>
                  <m:oMath xmlns:m="http://schemas.openxmlformats.org/officeDocument/2006/math">
                    <m:r>
                      <a:rPr lang="en-AU" i="1" dirty="0" smtClean="0">
                        <a:latin typeface="Cambria Math" panose="02040503050406030204" pitchFamily="18" charset="0"/>
                      </a:rPr>
                      <m:t>𝐷𝑖𝑠𝑘</m:t>
                    </m:r>
                    <m:r>
                      <a:rPr lang="en-AU" i="1" dirty="0" smtClean="0">
                        <a:latin typeface="Cambria Math" panose="02040503050406030204" pitchFamily="18" charset="0"/>
                      </a:rPr>
                      <m:t> </m:t>
                    </m:r>
                    <m:r>
                      <a:rPr lang="en-AU" i="1" dirty="0" smtClean="0">
                        <a:latin typeface="Cambria Math" panose="02040503050406030204" pitchFamily="18" charset="0"/>
                      </a:rPr>
                      <m:t>𝑎𝑐𝑐𝑒𝑠𝑠</m:t>
                    </m:r>
                    <m:r>
                      <a:rPr lang="en-AU" i="1" dirty="0" smtClean="0">
                        <a:latin typeface="Cambria Math" panose="02040503050406030204" pitchFamily="18" charset="0"/>
                      </a:rPr>
                      <m:t> </m:t>
                    </m:r>
                    <m:r>
                      <a:rPr lang="en-AU" i="1" dirty="0" smtClean="0">
                        <a:latin typeface="Cambria Math" panose="02040503050406030204" pitchFamily="18" charset="0"/>
                      </a:rPr>
                      <m:t>𝑡𝑖𝑚𝑒</m:t>
                    </m:r>
                    <m:r>
                      <a:rPr lang="en-AU" i="1" dirty="0" smtClean="0">
                        <a:latin typeface="Cambria Math" panose="02040503050406030204" pitchFamily="18" charset="0"/>
                      </a:rPr>
                      <m:t>   = </m:t>
                    </m:r>
                    <m:r>
                      <a:rPr lang="en-AU" i="1" dirty="0" smtClean="0">
                        <a:latin typeface="Cambria Math" panose="02040503050406030204" pitchFamily="18" charset="0"/>
                      </a:rPr>
                      <m:t>𝑠𝑒𝑒𝑘</m:t>
                    </m:r>
                    <m:r>
                      <a:rPr lang="en-AU" i="1" dirty="0" smtClean="0">
                        <a:latin typeface="Cambria Math" panose="02040503050406030204" pitchFamily="18" charset="0"/>
                      </a:rPr>
                      <m:t> </m:t>
                    </m:r>
                    <m:r>
                      <a:rPr lang="en-AU" i="1" dirty="0" smtClean="0">
                        <a:latin typeface="Cambria Math" panose="02040503050406030204" pitchFamily="18" charset="0"/>
                      </a:rPr>
                      <m:t>𝑡𝑖𝑚𝑒</m:t>
                    </m:r>
                    <m:r>
                      <a:rPr lang="en-AU" i="1" dirty="0" smtClean="0">
                        <a:latin typeface="Cambria Math" panose="02040503050406030204" pitchFamily="18" charset="0"/>
                      </a:rPr>
                      <m:t> + </m:t>
                    </m:r>
                    <m:r>
                      <a:rPr lang="en-AU" i="1" dirty="0" smtClean="0">
                        <a:latin typeface="Cambria Math" panose="02040503050406030204" pitchFamily="18" charset="0"/>
                      </a:rPr>
                      <m:t>𝑟𝑜𝑡𝑎𝑡𝑖𝑜𝑛</m:t>
                    </m:r>
                    <m:r>
                      <a:rPr lang="en-AU" i="1" dirty="0" smtClean="0">
                        <a:latin typeface="Cambria Math" panose="02040503050406030204" pitchFamily="18" charset="0"/>
                      </a:rPr>
                      <m:t> </m:t>
                    </m:r>
                    <m:r>
                      <a:rPr lang="en-AU" i="1" dirty="0" smtClean="0">
                        <a:latin typeface="Cambria Math" panose="02040503050406030204" pitchFamily="18" charset="0"/>
                      </a:rPr>
                      <m:t>𝑡𝑖𝑚𝑒</m:t>
                    </m:r>
                    <m:r>
                      <a:rPr lang="en-AU" i="1" dirty="0" smtClean="0">
                        <a:latin typeface="Cambria Math" panose="02040503050406030204" pitchFamily="18" charset="0"/>
                      </a:rPr>
                      <m:t> + </m:t>
                    </m:r>
                    <m:d>
                      <m:dPr>
                        <m:ctrlPr>
                          <a:rPr lang="en-AU" i="1" dirty="0" smtClean="0">
                            <a:latin typeface="Cambria Math" panose="02040503050406030204" pitchFamily="18" charset="0"/>
                          </a:rPr>
                        </m:ctrlPr>
                      </m:dPr>
                      <m:e>
                        <m:f>
                          <m:fPr>
                            <m:ctrlPr>
                              <a:rPr lang="en-AU" i="1" dirty="0" smtClean="0">
                                <a:latin typeface="Cambria Math" panose="02040503050406030204" pitchFamily="18" charset="0"/>
                              </a:rPr>
                            </m:ctrlPr>
                          </m:fPr>
                          <m:num>
                            <m:r>
                              <a:rPr lang="en-AU" i="1" dirty="0" smtClean="0">
                                <a:latin typeface="Cambria Math" panose="02040503050406030204" pitchFamily="18" charset="0"/>
                              </a:rPr>
                              <m:t>𝑡𝑟𝑎𝑛𝑠𝑓𝑒𝑟</m:t>
                            </m:r>
                            <m:r>
                              <a:rPr lang="en-AU" b="0" i="1" dirty="0" smtClean="0">
                                <a:latin typeface="Cambria Math" panose="02040503050406030204" pitchFamily="18" charset="0"/>
                              </a:rPr>
                              <m:t> </m:t>
                            </m:r>
                            <m:r>
                              <a:rPr lang="en-AU" i="1" dirty="0" smtClean="0">
                                <a:latin typeface="Cambria Math" panose="02040503050406030204" pitchFamily="18" charset="0"/>
                              </a:rPr>
                              <m:t>𝑙𝑒𝑛𝑔𝑡h</m:t>
                            </m:r>
                          </m:num>
                          <m:den>
                            <m:r>
                              <a:rPr lang="en-AU" i="1" dirty="0" smtClean="0">
                                <a:latin typeface="Cambria Math" panose="02040503050406030204" pitchFamily="18" charset="0"/>
                              </a:rPr>
                              <m:t>𝐵𝑎𝑛𝑑𝑤𝑖𝑑𝑡h</m:t>
                            </m:r>
                          </m:den>
                        </m:f>
                      </m:e>
                    </m:d>
                    <m:r>
                      <a:rPr lang="en-AU" i="1" smtClean="0">
                        <a:latin typeface="Cambria Math" panose="02040503050406030204" pitchFamily="18" charset="0"/>
                      </a:rPr>
                      <m:t>.</m:t>
                    </m:r>
                  </m:oMath>
                </a14:m>
                <a:endParaRPr lang="en-AU" dirty="0"/>
              </a:p>
              <a:p>
                <a:pPr lvl="1"/>
                <a:r>
                  <a:rPr lang="en-AU" dirty="0"/>
                  <a:t>[Think for now] If you were about to improve HDD, what changes would you made to the architecture?</a:t>
                </a:r>
              </a:p>
              <a:p>
                <a:pPr lvl="2"/>
                <a:r>
                  <a:rPr lang="en-AU" dirty="0"/>
                  <a:t>Check the disk access time and respond. </a:t>
                </a:r>
              </a:p>
            </p:txBody>
          </p:sp>
        </mc:Choice>
        <mc:Fallback xmlns="">
          <p:sp>
            <p:nvSpPr>
              <p:cNvPr id="3" name="Content Placeholder 2">
                <a:extLst>
                  <a:ext uri="{FF2B5EF4-FFF2-40B4-BE49-F238E27FC236}">
                    <a16:creationId xmlns:a16="http://schemas.microsoft.com/office/drawing/2014/main" id="{AB4FCDBD-E4BE-45CC-A434-A1BFF3121626}"/>
                  </a:ext>
                </a:extLst>
              </p:cNvPr>
              <p:cNvSpPr>
                <a:spLocks noGrp="1" noRot="1" noChangeAspect="1" noMove="1" noResize="1" noEditPoints="1" noAdjustHandles="1" noChangeArrowheads="1" noChangeShapeType="1" noTextEdit="1"/>
              </p:cNvSpPr>
              <p:nvPr>
                <p:ph idx="1"/>
              </p:nvPr>
            </p:nvSpPr>
            <p:spPr>
              <a:blipFill>
                <a:blip r:embed="rId4"/>
                <a:stretch>
                  <a:fillRect l="-1217" t="-2381"/>
                </a:stretch>
              </a:blipFill>
            </p:spPr>
            <p:txBody>
              <a:bodyPr/>
              <a:lstStyle/>
              <a:p>
                <a:r>
                  <a:rPr lang="en-AU">
                    <a:noFill/>
                  </a:rPr>
                  <a:t> </a:t>
                </a:r>
              </a:p>
            </p:txBody>
          </p:sp>
        </mc:Fallback>
      </mc:AlternateContent>
      <p:pic>
        <p:nvPicPr>
          <p:cNvPr id="4" name="Content Placeholder 4" descr="Chart, radar chart&#10;&#10;Description automatically generated">
            <a:extLst>
              <a:ext uri="{FF2B5EF4-FFF2-40B4-BE49-F238E27FC236}">
                <a16:creationId xmlns:a16="http://schemas.microsoft.com/office/drawing/2014/main" id="{EF61D88C-C293-A740-B585-23B959AA37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49273" y="1196014"/>
            <a:ext cx="2670203" cy="2380393"/>
          </a:xfrm>
          <a:prstGeom prst="rect">
            <a:avLst/>
          </a:prstGeom>
        </p:spPr>
      </p:pic>
    </p:spTree>
    <p:extLst>
      <p:ext uri="{BB962C8B-B14F-4D97-AF65-F5344CB8AC3E}">
        <p14:creationId xmlns:p14="http://schemas.microsoft.com/office/powerpoint/2010/main" val="1089874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2D63-13D1-492B-A9C9-231EF7F2963B}"/>
              </a:ext>
            </a:extLst>
          </p:cNvPr>
          <p:cNvSpPr>
            <a:spLocks noGrp="1"/>
          </p:cNvSpPr>
          <p:nvPr>
            <p:ph type="title"/>
          </p:nvPr>
        </p:nvSpPr>
        <p:spPr/>
        <p:txBody>
          <a:bodyPr/>
          <a:lstStyle/>
          <a:p>
            <a:r>
              <a:rPr lang="en-AU" dirty="0"/>
              <a:t>Question 1 (Breakout rooms)</a:t>
            </a:r>
          </a:p>
        </p:txBody>
      </p:sp>
      <p:sp>
        <p:nvSpPr>
          <p:cNvPr id="3" name="Content Placeholder 2">
            <a:extLst>
              <a:ext uri="{FF2B5EF4-FFF2-40B4-BE49-F238E27FC236}">
                <a16:creationId xmlns:a16="http://schemas.microsoft.com/office/drawing/2014/main" id="{51BD1B95-6B41-4DEE-B991-65893F87E3AA}"/>
              </a:ext>
            </a:extLst>
          </p:cNvPr>
          <p:cNvSpPr>
            <a:spLocks noGrp="1"/>
          </p:cNvSpPr>
          <p:nvPr>
            <p:ph idx="1"/>
          </p:nvPr>
        </p:nvSpPr>
        <p:spPr/>
        <p:txBody>
          <a:bodyPr/>
          <a:lstStyle/>
          <a:p>
            <a:r>
              <a:rPr lang="en-AU" dirty="0"/>
              <a:t>In a hard disk drive (HDD), the average seek time is 12 </a:t>
            </a:r>
            <a:r>
              <a:rPr lang="en-AU" dirty="0" err="1"/>
              <a:t>ms</a:t>
            </a:r>
            <a:r>
              <a:rPr lang="en-AU" dirty="0"/>
              <a:t>, rotation delay is 4 </a:t>
            </a:r>
            <a:r>
              <a:rPr lang="en-AU" dirty="0" err="1"/>
              <a:t>ms</a:t>
            </a:r>
            <a:r>
              <a:rPr lang="en-AU" dirty="0"/>
              <a:t>, and transfer rate is 4MB/sec. For simplicity we assume 1MB equals to 1000KB.</a:t>
            </a:r>
          </a:p>
          <a:p>
            <a:pPr marL="914400" lvl="1" indent="-457200">
              <a:buFont typeface="+mj-lt"/>
              <a:buAutoNum type="alphaLcParenR"/>
            </a:pPr>
            <a:r>
              <a:rPr lang="en-AU" dirty="0"/>
              <a:t>What physical property of an HDD causes the seek time delay?</a:t>
            </a:r>
          </a:p>
          <a:p>
            <a:pPr marL="914400" lvl="1" indent="-457200">
              <a:buFont typeface="+mj-lt"/>
              <a:buAutoNum type="alphaLcParenR"/>
            </a:pPr>
            <a:r>
              <a:rPr lang="en-AU" dirty="0"/>
              <a:t>What physical property of an HDD causes the rotation delay?</a:t>
            </a:r>
          </a:p>
          <a:p>
            <a:pPr marL="914400" lvl="1" indent="-457200">
              <a:buFont typeface="+mj-lt"/>
              <a:buAutoNum type="alphaLcParenR"/>
            </a:pPr>
            <a:r>
              <a:rPr lang="en-AU" dirty="0"/>
              <a:t>What will be the disk access time for a transfer size of 8MB? What will be the disk access time for a transfer size of 8KB?</a:t>
            </a:r>
          </a:p>
          <a:p>
            <a:pPr marL="914400" lvl="1" indent="-457200">
              <a:buFont typeface="+mj-lt"/>
              <a:buAutoNum type="alphaLcParenR"/>
            </a:pPr>
            <a:r>
              <a:rPr lang="en-AU" dirty="0"/>
              <a:t> In a solid state drive, what will be the disk access time for a transfer size of 8MB when transfer rate 4MB/sec? Is an SSD faster than an HDD for the same amount of data transfer (Assuming the base sequential data transfer rates are the same for the given two drives.)? Why?</a:t>
            </a:r>
          </a:p>
        </p:txBody>
      </p:sp>
    </p:spTree>
    <p:extLst>
      <p:ext uri="{BB962C8B-B14F-4D97-AF65-F5344CB8AC3E}">
        <p14:creationId xmlns:p14="http://schemas.microsoft.com/office/powerpoint/2010/main" val="4221277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77FE-B0CC-632B-B860-1CA55F6B4E4A}"/>
              </a:ext>
            </a:extLst>
          </p:cNvPr>
          <p:cNvSpPr>
            <a:spLocks noGrp="1"/>
          </p:cNvSpPr>
          <p:nvPr>
            <p:ph type="title"/>
          </p:nvPr>
        </p:nvSpPr>
        <p:spPr/>
        <p:txBody>
          <a:bodyPr/>
          <a:lstStyle/>
          <a:p>
            <a:r>
              <a:rPr lang="en-AU" dirty="0"/>
              <a:t>Question 1- Solution (1)</a:t>
            </a:r>
          </a:p>
        </p:txBody>
      </p:sp>
      <p:sp>
        <p:nvSpPr>
          <p:cNvPr id="3" name="Content Placeholder 2">
            <a:extLst>
              <a:ext uri="{FF2B5EF4-FFF2-40B4-BE49-F238E27FC236}">
                <a16:creationId xmlns:a16="http://schemas.microsoft.com/office/drawing/2014/main" id="{0E72257B-3C7A-C2A0-42C2-81199E49D12A}"/>
              </a:ext>
            </a:extLst>
          </p:cNvPr>
          <p:cNvSpPr>
            <a:spLocks noGrp="1"/>
          </p:cNvSpPr>
          <p:nvPr>
            <p:ph idx="1"/>
          </p:nvPr>
        </p:nvSpPr>
        <p:spPr/>
        <p:txBody>
          <a:bodyPr/>
          <a:lstStyle/>
          <a:p>
            <a:pPr marL="457200" indent="-457200">
              <a:buFont typeface="+mj-lt"/>
              <a:buAutoNum type="alphaLcParenR"/>
            </a:pPr>
            <a:r>
              <a:rPr lang="en-AU" dirty="0"/>
              <a:t>What physical property of an HDD causes the seek time delay?</a:t>
            </a:r>
          </a:p>
          <a:p>
            <a:pPr lvl="1"/>
            <a:r>
              <a:rPr lang="en-AU" dirty="0">
                <a:solidFill>
                  <a:schemeClr val="accent5">
                    <a:lumMod val="75000"/>
                  </a:schemeClr>
                </a:solidFill>
              </a:rPr>
              <a:t>The seek time delay/seek latency is the period that the head of the actuator arm moves from a position to a required track. </a:t>
            </a:r>
          </a:p>
          <a:p>
            <a:pPr marL="457200" indent="-457200">
              <a:buFont typeface="+mj-lt"/>
              <a:buAutoNum type="alphaLcParenR"/>
            </a:pPr>
            <a:r>
              <a:rPr lang="en-AU" dirty="0"/>
              <a:t>What physical property of an HDD causes the rotation delay?</a:t>
            </a:r>
          </a:p>
          <a:p>
            <a:pPr lvl="1"/>
            <a:r>
              <a:rPr lang="en-AU" dirty="0">
                <a:solidFill>
                  <a:schemeClr val="accent5">
                    <a:lumMod val="75000"/>
                  </a:schemeClr>
                </a:solidFill>
              </a:rPr>
              <a:t>The rotation delay/rotation latency is the waiting period that the rotation of the disk brings the required sector of a track to head of the actuator arm.</a:t>
            </a:r>
          </a:p>
          <a:p>
            <a:pPr marL="457200" indent="-457200">
              <a:buFont typeface="+mj-lt"/>
              <a:buAutoNum type="alphaLcParenR"/>
            </a:pPr>
            <a:r>
              <a:rPr lang="en-AU" dirty="0"/>
              <a:t>What will be the disk access time for a transfer size of 8MB? What will be the disk access time for a transfer size of 8KB?</a:t>
            </a:r>
          </a:p>
        </p:txBody>
      </p:sp>
    </p:spTree>
    <p:extLst>
      <p:ext uri="{BB962C8B-B14F-4D97-AF65-F5344CB8AC3E}">
        <p14:creationId xmlns:p14="http://schemas.microsoft.com/office/powerpoint/2010/main" val="1569589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77FE-B0CC-632B-B860-1CA55F6B4E4A}"/>
              </a:ext>
            </a:extLst>
          </p:cNvPr>
          <p:cNvSpPr>
            <a:spLocks noGrp="1"/>
          </p:cNvSpPr>
          <p:nvPr>
            <p:ph type="title"/>
          </p:nvPr>
        </p:nvSpPr>
        <p:spPr/>
        <p:txBody>
          <a:bodyPr/>
          <a:lstStyle/>
          <a:p>
            <a:r>
              <a:rPr lang="en-AU" dirty="0"/>
              <a:t>Question 1- Solution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72257B-3C7A-C2A0-42C2-81199E49D12A}"/>
                  </a:ext>
                </a:extLst>
              </p:cNvPr>
              <p:cNvSpPr>
                <a:spLocks noGrp="1"/>
              </p:cNvSpPr>
              <p:nvPr>
                <p:ph idx="1"/>
              </p:nvPr>
            </p:nvSpPr>
            <p:spPr/>
            <p:txBody>
              <a:bodyPr>
                <a:normAutofit fontScale="92500"/>
              </a:bodyPr>
              <a:lstStyle/>
              <a:p>
                <a:pPr marL="514350" indent="-514350">
                  <a:buFont typeface="+mj-lt"/>
                  <a:buAutoNum type="alphaLcParenR" startAt="3"/>
                </a:pPr>
                <a:r>
                  <a:rPr lang="en-AU" dirty="0"/>
                  <a:t>What will be the disk access time for a transfer size of 8MB? What will be the disk access time for a transfer size of 8KB?</a:t>
                </a:r>
              </a:p>
              <a:p>
                <a:pPr lvl="1"/>
                <a:r>
                  <a:rPr lang="en-AU" dirty="0">
                    <a:solidFill>
                      <a:schemeClr val="accent5">
                        <a:lumMod val="75000"/>
                      </a:schemeClr>
                    </a:solidFill>
                  </a:rPr>
                  <a:t>c-1: Disk access time for 8MB  = </a:t>
                </a:r>
              </a:p>
              <a:p>
                <a:pPr marL="457200" lvl="1" indent="0">
                  <a:buNone/>
                </a:pPr>
                <a14:m>
                  <m:oMathPara xmlns:m="http://schemas.openxmlformats.org/officeDocument/2006/math">
                    <m:oMathParaPr>
                      <m:jc m:val="centerGroup"/>
                    </m:oMathParaPr>
                    <m:oMath xmlns:m="http://schemas.openxmlformats.org/officeDocument/2006/math">
                      <m:r>
                        <a:rPr lang="en-AU" i="1" dirty="0" smtClean="0">
                          <a:solidFill>
                            <a:schemeClr val="accent5">
                              <a:lumMod val="75000"/>
                            </a:schemeClr>
                          </a:solidFill>
                          <a:latin typeface="Cambria Math" panose="02040503050406030204" pitchFamily="18" charset="0"/>
                        </a:rPr>
                        <m:t>𝑠𝑒𝑒𝑘</m:t>
                      </m:r>
                      <m:r>
                        <a:rPr lang="en-AU" i="1" dirty="0" smtClean="0">
                          <a:solidFill>
                            <a:schemeClr val="accent5">
                              <a:lumMod val="75000"/>
                            </a:schemeClr>
                          </a:solidFill>
                          <a:latin typeface="Cambria Math" panose="02040503050406030204" pitchFamily="18" charset="0"/>
                        </a:rPr>
                        <m:t> </m:t>
                      </m:r>
                      <m:r>
                        <a:rPr lang="en-AU" i="1" dirty="0" smtClean="0">
                          <a:solidFill>
                            <a:schemeClr val="accent5">
                              <a:lumMod val="75000"/>
                            </a:schemeClr>
                          </a:solidFill>
                          <a:latin typeface="Cambria Math" panose="02040503050406030204" pitchFamily="18" charset="0"/>
                        </a:rPr>
                        <m:t>𝑡𝑖𝑚𝑒</m:t>
                      </m:r>
                      <m:r>
                        <a:rPr lang="en-AU" i="1" dirty="0" smtClean="0">
                          <a:solidFill>
                            <a:schemeClr val="accent5">
                              <a:lumMod val="75000"/>
                            </a:schemeClr>
                          </a:solidFill>
                          <a:latin typeface="Cambria Math" panose="02040503050406030204" pitchFamily="18" charset="0"/>
                        </a:rPr>
                        <m:t> + </m:t>
                      </m:r>
                      <m:r>
                        <a:rPr lang="en-AU" i="1" dirty="0" smtClean="0">
                          <a:solidFill>
                            <a:schemeClr val="accent5">
                              <a:lumMod val="75000"/>
                            </a:schemeClr>
                          </a:solidFill>
                          <a:latin typeface="Cambria Math" panose="02040503050406030204" pitchFamily="18" charset="0"/>
                        </a:rPr>
                        <m:t>𝑟𝑜𝑡𝑎𝑡𝑖𝑜𝑛</m:t>
                      </m:r>
                      <m:r>
                        <a:rPr lang="en-AU" i="1" dirty="0" smtClean="0">
                          <a:solidFill>
                            <a:schemeClr val="accent5">
                              <a:lumMod val="75000"/>
                            </a:schemeClr>
                          </a:solidFill>
                          <a:latin typeface="Cambria Math" panose="02040503050406030204" pitchFamily="18" charset="0"/>
                        </a:rPr>
                        <m:t> </m:t>
                      </m:r>
                      <m:r>
                        <a:rPr lang="en-AU" i="1" dirty="0" smtClean="0">
                          <a:solidFill>
                            <a:schemeClr val="accent5">
                              <a:lumMod val="75000"/>
                            </a:schemeClr>
                          </a:solidFill>
                          <a:latin typeface="Cambria Math" panose="02040503050406030204" pitchFamily="18" charset="0"/>
                        </a:rPr>
                        <m:t>𝑡𝑖𝑚𝑒</m:t>
                      </m:r>
                      <m:r>
                        <a:rPr lang="en-AU" i="1" dirty="0" smtClean="0">
                          <a:solidFill>
                            <a:schemeClr val="accent5">
                              <a:lumMod val="75000"/>
                            </a:schemeClr>
                          </a:solidFill>
                          <a:latin typeface="Cambria Math" panose="02040503050406030204" pitchFamily="18" charset="0"/>
                        </a:rPr>
                        <m:t> + </m:t>
                      </m:r>
                      <m:d>
                        <m:dPr>
                          <m:ctrlPr>
                            <a:rPr lang="en-AU" i="1" dirty="0" smtClean="0">
                              <a:solidFill>
                                <a:schemeClr val="accent5">
                                  <a:lumMod val="75000"/>
                                </a:schemeClr>
                              </a:solidFill>
                              <a:latin typeface="Cambria Math" panose="02040503050406030204" pitchFamily="18" charset="0"/>
                            </a:rPr>
                          </m:ctrlPr>
                        </m:dPr>
                        <m:e>
                          <m:f>
                            <m:fPr>
                              <m:ctrlPr>
                                <a:rPr lang="en-AU" i="1" dirty="0" smtClean="0">
                                  <a:solidFill>
                                    <a:schemeClr val="accent5">
                                      <a:lumMod val="75000"/>
                                    </a:schemeClr>
                                  </a:solidFill>
                                  <a:latin typeface="Cambria Math" panose="02040503050406030204" pitchFamily="18" charset="0"/>
                                </a:rPr>
                              </m:ctrlPr>
                            </m:fPr>
                            <m:num>
                              <m:r>
                                <a:rPr lang="en-AU" i="1" dirty="0" smtClean="0">
                                  <a:solidFill>
                                    <a:schemeClr val="accent5">
                                      <a:lumMod val="75000"/>
                                    </a:schemeClr>
                                  </a:solidFill>
                                  <a:latin typeface="Cambria Math" panose="02040503050406030204" pitchFamily="18" charset="0"/>
                                </a:rPr>
                                <m:t>𝑡𝑟𝑎𝑛𝑠𝑓𝑒𝑟𝑙𝑒𝑛𝑔𝑡h</m:t>
                              </m:r>
                            </m:num>
                            <m:den>
                              <m:r>
                                <a:rPr lang="en-AU" i="1" dirty="0" smtClean="0">
                                  <a:solidFill>
                                    <a:schemeClr val="accent5">
                                      <a:lumMod val="75000"/>
                                    </a:schemeClr>
                                  </a:solidFill>
                                  <a:latin typeface="Cambria Math" panose="02040503050406030204" pitchFamily="18" charset="0"/>
                                </a:rPr>
                                <m:t>𝐵𝑎𝑛𝑑𝑤𝑖𝑑𝑡h</m:t>
                              </m:r>
                            </m:den>
                          </m:f>
                        </m:e>
                      </m:d>
                      <m:r>
                        <a:rPr lang="en-AU" b="0" i="1" dirty="0" smtClean="0">
                          <a:solidFill>
                            <a:schemeClr val="accent5">
                              <a:lumMod val="75000"/>
                            </a:schemeClr>
                          </a:solidFill>
                          <a:latin typeface="Cambria Math" panose="02040503050406030204" pitchFamily="18" charset="0"/>
                        </a:rPr>
                        <m:t>=     </m:t>
                      </m:r>
                      <m:r>
                        <a:rPr lang="en-AU" i="1" dirty="0" smtClean="0">
                          <a:solidFill>
                            <a:schemeClr val="accent5">
                              <a:lumMod val="75000"/>
                            </a:schemeClr>
                          </a:solidFill>
                          <a:latin typeface="Cambria Math" panose="02040503050406030204" pitchFamily="18" charset="0"/>
                        </a:rPr>
                        <m:t>12</m:t>
                      </m:r>
                      <m:r>
                        <a:rPr lang="en-AU" b="0" i="1" dirty="0" smtClean="0">
                          <a:solidFill>
                            <a:schemeClr val="accent5">
                              <a:lumMod val="75000"/>
                            </a:schemeClr>
                          </a:solidFill>
                          <a:latin typeface="Cambria Math" panose="02040503050406030204" pitchFamily="18" charset="0"/>
                        </a:rPr>
                        <m:t>      </m:t>
                      </m:r>
                      <m:r>
                        <a:rPr lang="en-AU" i="1" dirty="0" smtClean="0">
                          <a:solidFill>
                            <a:schemeClr val="accent5">
                              <a:lumMod val="75000"/>
                            </a:schemeClr>
                          </a:solidFill>
                          <a:latin typeface="Cambria Math" panose="02040503050406030204" pitchFamily="18" charset="0"/>
                        </a:rPr>
                        <m:t>+</m:t>
                      </m:r>
                      <m:r>
                        <a:rPr lang="en-AU" b="0" i="1" dirty="0" smtClean="0">
                          <a:solidFill>
                            <a:schemeClr val="accent5">
                              <a:lumMod val="75000"/>
                            </a:schemeClr>
                          </a:solidFill>
                          <a:latin typeface="Cambria Math" panose="02040503050406030204" pitchFamily="18" charset="0"/>
                        </a:rPr>
                        <m:t>            </m:t>
                      </m:r>
                      <m:r>
                        <a:rPr lang="en-AU" i="1" dirty="0" smtClean="0">
                          <a:solidFill>
                            <a:schemeClr val="accent5">
                              <a:lumMod val="75000"/>
                            </a:schemeClr>
                          </a:solidFill>
                          <a:latin typeface="Cambria Math" panose="02040503050406030204" pitchFamily="18" charset="0"/>
                        </a:rPr>
                        <m:t>4</m:t>
                      </m:r>
                      <m:r>
                        <a:rPr lang="en-AU" b="0" i="1" dirty="0" smtClean="0">
                          <a:solidFill>
                            <a:schemeClr val="accent5">
                              <a:lumMod val="75000"/>
                            </a:schemeClr>
                          </a:solidFill>
                          <a:latin typeface="Cambria Math" panose="02040503050406030204" pitchFamily="18" charset="0"/>
                        </a:rPr>
                        <m:t>                </m:t>
                      </m:r>
                      <m:r>
                        <a:rPr lang="en-AU" i="1" dirty="0" smtClean="0">
                          <a:solidFill>
                            <a:schemeClr val="accent5">
                              <a:lumMod val="75000"/>
                            </a:schemeClr>
                          </a:solidFill>
                          <a:latin typeface="Cambria Math" panose="02040503050406030204" pitchFamily="18" charset="0"/>
                        </a:rPr>
                        <m:t>+ </m:t>
                      </m:r>
                      <m:r>
                        <a:rPr lang="en-AU" b="0" i="1" dirty="0" smtClean="0">
                          <a:solidFill>
                            <a:schemeClr val="accent5">
                              <a:lumMod val="75000"/>
                            </a:schemeClr>
                          </a:solidFill>
                          <a:latin typeface="Cambria Math" panose="02040503050406030204" pitchFamily="18" charset="0"/>
                        </a:rPr>
                        <m:t>  </m:t>
                      </m:r>
                      <m:d>
                        <m:dPr>
                          <m:ctrlPr>
                            <a:rPr lang="en-AU" i="1" dirty="0" smtClean="0">
                              <a:solidFill>
                                <a:schemeClr val="accent5">
                                  <a:lumMod val="75000"/>
                                </a:schemeClr>
                              </a:solidFill>
                              <a:latin typeface="Cambria Math" panose="02040503050406030204" pitchFamily="18" charset="0"/>
                            </a:rPr>
                          </m:ctrlPr>
                        </m:dPr>
                        <m:e>
                          <m:f>
                            <m:fPr>
                              <m:ctrlPr>
                                <a:rPr lang="en-AU" i="1" dirty="0" smtClean="0">
                                  <a:solidFill>
                                    <a:schemeClr val="accent5">
                                      <a:lumMod val="75000"/>
                                    </a:schemeClr>
                                  </a:solidFill>
                                  <a:latin typeface="Cambria Math" panose="02040503050406030204" pitchFamily="18" charset="0"/>
                                </a:rPr>
                              </m:ctrlPr>
                            </m:fPr>
                            <m:num>
                              <m:r>
                                <a:rPr lang="en-AU" i="1" dirty="0" smtClean="0">
                                  <a:solidFill>
                                    <a:schemeClr val="accent5">
                                      <a:lumMod val="75000"/>
                                    </a:schemeClr>
                                  </a:solidFill>
                                  <a:latin typeface="Cambria Math" panose="02040503050406030204" pitchFamily="18" charset="0"/>
                                </a:rPr>
                                <m:t>8</m:t>
                              </m:r>
                            </m:num>
                            <m:den>
                              <m:r>
                                <a:rPr lang="en-AU" i="1" dirty="0" smtClean="0">
                                  <a:solidFill>
                                    <a:schemeClr val="accent5">
                                      <a:lumMod val="75000"/>
                                    </a:schemeClr>
                                  </a:solidFill>
                                  <a:latin typeface="Cambria Math" panose="02040503050406030204" pitchFamily="18" charset="0"/>
                                </a:rPr>
                                <m:t>4</m:t>
                              </m:r>
                            </m:den>
                          </m:f>
                        </m:e>
                      </m:d>
                      <m:r>
                        <a:rPr lang="en-AU" i="1" dirty="0" smtClean="0">
                          <a:solidFill>
                            <a:schemeClr val="accent5">
                              <a:lumMod val="75000"/>
                            </a:schemeClr>
                          </a:solidFill>
                          <a:latin typeface="Cambria Math" panose="02040503050406030204" pitchFamily="18" charset="0"/>
                        </a:rPr>
                        <m:t>∗1000</m:t>
                      </m:r>
                      <m:r>
                        <a:rPr lang="en-AU" b="0" i="1" dirty="0" smtClean="0">
                          <a:solidFill>
                            <a:schemeClr val="accent5">
                              <a:lumMod val="75000"/>
                            </a:schemeClr>
                          </a:solidFill>
                          <a:latin typeface="Cambria Math" panose="02040503050406030204" pitchFamily="18" charset="0"/>
                        </a:rPr>
                        <m:t> </m:t>
                      </m:r>
                      <m:r>
                        <a:rPr lang="en-AU" i="1" dirty="0" err="1" smtClean="0">
                          <a:solidFill>
                            <a:schemeClr val="accent5">
                              <a:lumMod val="75000"/>
                            </a:schemeClr>
                          </a:solidFill>
                          <a:latin typeface="Cambria Math" panose="02040503050406030204" pitchFamily="18" charset="0"/>
                        </a:rPr>
                        <m:t>𝑚𝑠</m:t>
                      </m:r>
                      <m:r>
                        <a:rPr lang="en-AU" i="1" dirty="0" smtClean="0">
                          <a:solidFill>
                            <a:schemeClr val="accent5">
                              <a:lumMod val="75000"/>
                            </a:schemeClr>
                          </a:solidFill>
                          <a:latin typeface="Cambria Math" panose="02040503050406030204" pitchFamily="18" charset="0"/>
                        </a:rPr>
                        <m:t> </m:t>
                      </m:r>
                      <m:r>
                        <a:rPr lang="en-AU" b="0" i="1" dirty="0" smtClean="0">
                          <a:solidFill>
                            <a:schemeClr val="accent5">
                              <a:lumMod val="75000"/>
                            </a:schemeClr>
                          </a:solidFill>
                          <a:latin typeface="Cambria Math" panose="02040503050406030204" pitchFamily="18" charset="0"/>
                        </a:rPr>
                        <m:t>    </m:t>
                      </m:r>
                      <m:r>
                        <a:rPr lang="en-AU" i="1" dirty="0" smtClean="0">
                          <a:solidFill>
                            <a:schemeClr val="accent5">
                              <a:lumMod val="75000"/>
                            </a:schemeClr>
                          </a:solidFill>
                          <a:latin typeface="Cambria Math" panose="02040503050406030204" pitchFamily="18" charset="0"/>
                        </a:rPr>
                        <m:t>= 2016 </m:t>
                      </m:r>
                      <m:r>
                        <a:rPr lang="en-AU" i="1" dirty="0" err="1" smtClean="0">
                          <a:solidFill>
                            <a:schemeClr val="accent5">
                              <a:lumMod val="75000"/>
                            </a:schemeClr>
                          </a:solidFill>
                          <a:latin typeface="Cambria Math" panose="02040503050406030204" pitchFamily="18" charset="0"/>
                        </a:rPr>
                        <m:t>𝑚𝑠</m:t>
                      </m:r>
                      <m:r>
                        <a:rPr lang="en-AU" i="1" dirty="0" smtClean="0">
                          <a:solidFill>
                            <a:schemeClr val="accent5">
                              <a:lumMod val="75000"/>
                            </a:schemeClr>
                          </a:solidFill>
                          <a:latin typeface="Cambria Math" panose="02040503050406030204" pitchFamily="18" charset="0"/>
                        </a:rPr>
                        <m:t> </m:t>
                      </m:r>
                    </m:oMath>
                  </m:oMathPara>
                </a14:m>
                <a:endParaRPr lang="en-AU" dirty="0">
                  <a:solidFill>
                    <a:schemeClr val="accent5">
                      <a:lumMod val="75000"/>
                    </a:schemeClr>
                  </a:solidFil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schemeClr val="accent5">
                        <a:lumMod val="75000"/>
                      </a:schemeClr>
                    </a:solidFill>
                    <a:effectLst/>
                    <a:uLnTx/>
                    <a:uFillTx/>
                    <a:latin typeface="Calibri" panose="020F0502020204030204"/>
                    <a:ea typeface="+mn-ea"/>
                    <a:cs typeface="+mn-cs"/>
                  </a:rPr>
                  <a:t>c-2: Disk access time for 8KB  = </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𝑠𝑒𝑒𝑘</m:t>
                      </m:r>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 </m:t>
                      </m:r>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𝑡𝑖𝑚𝑒</m:t>
                      </m:r>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 + </m:t>
                      </m:r>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𝑟𝑜𝑡𝑎𝑡𝑖𝑜𝑛</m:t>
                      </m:r>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 </m:t>
                      </m:r>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𝑡𝑖𝑚𝑒</m:t>
                      </m:r>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 + </m:t>
                      </m:r>
                      <m:d>
                        <m:dPr>
                          <m:ctrlP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ctrlPr>
                        </m:dPr>
                        <m:e>
                          <m:f>
                            <m:fPr>
                              <m:ctrlP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ctrlPr>
                            </m:fPr>
                            <m:num>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𝑡𝑟𝑎𝑛𝑠𝑓𝑒𝑟𝑙𝑒𝑛𝑔𝑡h</m:t>
                              </m:r>
                            </m:num>
                            <m:den>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𝐵𝑎𝑛𝑑𝑤𝑖𝑑𝑡h</m:t>
                              </m:r>
                            </m:den>
                          </m:f>
                        </m:e>
                      </m:d>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     12      +            4                +         </m:t>
                      </m:r>
                      <m:d>
                        <m:dPr>
                          <m:ctrlP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ctrlPr>
                        </m:dPr>
                        <m:e>
                          <m:f>
                            <m:fPr>
                              <m:ctrlP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ctrlPr>
                            </m:fPr>
                            <m:num>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8</m:t>
                              </m:r>
                            </m:num>
                            <m:den>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4 ∗1000</m:t>
                              </m:r>
                            </m:den>
                          </m:f>
                        </m:e>
                      </m:d>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∗1000 </m:t>
                      </m:r>
                      <m:r>
                        <a:rPr kumimoji="0" lang="en-AU" sz="2400" b="0" i="1" u="none" strike="noStrike" kern="1200" cap="none" spc="0" normalizeH="0" baseline="0" noProof="0" dirty="0" err="1" smtClean="0">
                          <a:ln>
                            <a:noFill/>
                          </a:ln>
                          <a:solidFill>
                            <a:schemeClr val="accent5">
                              <a:lumMod val="75000"/>
                            </a:schemeClr>
                          </a:solidFill>
                          <a:effectLst/>
                          <a:uLnTx/>
                          <a:uFillTx/>
                          <a:latin typeface="Cambria Math" panose="02040503050406030204" pitchFamily="18" charset="0"/>
                          <a:ea typeface="+mn-ea"/>
                          <a:cs typeface="+mn-cs"/>
                        </a:rPr>
                        <m:t>𝑚𝑠</m:t>
                      </m:r>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         =18 </m:t>
                      </m:r>
                      <m:r>
                        <a:rPr kumimoji="0" lang="en-AU" sz="2400" b="0" i="1" u="none" strike="noStrike" kern="1200" cap="none" spc="0" normalizeH="0" baseline="0" noProof="0" dirty="0" err="1" smtClean="0">
                          <a:ln>
                            <a:noFill/>
                          </a:ln>
                          <a:solidFill>
                            <a:schemeClr val="accent5">
                              <a:lumMod val="75000"/>
                            </a:schemeClr>
                          </a:solidFill>
                          <a:effectLst/>
                          <a:uLnTx/>
                          <a:uFillTx/>
                          <a:latin typeface="Cambria Math" panose="02040503050406030204" pitchFamily="18" charset="0"/>
                          <a:ea typeface="+mn-ea"/>
                          <a:cs typeface="+mn-cs"/>
                        </a:rPr>
                        <m:t>𝑚𝑠</m:t>
                      </m:r>
                      <m:r>
                        <a:rPr kumimoji="0" lang="en-AU" sz="2400" b="0" i="1" u="none" strike="noStrike" kern="1200" cap="none" spc="0" normalizeH="0" baseline="0" noProof="0" dirty="0" smtClean="0">
                          <a:ln>
                            <a:noFill/>
                          </a:ln>
                          <a:solidFill>
                            <a:schemeClr val="accent5">
                              <a:lumMod val="75000"/>
                            </a:schemeClr>
                          </a:solidFill>
                          <a:effectLst/>
                          <a:uLnTx/>
                          <a:uFillTx/>
                          <a:latin typeface="Cambria Math" panose="02040503050406030204" pitchFamily="18" charset="0"/>
                          <a:ea typeface="+mn-ea"/>
                          <a:cs typeface="+mn-cs"/>
                        </a:rPr>
                        <m:t> </m:t>
                      </m:r>
                    </m:oMath>
                  </m:oMathPara>
                </a14:m>
                <a:endParaRPr kumimoji="0" lang="en-AU" sz="2400" b="0" i="0" u="none" strike="noStrike" kern="1200" cap="none" spc="0" normalizeH="0" baseline="0" noProof="0" dirty="0">
                  <a:ln>
                    <a:noFill/>
                  </a:ln>
                  <a:solidFill>
                    <a:schemeClr val="accent5">
                      <a:lumMod val="75000"/>
                    </a:schemeClr>
                  </a:solidFill>
                  <a:effectLst/>
                  <a:uLnTx/>
                  <a:uFillTx/>
                  <a:latin typeface="Calibri" panose="020F0502020204030204"/>
                  <a:ea typeface="+mn-ea"/>
                  <a:cs typeface="+mn-cs"/>
                </a:endParaRPr>
              </a:p>
              <a:p>
                <a:pPr lvl="1"/>
                <a:endParaRPr lang="en-AU" dirty="0"/>
              </a:p>
            </p:txBody>
          </p:sp>
        </mc:Choice>
        <mc:Fallback xmlns="">
          <p:sp>
            <p:nvSpPr>
              <p:cNvPr id="3" name="Content Placeholder 2">
                <a:extLst>
                  <a:ext uri="{FF2B5EF4-FFF2-40B4-BE49-F238E27FC236}">
                    <a16:creationId xmlns:a16="http://schemas.microsoft.com/office/drawing/2014/main" id="{0E72257B-3C7A-C2A0-42C2-81199E49D12A}"/>
                  </a:ext>
                </a:extLst>
              </p:cNvPr>
              <p:cNvSpPr>
                <a:spLocks noGrp="1" noRot="1" noChangeAspect="1" noMove="1" noResize="1" noEditPoints="1" noAdjustHandles="1" noChangeArrowheads="1" noChangeShapeType="1" noTextEdit="1"/>
              </p:cNvSpPr>
              <p:nvPr>
                <p:ph idx="1"/>
              </p:nvPr>
            </p:nvSpPr>
            <p:spPr>
              <a:blipFill>
                <a:blip r:embed="rId2"/>
                <a:stretch>
                  <a:fillRect l="-1101" t="-2241" r="-1275"/>
                </a:stretch>
              </a:blipFill>
            </p:spPr>
            <p:txBody>
              <a:bodyPr/>
              <a:lstStyle/>
              <a:p>
                <a:r>
                  <a:rPr lang="en-AU">
                    <a:noFill/>
                  </a:rPr>
                  <a:t> </a:t>
                </a:r>
              </a:p>
            </p:txBody>
          </p:sp>
        </mc:Fallback>
      </mc:AlternateContent>
    </p:spTree>
    <p:extLst>
      <p:ext uri="{BB962C8B-B14F-4D97-AF65-F5344CB8AC3E}">
        <p14:creationId xmlns:p14="http://schemas.microsoft.com/office/powerpoint/2010/main" val="2332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77FE-B0CC-632B-B860-1CA55F6B4E4A}"/>
              </a:ext>
            </a:extLst>
          </p:cNvPr>
          <p:cNvSpPr>
            <a:spLocks noGrp="1"/>
          </p:cNvSpPr>
          <p:nvPr>
            <p:ph type="title"/>
          </p:nvPr>
        </p:nvSpPr>
        <p:spPr/>
        <p:txBody>
          <a:bodyPr/>
          <a:lstStyle/>
          <a:p>
            <a:r>
              <a:rPr lang="en-AU" dirty="0"/>
              <a:t>Question 1- Solution (2)</a:t>
            </a:r>
          </a:p>
        </p:txBody>
      </p:sp>
      <p:sp>
        <p:nvSpPr>
          <p:cNvPr id="3" name="Content Placeholder 2">
            <a:extLst>
              <a:ext uri="{FF2B5EF4-FFF2-40B4-BE49-F238E27FC236}">
                <a16:creationId xmlns:a16="http://schemas.microsoft.com/office/drawing/2014/main" id="{0E72257B-3C7A-C2A0-42C2-81199E49D12A}"/>
              </a:ext>
            </a:extLst>
          </p:cNvPr>
          <p:cNvSpPr>
            <a:spLocks noGrp="1"/>
          </p:cNvSpPr>
          <p:nvPr>
            <p:ph idx="1"/>
          </p:nvPr>
        </p:nvSpPr>
        <p:spPr/>
        <p:txBody>
          <a:bodyPr/>
          <a:lstStyle/>
          <a:p>
            <a:pPr marL="514350" indent="-514350">
              <a:buFont typeface="+mj-lt"/>
              <a:buAutoNum type="alphaLcParenR" startAt="3"/>
            </a:pPr>
            <a:r>
              <a:rPr lang="en-AU" dirty="0"/>
              <a:t>What will be the disk access time for a transfer size of 8MB? What will be the disk access time for a transfer size of 8KB?</a:t>
            </a:r>
          </a:p>
          <a:p>
            <a:pPr lvl="1"/>
            <a:r>
              <a:rPr lang="en-AU" dirty="0">
                <a:solidFill>
                  <a:schemeClr val="accent5">
                    <a:lumMod val="75000"/>
                  </a:schemeClr>
                </a:solidFill>
              </a:rPr>
              <a:t>A comparison of the two cases highlights that sequentially reading large data pays off as seek time is buried under a lot of transfer time. For example, in the first case, seek time is only 0.6% of the total time while nearly all the time is spent on transferring data. In the second case, seek time is 66.7% of the total time while only a small fraction of the time is spent on data transfer.</a:t>
            </a:r>
            <a:endParaRPr lang="en-AU" dirty="0"/>
          </a:p>
        </p:txBody>
      </p:sp>
    </p:spTree>
    <p:extLst>
      <p:ext uri="{BB962C8B-B14F-4D97-AF65-F5344CB8AC3E}">
        <p14:creationId xmlns:p14="http://schemas.microsoft.com/office/powerpoint/2010/main" val="40838130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E4D39-1D44-4BCE-9730-4CD2D06800E4}"/>
              </a:ext>
            </a:extLst>
          </p:cNvPr>
          <p:cNvSpPr>
            <a:spLocks noGrp="1"/>
          </p:cNvSpPr>
          <p:nvPr>
            <p:ph type="title"/>
          </p:nvPr>
        </p:nvSpPr>
        <p:spPr/>
        <p:txBody>
          <a:bodyPr/>
          <a:lstStyle/>
          <a:p>
            <a:r>
              <a:rPr lang="en-AU" dirty="0"/>
              <a:t>Improvement over HDD with SSD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43AD3D-AC12-4189-A959-DB4DF08F8482}"/>
                  </a:ext>
                </a:extLst>
              </p:cNvPr>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AU" sz="2400" i="1" dirty="0" smtClean="0">
                          <a:latin typeface="Cambria Math" panose="02040503050406030204" pitchFamily="18" charset="0"/>
                        </a:rPr>
                        <m:t>𝐷𝑖𝑠𝑘</m:t>
                      </m:r>
                      <m:r>
                        <a:rPr lang="en-AU" sz="2400" i="1" dirty="0" smtClean="0">
                          <a:latin typeface="Cambria Math" panose="02040503050406030204" pitchFamily="18" charset="0"/>
                        </a:rPr>
                        <m:t> </m:t>
                      </m:r>
                      <m:r>
                        <a:rPr lang="en-AU" sz="2400" i="1" dirty="0" smtClean="0">
                          <a:latin typeface="Cambria Math" panose="02040503050406030204" pitchFamily="18" charset="0"/>
                        </a:rPr>
                        <m:t>𝑎𝑐𝑐𝑒𝑠𝑠</m:t>
                      </m:r>
                      <m:r>
                        <a:rPr lang="en-AU" sz="2400" i="1" dirty="0" smtClean="0">
                          <a:latin typeface="Cambria Math" panose="02040503050406030204" pitchFamily="18" charset="0"/>
                        </a:rPr>
                        <m:t> </m:t>
                      </m:r>
                      <m:r>
                        <a:rPr lang="en-AU" sz="2400" i="1" dirty="0" smtClean="0">
                          <a:latin typeface="Cambria Math" panose="02040503050406030204" pitchFamily="18" charset="0"/>
                        </a:rPr>
                        <m:t>𝑡𝑖𝑚𝑒</m:t>
                      </m:r>
                      <m:r>
                        <a:rPr lang="en-AU" sz="2400" i="1" dirty="0" smtClean="0">
                          <a:latin typeface="Cambria Math" panose="02040503050406030204" pitchFamily="18" charset="0"/>
                        </a:rPr>
                        <m:t>   = </m:t>
                      </m:r>
                      <m:r>
                        <a:rPr lang="en-AU" sz="2400" i="1" dirty="0" smtClean="0">
                          <a:latin typeface="Cambria Math" panose="02040503050406030204" pitchFamily="18" charset="0"/>
                        </a:rPr>
                        <m:t>𝑠𝑒𝑒𝑘</m:t>
                      </m:r>
                      <m:r>
                        <a:rPr lang="en-AU" sz="2400" i="1" dirty="0" smtClean="0">
                          <a:latin typeface="Cambria Math" panose="02040503050406030204" pitchFamily="18" charset="0"/>
                        </a:rPr>
                        <m:t> </m:t>
                      </m:r>
                      <m:r>
                        <a:rPr lang="en-AU" sz="2400" i="1" dirty="0" smtClean="0">
                          <a:latin typeface="Cambria Math" panose="02040503050406030204" pitchFamily="18" charset="0"/>
                        </a:rPr>
                        <m:t>𝑡𝑖𝑚𝑒</m:t>
                      </m:r>
                      <m:r>
                        <a:rPr lang="en-AU" sz="2400" i="1" dirty="0" smtClean="0">
                          <a:latin typeface="Cambria Math" panose="02040503050406030204" pitchFamily="18" charset="0"/>
                        </a:rPr>
                        <m:t> + </m:t>
                      </m:r>
                      <m:r>
                        <a:rPr lang="en-AU" sz="2400" i="1" dirty="0" smtClean="0">
                          <a:latin typeface="Cambria Math" panose="02040503050406030204" pitchFamily="18" charset="0"/>
                        </a:rPr>
                        <m:t>𝑟𝑜𝑡𝑎𝑡𝑖𝑜𝑛</m:t>
                      </m:r>
                      <m:r>
                        <a:rPr lang="en-AU" sz="2400" i="1" dirty="0" smtClean="0">
                          <a:latin typeface="Cambria Math" panose="02040503050406030204" pitchFamily="18" charset="0"/>
                        </a:rPr>
                        <m:t> </m:t>
                      </m:r>
                      <m:r>
                        <a:rPr lang="en-AU" sz="2400" i="1" dirty="0" smtClean="0">
                          <a:latin typeface="Cambria Math" panose="02040503050406030204" pitchFamily="18" charset="0"/>
                        </a:rPr>
                        <m:t>𝑡𝑖𝑚𝑒</m:t>
                      </m:r>
                      <m:r>
                        <a:rPr lang="en-AU" sz="2400" i="1" dirty="0" smtClean="0">
                          <a:latin typeface="Cambria Math" panose="02040503050406030204" pitchFamily="18" charset="0"/>
                        </a:rPr>
                        <m:t> + </m:t>
                      </m:r>
                      <m:d>
                        <m:dPr>
                          <m:ctrlPr>
                            <a:rPr lang="en-AU" sz="2400" i="1" dirty="0" smtClean="0">
                              <a:latin typeface="Cambria Math" panose="02040503050406030204" pitchFamily="18" charset="0"/>
                            </a:rPr>
                          </m:ctrlPr>
                        </m:dPr>
                        <m:e>
                          <m:f>
                            <m:fPr>
                              <m:ctrlPr>
                                <a:rPr lang="en-AU" sz="2400" i="1" dirty="0" smtClean="0">
                                  <a:latin typeface="Cambria Math" panose="02040503050406030204" pitchFamily="18" charset="0"/>
                                </a:rPr>
                              </m:ctrlPr>
                            </m:fPr>
                            <m:num>
                              <m:r>
                                <a:rPr lang="en-AU" sz="2400" i="1" dirty="0" smtClean="0">
                                  <a:latin typeface="Cambria Math" panose="02040503050406030204" pitchFamily="18" charset="0"/>
                                </a:rPr>
                                <m:t>𝑡𝑟𝑎𝑛𝑠𝑓𝑒𝑟</m:t>
                              </m:r>
                              <m:r>
                                <a:rPr lang="en-AU" sz="2400" b="0" i="1" dirty="0" smtClean="0">
                                  <a:latin typeface="Cambria Math" panose="02040503050406030204" pitchFamily="18" charset="0"/>
                                </a:rPr>
                                <m:t> </m:t>
                              </m:r>
                              <m:r>
                                <a:rPr lang="en-AU" sz="2400" i="1" dirty="0" smtClean="0">
                                  <a:latin typeface="Cambria Math" panose="02040503050406030204" pitchFamily="18" charset="0"/>
                                </a:rPr>
                                <m:t>𝑙𝑒𝑛𝑔𝑡h</m:t>
                              </m:r>
                            </m:num>
                            <m:den>
                              <m:r>
                                <a:rPr lang="en-AU" sz="2400" i="1" dirty="0" smtClean="0">
                                  <a:latin typeface="Cambria Math" panose="02040503050406030204" pitchFamily="18" charset="0"/>
                                </a:rPr>
                                <m:t>𝐵𝑎𝑛𝑑𝑤𝑖𝑑𝑡h</m:t>
                              </m:r>
                            </m:den>
                          </m:f>
                        </m:e>
                      </m:d>
                    </m:oMath>
                  </m:oMathPara>
                </a14:m>
                <a:endParaRPr lang="en-AU" sz="2400" dirty="0"/>
              </a:p>
              <a:p>
                <a:r>
                  <a:rPr lang="en-AU" dirty="0"/>
                  <a:t>Given the above disk access time, how can we improve HDD?</a:t>
                </a:r>
              </a:p>
              <a:p>
                <a:r>
                  <a:rPr lang="en-AU" dirty="0"/>
                  <a:t>Solid State Drives:</a:t>
                </a:r>
              </a:p>
              <a:p>
                <a:pPr lvl="1"/>
                <a:r>
                  <a:rPr lang="en-AU" dirty="0"/>
                  <a:t>Called solid state, because they do not have a moving component.</a:t>
                </a:r>
              </a:p>
              <a:p>
                <a:pPr lvl="1"/>
                <a:r>
                  <a:rPr lang="en-AU" dirty="0"/>
                  <a:t>Data is stored in grids of cells. Each grids is called a block and each row in a grid is called a page.</a:t>
                </a:r>
              </a:p>
            </p:txBody>
          </p:sp>
        </mc:Choice>
        <mc:Fallback xmlns="">
          <p:sp>
            <p:nvSpPr>
              <p:cNvPr id="3" name="Content Placeholder 2">
                <a:extLst>
                  <a:ext uri="{FF2B5EF4-FFF2-40B4-BE49-F238E27FC236}">
                    <a16:creationId xmlns:a16="http://schemas.microsoft.com/office/drawing/2014/main" id="{6243AD3D-AC12-4189-A959-DB4DF08F8482}"/>
                  </a:ext>
                </a:extLst>
              </p:cNvPr>
              <p:cNvSpPr>
                <a:spLocks noGrp="1" noRot="1" noChangeAspect="1" noMove="1" noResize="1" noEditPoints="1" noAdjustHandles="1" noChangeArrowheads="1" noChangeShapeType="1" noTextEdit="1"/>
              </p:cNvSpPr>
              <p:nvPr>
                <p:ph idx="1"/>
              </p:nvPr>
            </p:nvSpPr>
            <p:spPr>
              <a:blipFill>
                <a:blip r:embed="rId3"/>
                <a:stretch>
                  <a:fillRect l="-1043"/>
                </a:stretch>
              </a:blipFill>
            </p:spPr>
            <p:txBody>
              <a:bodyPr/>
              <a:lstStyle/>
              <a:p>
                <a:r>
                  <a:rPr lang="en-AU">
                    <a:noFill/>
                  </a:rPr>
                  <a:t> </a:t>
                </a:r>
              </a:p>
            </p:txBody>
          </p:sp>
        </mc:Fallback>
      </mc:AlternateContent>
      <p:pic>
        <p:nvPicPr>
          <p:cNvPr id="7" name="Picture 6">
            <a:extLst>
              <a:ext uri="{FF2B5EF4-FFF2-40B4-BE49-F238E27FC236}">
                <a16:creationId xmlns:a16="http://schemas.microsoft.com/office/drawing/2014/main" id="{1D8EA533-4A03-40B1-A989-13B825571A5C}"/>
              </a:ext>
            </a:extLst>
          </p:cNvPr>
          <p:cNvPicPr>
            <a:picLocks noChangeAspect="1"/>
          </p:cNvPicPr>
          <p:nvPr/>
        </p:nvPicPr>
        <p:blipFill>
          <a:blip r:embed="rId4"/>
          <a:stretch>
            <a:fillRect/>
          </a:stretch>
        </p:blipFill>
        <p:spPr>
          <a:xfrm>
            <a:off x="5424593" y="4556642"/>
            <a:ext cx="2679700" cy="2184400"/>
          </a:xfrm>
          <a:prstGeom prst="rect">
            <a:avLst/>
          </a:prstGeom>
        </p:spPr>
      </p:pic>
      <p:pic>
        <p:nvPicPr>
          <p:cNvPr id="9" name="Picture 8">
            <a:extLst>
              <a:ext uri="{FF2B5EF4-FFF2-40B4-BE49-F238E27FC236}">
                <a16:creationId xmlns:a16="http://schemas.microsoft.com/office/drawing/2014/main" id="{ED823C82-6B52-4C95-B248-6B7DE786F236}"/>
              </a:ext>
            </a:extLst>
          </p:cNvPr>
          <p:cNvPicPr>
            <a:picLocks noChangeAspect="1"/>
          </p:cNvPicPr>
          <p:nvPr/>
        </p:nvPicPr>
        <p:blipFill>
          <a:blip r:embed="rId5"/>
          <a:stretch>
            <a:fillRect/>
          </a:stretch>
        </p:blipFill>
        <p:spPr>
          <a:xfrm>
            <a:off x="8227716" y="4547117"/>
            <a:ext cx="2675828" cy="2193925"/>
          </a:xfrm>
          <a:prstGeom prst="rect">
            <a:avLst/>
          </a:prstGeom>
        </p:spPr>
      </p:pic>
    </p:spTree>
    <p:extLst>
      <p:ext uri="{BB962C8B-B14F-4D97-AF65-F5344CB8AC3E}">
        <p14:creationId xmlns:p14="http://schemas.microsoft.com/office/powerpoint/2010/main" val="10624395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0F349-A54B-4CC9-BCBA-D22C172C9D95}"/>
              </a:ext>
            </a:extLst>
          </p:cNvPr>
          <p:cNvSpPr>
            <a:spLocks noGrp="1"/>
          </p:cNvSpPr>
          <p:nvPr>
            <p:ph type="title"/>
          </p:nvPr>
        </p:nvSpPr>
        <p:spPr/>
        <p:txBody>
          <a:bodyPr/>
          <a:lstStyle/>
          <a:p>
            <a:r>
              <a:rPr lang="en-AU" dirty="0"/>
              <a:t>SSD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9FAB8B-96B2-4E80-929C-EA909BC2FE1C}"/>
                  </a:ext>
                </a:extLst>
              </p:cNvPr>
              <p:cNvSpPr>
                <a:spLocks noGrp="1"/>
              </p:cNvSpPr>
              <p:nvPr>
                <p:ph idx="1"/>
              </p:nvPr>
            </p:nvSpPr>
            <p:spPr/>
            <p:txBody>
              <a:bodyPr>
                <a:normAutofit lnSpcReduction="10000"/>
              </a:bodyPr>
              <a:lstStyle/>
              <a:p>
                <a:r>
                  <a:rPr lang="en-AU" dirty="0"/>
                  <a:t>Comparison between SSD and HDD</a:t>
                </a:r>
              </a:p>
              <a:p>
                <a:pPr lvl="1"/>
                <a:r>
                  <a:rPr lang="en-AU" dirty="0">
                    <a:hlinkClick r:id="rId2"/>
                  </a:rPr>
                  <a:t>https://www.youtube.com/watch?v=f_2Axf5XAlk</a:t>
                </a:r>
                <a:r>
                  <a:rPr lang="en-AU" dirty="0"/>
                  <a:t> </a:t>
                </a:r>
              </a:p>
              <a:p>
                <a:pPr lvl="2"/>
                <a:r>
                  <a:rPr lang="en-AU" dirty="0"/>
                  <a:t>00:23</a:t>
                </a:r>
              </a:p>
              <a:p>
                <a:r>
                  <a:rPr lang="en-AU" dirty="0"/>
                  <a:t>Disk access time in SSD:</a:t>
                </a:r>
              </a:p>
              <a:p>
                <a:pPr lvl="1"/>
                <a14:m>
                  <m:oMath xmlns:m="http://schemas.openxmlformats.org/officeDocument/2006/math">
                    <m:r>
                      <a:rPr lang="en-AU" b="0" i="1" dirty="0" smtClean="0">
                        <a:latin typeface="Cambria Math" panose="02040503050406030204" pitchFamily="18" charset="0"/>
                      </a:rPr>
                      <m:t>𝑆𝑆𝐷</m:t>
                    </m:r>
                    <m:r>
                      <a:rPr lang="en-AU" b="0" i="1" dirty="0" smtClean="0">
                        <a:latin typeface="Cambria Math" panose="02040503050406030204" pitchFamily="18" charset="0"/>
                      </a:rPr>
                      <m:t> </m:t>
                    </m:r>
                    <m:r>
                      <a:rPr lang="en-AU" b="0" i="1" dirty="0" smtClean="0">
                        <a:latin typeface="Cambria Math" panose="02040503050406030204" pitchFamily="18" charset="0"/>
                      </a:rPr>
                      <m:t>𝑎𝑐𝑐𝑒𝑠𝑠</m:t>
                    </m:r>
                    <m:r>
                      <a:rPr lang="en-AU" i="1" dirty="0" smtClean="0">
                        <a:latin typeface="Cambria Math" panose="02040503050406030204" pitchFamily="18" charset="0"/>
                      </a:rPr>
                      <m:t> </m:t>
                    </m:r>
                    <m:r>
                      <a:rPr lang="en-AU" i="1" dirty="0" smtClean="0">
                        <a:latin typeface="Cambria Math" panose="02040503050406030204" pitchFamily="18" charset="0"/>
                      </a:rPr>
                      <m:t>𝑡𝑖𝑚𝑒</m:t>
                    </m:r>
                    <m:r>
                      <a:rPr lang="en-AU" i="1" dirty="0" smtClean="0">
                        <a:latin typeface="Cambria Math" panose="02040503050406030204" pitchFamily="18" charset="0"/>
                      </a:rPr>
                      <m:t>   = </m:t>
                    </m:r>
                    <m:r>
                      <a:rPr lang="en-AU" i="1" strike="sngStrike" dirty="0" smtClean="0">
                        <a:latin typeface="Cambria Math" panose="02040503050406030204" pitchFamily="18" charset="0"/>
                      </a:rPr>
                      <m:t>𝑠𝑒𝑒𝑘</m:t>
                    </m:r>
                    <m:r>
                      <a:rPr lang="en-AU" i="1" strike="sngStrike" dirty="0" smtClean="0">
                        <a:latin typeface="Cambria Math" panose="02040503050406030204" pitchFamily="18" charset="0"/>
                      </a:rPr>
                      <m:t> </m:t>
                    </m:r>
                    <m:r>
                      <a:rPr lang="en-AU" i="1" strike="sngStrike" dirty="0" smtClean="0">
                        <a:latin typeface="Cambria Math" panose="02040503050406030204" pitchFamily="18" charset="0"/>
                      </a:rPr>
                      <m:t>𝑡𝑖𝑚𝑒</m:t>
                    </m:r>
                    <m:r>
                      <a:rPr lang="en-AU" i="1" strike="sngStrike" dirty="0" smtClean="0">
                        <a:latin typeface="Cambria Math" panose="02040503050406030204" pitchFamily="18" charset="0"/>
                      </a:rPr>
                      <m:t> + </m:t>
                    </m:r>
                    <m:r>
                      <a:rPr lang="en-AU" i="1" strike="sngStrike" dirty="0" smtClean="0">
                        <a:latin typeface="Cambria Math" panose="02040503050406030204" pitchFamily="18" charset="0"/>
                      </a:rPr>
                      <m:t>𝑟𝑜𝑡𝑎𝑡𝑖𝑜𝑛</m:t>
                    </m:r>
                    <m:r>
                      <a:rPr lang="en-AU" i="1" strike="sngStrike" dirty="0" smtClean="0">
                        <a:latin typeface="Cambria Math" panose="02040503050406030204" pitchFamily="18" charset="0"/>
                      </a:rPr>
                      <m:t> </m:t>
                    </m:r>
                    <m:r>
                      <a:rPr lang="en-AU" i="1" strike="sngStrike" dirty="0" smtClean="0">
                        <a:latin typeface="Cambria Math" panose="02040503050406030204" pitchFamily="18" charset="0"/>
                      </a:rPr>
                      <m:t>𝑡𝑖𝑚𝑒</m:t>
                    </m:r>
                    <m:r>
                      <a:rPr lang="en-AU" i="1" strike="sngStrike" dirty="0" smtClean="0">
                        <a:latin typeface="Cambria Math" panose="02040503050406030204" pitchFamily="18" charset="0"/>
                      </a:rPr>
                      <m:t> + </m:t>
                    </m:r>
                    <m:d>
                      <m:dPr>
                        <m:ctrlPr>
                          <a:rPr lang="en-AU" i="1" dirty="0" smtClean="0">
                            <a:latin typeface="Cambria Math" panose="02040503050406030204" pitchFamily="18" charset="0"/>
                          </a:rPr>
                        </m:ctrlPr>
                      </m:dPr>
                      <m:e>
                        <m:f>
                          <m:fPr>
                            <m:ctrlPr>
                              <a:rPr lang="en-AU" i="1" dirty="0" smtClean="0">
                                <a:latin typeface="Cambria Math" panose="02040503050406030204" pitchFamily="18" charset="0"/>
                              </a:rPr>
                            </m:ctrlPr>
                          </m:fPr>
                          <m:num>
                            <m:r>
                              <a:rPr lang="en-AU" i="1" dirty="0" smtClean="0">
                                <a:latin typeface="Cambria Math" panose="02040503050406030204" pitchFamily="18" charset="0"/>
                              </a:rPr>
                              <m:t>𝑡𝑟𝑎𝑛𝑠𝑓𝑒𝑟</m:t>
                            </m:r>
                            <m:r>
                              <a:rPr lang="en-AU" b="0" i="1" dirty="0" smtClean="0">
                                <a:latin typeface="Cambria Math" panose="02040503050406030204" pitchFamily="18" charset="0"/>
                              </a:rPr>
                              <m:t> </m:t>
                            </m:r>
                            <m:r>
                              <a:rPr lang="en-AU" i="1" dirty="0" smtClean="0">
                                <a:latin typeface="Cambria Math" panose="02040503050406030204" pitchFamily="18" charset="0"/>
                              </a:rPr>
                              <m:t>𝑙𝑒𝑛𝑔𝑡h</m:t>
                            </m:r>
                          </m:num>
                          <m:den>
                            <m:r>
                              <a:rPr lang="en-AU" i="1" dirty="0" smtClean="0">
                                <a:latin typeface="Cambria Math" panose="02040503050406030204" pitchFamily="18" charset="0"/>
                              </a:rPr>
                              <m:t>𝐵𝑎𝑛𝑑𝑤𝑖𝑑𝑡h</m:t>
                            </m:r>
                          </m:den>
                        </m:f>
                      </m:e>
                    </m:d>
                  </m:oMath>
                </a14:m>
                <a:endParaRPr lang="en-AU" dirty="0"/>
              </a:p>
              <a:p>
                <a:r>
                  <a:rPr lang="en-AU" dirty="0"/>
                  <a:t>Advantages of SSD:</a:t>
                </a:r>
              </a:p>
              <a:p>
                <a:pPr lvl="1"/>
                <a:r>
                  <a:rPr lang="en-AU" dirty="0"/>
                  <a:t>Faster, Quiet, Not sensitive to movement or light hit.</a:t>
                </a:r>
              </a:p>
              <a:p>
                <a:r>
                  <a:rPr lang="en-AU" dirty="0"/>
                  <a:t>Disadvantage of SSD:</a:t>
                </a:r>
              </a:p>
              <a:p>
                <a:pPr lvl="1"/>
                <a:r>
                  <a:rPr lang="en-AU" dirty="0"/>
                  <a:t>It is slow when overwriting data.</a:t>
                </a:r>
              </a:p>
              <a:p>
                <a:pPr lvl="1"/>
                <a:r>
                  <a:rPr lang="en-AU" dirty="0"/>
                  <a:t>More expensive.</a:t>
                </a:r>
              </a:p>
            </p:txBody>
          </p:sp>
        </mc:Choice>
        <mc:Fallback xmlns="">
          <p:sp>
            <p:nvSpPr>
              <p:cNvPr id="3" name="Content Placeholder 2">
                <a:extLst>
                  <a:ext uri="{FF2B5EF4-FFF2-40B4-BE49-F238E27FC236}">
                    <a16:creationId xmlns:a16="http://schemas.microsoft.com/office/drawing/2014/main" id="{C29FAB8B-96B2-4E80-929C-EA909BC2FE1C}"/>
                  </a:ext>
                </a:extLst>
              </p:cNvPr>
              <p:cNvSpPr>
                <a:spLocks noGrp="1" noRot="1" noChangeAspect="1" noMove="1" noResize="1" noEditPoints="1" noAdjustHandles="1" noChangeArrowheads="1" noChangeShapeType="1" noTextEdit="1"/>
              </p:cNvSpPr>
              <p:nvPr>
                <p:ph idx="1"/>
              </p:nvPr>
            </p:nvSpPr>
            <p:spPr>
              <a:blipFill>
                <a:blip r:embed="rId3"/>
                <a:stretch>
                  <a:fillRect l="-1043" t="-3081"/>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DCA76737-3807-4E5C-97B9-E9DD00B7DD9A}"/>
              </a:ext>
            </a:extLst>
          </p:cNvPr>
          <p:cNvPicPr>
            <a:picLocks noChangeAspect="1"/>
          </p:cNvPicPr>
          <p:nvPr/>
        </p:nvPicPr>
        <p:blipFill>
          <a:blip r:embed="rId4"/>
          <a:stretch>
            <a:fillRect/>
          </a:stretch>
        </p:blipFill>
        <p:spPr>
          <a:xfrm>
            <a:off x="7770961" y="1073888"/>
            <a:ext cx="4345658" cy="2009553"/>
          </a:xfrm>
          <a:prstGeom prst="rect">
            <a:avLst/>
          </a:prstGeom>
        </p:spPr>
      </p:pic>
    </p:spTree>
    <p:extLst>
      <p:ext uri="{BB962C8B-B14F-4D97-AF65-F5344CB8AC3E}">
        <p14:creationId xmlns:p14="http://schemas.microsoft.com/office/powerpoint/2010/main" val="33889563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AA4C8-A31D-4702-A49E-62992AB6131D}"/>
              </a:ext>
            </a:extLst>
          </p:cNvPr>
          <p:cNvSpPr>
            <a:spLocks noGrp="1"/>
          </p:cNvSpPr>
          <p:nvPr>
            <p:ph type="title"/>
          </p:nvPr>
        </p:nvSpPr>
        <p:spPr/>
        <p:txBody>
          <a:bodyPr/>
          <a:lstStyle/>
          <a:p>
            <a:r>
              <a:rPr lang="en-AU" dirty="0"/>
              <a:t>Back to Question 1 (Breakout rooms)</a:t>
            </a:r>
          </a:p>
        </p:txBody>
      </p:sp>
      <p:sp>
        <p:nvSpPr>
          <p:cNvPr id="3" name="Content Placeholder 2">
            <a:extLst>
              <a:ext uri="{FF2B5EF4-FFF2-40B4-BE49-F238E27FC236}">
                <a16:creationId xmlns:a16="http://schemas.microsoft.com/office/drawing/2014/main" id="{083530F6-39E4-4CD3-A477-CDB9A0C29B23}"/>
              </a:ext>
            </a:extLst>
          </p:cNvPr>
          <p:cNvSpPr>
            <a:spLocks noGrp="1"/>
          </p:cNvSpPr>
          <p:nvPr>
            <p:ph idx="1"/>
          </p:nvPr>
        </p:nvSpPr>
        <p:spPr/>
        <p:txBody>
          <a:bodyPr/>
          <a:lstStyle/>
          <a:p>
            <a:pPr marL="0" indent="0">
              <a:buNone/>
            </a:pPr>
            <a:r>
              <a:rPr lang="en-AU" dirty="0"/>
              <a:t>d) In a solid state drive, what will be the disk access time for a transfer size of 8MB when transfer rate 4MB/sec? Is an SSD faster than an HDD for the same amount of data transfer? Why?</a:t>
            </a:r>
          </a:p>
        </p:txBody>
      </p:sp>
    </p:spTree>
    <p:extLst>
      <p:ext uri="{BB962C8B-B14F-4D97-AF65-F5344CB8AC3E}">
        <p14:creationId xmlns:p14="http://schemas.microsoft.com/office/powerpoint/2010/main" val="39959563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77FE-B0CC-632B-B860-1CA55F6B4E4A}"/>
              </a:ext>
            </a:extLst>
          </p:cNvPr>
          <p:cNvSpPr>
            <a:spLocks noGrp="1"/>
          </p:cNvSpPr>
          <p:nvPr>
            <p:ph type="title"/>
          </p:nvPr>
        </p:nvSpPr>
        <p:spPr/>
        <p:txBody>
          <a:bodyPr/>
          <a:lstStyle/>
          <a:p>
            <a:r>
              <a:rPr lang="en-AU" dirty="0"/>
              <a:t>Question 1- Solution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E72257B-3C7A-C2A0-42C2-81199E49D12A}"/>
                  </a:ext>
                </a:extLst>
              </p:cNvPr>
              <p:cNvSpPr>
                <a:spLocks noGrp="1"/>
              </p:cNvSpPr>
              <p:nvPr>
                <p:ph idx="1"/>
              </p:nvPr>
            </p:nvSpPr>
            <p:spPr/>
            <p:txBody>
              <a:bodyPr>
                <a:normAutofit/>
              </a:bodyPr>
              <a:lstStyle/>
              <a:p>
                <a:pPr marL="514350" indent="-514350">
                  <a:buFont typeface="+mj-lt"/>
                  <a:buAutoNum type="alphaLcParenR" startAt="4"/>
                </a:pPr>
                <a:r>
                  <a:rPr lang="en-AU" dirty="0"/>
                  <a:t>In a solid state drive, what will be the disk access time for a transfer size of 8MB when transfer rate 4MB/sec? Is an SSD faster than an HDD for the same amount of data transfer? Why?</a:t>
                </a:r>
              </a:p>
              <a:p>
                <a:pPr lvl="1"/>
                <a:r>
                  <a:rPr lang="en-AU" dirty="0">
                    <a:solidFill>
                      <a:schemeClr val="accent5">
                        <a:lumMod val="75000"/>
                      </a:schemeClr>
                    </a:solidFill>
                  </a:rPr>
                  <a:t>Unlike an HDD, an SSD do not have any rotating part. Hence there is no rotation delay or seek  delay in and SSD. Therefore, for the same transfer rate and same amount of data transfer, an SSD is always faster than an HDD. Moreover, the data transfer rate of SSDs is usually higher than that of HDDs in general as well.</a:t>
                </a:r>
              </a:p>
              <a:p>
                <a:pPr lvl="1"/>
                <a:r>
                  <a:rPr lang="en-AU" dirty="0">
                    <a:solidFill>
                      <a:schemeClr val="accent5">
                        <a:lumMod val="75000"/>
                      </a:schemeClr>
                    </a:solidFill>
                  </a:rPr>
                  <a:t>Disk access time of SSD  = </a:t>
                </a:r>
              </a:p>
              <a:p>
                <a:pPr marL="457200" lvl="1" indent="0">
                  <a:buNone/>
                </a:pPr>
                <a14:m>
                  <m:oMathPara xmlns:m="http://schemas.openxmlformats.org/officeDocument/2006/math">
                    <m:oMathParaPr>
                      <m:jc m:val="centerGroup"/>
                    </m:oMathParaPr>
                    <m:oMath xmlns:m="http://schemas.openxmlformats.org/officeDocument/2006/math">
                      <m:d>
                        <m:dPr>
                          <m:ctrlPr>
                            <a:rPr lang="en-AU" i="1" dirty="0" smtClean="0">
                              <a:solidFill>
                                <a:schemeClr val="accent5">
                                  <a:lumMod val="75000"/>
                                </a:schemeClr>
                              </a:solidFill>
                              <a:latin typeface="Cambria Math" panose="02040503050406030204" pitchFamily="18" charset="0"/>
                            </a:rPr>
                          </m:ctrlPr>
                        </m:dPr>
                        <m:e>
                          <m:f>
                            <m:fPr>
                              <m:ctrlPr>
                                <a:rPr lang="en-AU" i="1" dirty="0" smtClean="0">
                                  <a:solidFill>
                                    <a:schemeClr val="accent5">
                                      <a:lumMod val="75000"/>
                                    </a:schemeClr>
                                  </a:solidFill>
                                  <a:latin typeface="Cambria Math" panose="02040503050406030204" pitchFamily="18" charset="0"/>
                                </a:rPr>
                              </m:ctrlPr>
                            </m:fPr>
                            <m:num>
                              <m:r>
                                <a:rPr lang="en-AU" i="1" dirty="0" smtClean="0">
                                  <a:solidFill>
                                    <a:schemeClr val="accent5">
                                      <a:lumMod val="75000"/>
                                    </a:schemeClr>
                                  </a:solidFill>
                                  <a:latin typeface="Cambria Math" panose="02040503050406030204" pitchFamily="18" charset="0"/>
                                </a:rPr>
                                <m:t>𝑡𝑟𝑎𝑛𝑠𝑓𝑒𝑟𝑙𝑒𝑛𝑔𝑡h</m:t>
                              </m:r>
                            </m:num>
                            <m:den>
                              <m:r>
                                <a:rPr lang="en-AU" i="1" dirty="0" smtClean="0">
                                  <a:solidFill>
                                    <a:schemeClr val="accent5">
                                      <a:lumMod val="75000"/>
                                    </a:schemeClr>
                                  </a:solidFill>
                                  <a:latin typeface="Cambria Math" panose="02040503050406030204" pitchFamily="18" charset="0"/>
                                </a:rPr>
                                <m:t>𝐵𝑎𝑛𝑑𝑤𝑖𝑑𝑡h</m:t>
                              </m:r>
                            </m:den>
                          </m:f>
                        </m:e>
                      </m:d>
                      <m:r>
                        <a:rPr lang="en-AU" b="0" i="1" dirty="0" smtClean="0">
                          <a:solidFill>
                            <a:schemeClr val="accent5">
                              <a:lumMod val="75000"/>
                            </a:schemeClr>
                          </a:solidFill>
                          <a:latin typeface="Cambria Math" panose="02040503050406030204" pitchFamily="18" charset="0"/>
                        </a:rPr>
                        <m:t>= </m:t>
                      </m:r>
                      <m:d>
                        <m:dPr>
                          <m:ctrlPr>
                            <a:rPr lang="en-AU" i="1" dirty="0" smtClean="0">
                              <a:solidFill>
                                <a:schemeClr val="accent5">
                                  <a:lumMod val="75000"/>
                                </a:schemeClr>
                              </a:solidFill>
                              <a:latin typeface="Cambria Math" panose="02040503050406030204" pitchFamily="18" charset="0"/>
                            </a:rPr>
                          </m:ctrlPr>
                        </m:dPr>
                        <m:e>
                          <m:f>
                            <m:fPr>
                              <m:ctrlPr>
                                <a:rPr lang="en-AU" i="1" dirty="0" smtClean="0">
                                  <a:solidFill>
                                    <a:schemeClr val="accent5">
                                      <a:lumMod val="75000"/>
                                    </a:schemeClr>
                                  </a:solidFill>
                                  <a:latin typeface="Cambria Math" panose="02040503050406030204" pitchFamily="18" charset="0"/>
                                </a:rPr>
                              </m:ctrlPr>
                            </m:fPr>
                            <m:num>
                              <m:r>
                                <a:rPr lang="en-AU" i="1" dirty="0" smtClean="0">
                                  <a:solidFill>
                                    <a:schemeClr val="accent5">
                                      <a:lumMod val="75000"/>
                                    </a:schemeClr>
                                  </a:solidFill>
                                  <a:latin typeface="Cambria Math" panose="02040503050406030204" pitchFamily="18" charset="0"/>
                                </a:rPr>
                                <m:t>8</m:t>
                              </m:r>
                            </m:num>
                            <m:den>
                              <m:r>
                                <a:rPr lang="en-AU" i="1" dirty="0" smtClean="0">
                                  <a:solidFill>
                                    <a:schemeClr val="accent5">
                                      <a:lumMod val="75000"/>
                                    </a:schemeClr>
                                  </a:solidFill>
                                  <a:latin typeface="Cambria Math" panose="02040503050406030204" pitchFamily="18" charset="0"/>
                                </a:rPr>
                                <m:t>4</m:t>
                              </m:r>
                            </m:den>
                          </m:f>
                        </m:e>
                      </m:d>
                      <m:r>
                        <a:rPr lang="en-AU" b="0" i="1" dirty="0" smtClean="0">
                          <a:solidFill>
                            <a:schemeClr val="accent5">
                              <a:lumMod val="75000"/>
                            </a:schemeClr>
                          </a:solidFill>
                          <a:latin typeface="Cambria Math" panose="02040503050406030204" pitchFamily="18" charset="0"/>
                        </a:rPr>
                        <m:t>  </m:t>
                      </m:r>
                      <m:r>
                        <a:rPr lang="en-AU" i="1" dirty="0" smtClean="0">
                          <a:solidFill>
                            <a:schemeClr val="accent5">
                              <a:lumMod val="75000"/>
                            </a:schemeClr>
                          </a:solidFill>
                          <a:latin typeface="Cambria Math" panose="02040503050406030204" pitchFamily="18" charset="0"/>
                        </a:rPr>
                        <m:t>=</m:t>
                      </m:r>
                      <m:r>
                        <a:rPr lang="en-AU" b="0" i="1" dirty="0" smtClean="0">
                          <a:solidFill>
                            <a:schemeClr val="accent5">
                              <a:lumMod val="75000"/>
                            </a:schemeClr>
                          </a:solidFill>
                          <a:latin typeface="Cambria Math" panose="02040503050406030204" pitchFamily="18" charset="0"/>
                        </a:rPr>
                        <m:t>2 </m:t>
                      </m:r>
                      <m:r>
                        <a:rPr lang="en-AU" i="1" dirty="0" err="1" smtClean="0">
                          <a:solidFill>
                            <a:schemeClr val="accent5">
                              <a:lumMod val="75000"/>
                            </a:schemeClr>
                          </a:solidFill>
                          <a:latin typeface="Cambria Math" panose="02040503050406030204" pitchFamily="18" charset="0"/>
                        </a:rPr>
                        <m:t>𝑠</m:t>
                      </m:r>
                      <m:r>
                        <a:rPr lang="en-AU" b="0" i="1" dirty="0" smtClean="0">
                          <a:solidFill>
                            <a:schemeClr val="accent5">
                              <a:lumMod val="75000"/>
                            </a:schemeClr>
                          </a:solidFill>
                          <a:latin typeface="Cambria Math" panose="02040503050406030204" pitchFamily="18" charset="0"/>
                        </a:rPr>
                        <m:t>𝑒𝑐</m:t>
                      </m:r>
                      <m:r>
                        <a:rPr lang="en-AU" i="1" dirty="0" smtClean="0">
                          <a:solidFill>
                            <a:schemeClr val="accent5">
                              <a:lumMod val="75000"/>
                            </a:schemeClr>
                          </a:solidFill>
                          <a:latin typeface="Cambria Math" panose="02040503050406030204" pitchFamily="18" charset="0"/>
                        </a:rPr>
                        <m:t> </m:t>
                      </m:r>
                    </m:oMath>
                  </m:oMathPara>
                </a14:m>
                <a:endParaRPr lang="en-AU" dirty="0">
                  <a:solidFill>
                    <a:schemeClr val="accent5">
                      <a:lumMod val="75000"/>
                    </a:schemeClr>
                  </a:solidFill>
                </a:endParaRPr>
              </a:p>
              <a:p>
                <a:pPr lvl="1"/>
                <a:endParaRPr lang="en-AU" dirty="0">
                  <a:solidFill>
                    <a:schemeClr val="accent5">
                      <a:lumMod val="75000"/>
                    </a:schemeClr>
                  </a:solidFill>
                </a:endParaRPr>
              </a:p>
              <a:p>
                <a:pPr lvl="1"/>
                <a:endParaRPr lang="en-AU" dirty="0"/>
              </a:p>
            </p:txBody>
          </p:sp>
        </mc:Choice>
        <mc:Fallback>
          <p:sp>
            <p:nvSpPr>
              <p:cNvPr id="3" name="Content Placeholder 2">
                <a:extLst>
                  <a:ext uri="{FF2B5EF4-FFF2-40B4-BE49-F238E27FC236}">
                    <a16:creationId xmlns:a16="http://schemas.microsoft.com/office/drawing/2014/main" id="{0E72257B-3C7A-C2A0-42C2-81199E49D12A}"/>
                  </a:ext>
                </a:extLst>
              </p:cNvPr>
              <p:cNvSpPr>
                <a:spLocks noGrp="1" noRot="1" noChangeAspect="1" noMove="1" noResize="1" noEditPoints="1" noAdjustHandles="1" noChangeArrowheads="1" noChangeShapeType="1" noTextEdit="1"/>
              </p:cNvSpPr>
              <p:nvPr>
                <p:ph idx="1"/>
              </p:nvPr>
            </p:nvSpPr>
            <p:spPr>
              <a:blipFill>
                <a:blip r:embed="rId2"/>
                <a:stretch>
                  <a:fillRect l="-1217" t="-2381" r="-986"/>
                </a:stretch>
              </a:blipFill>
            </p:spPr>
            <p:txBody>
              <a:bodyPr/>
              <a:lstStyle/>
              <a:p>
                <a:r>
                  <a:rPr lang="en-AU">
                    <a:noFill/>
                  </a:rPr>
                  <a:t> </a:t>
                </a:r>
              </a:p>
            </p:txBody>
          </p:sp>
        </mc:Fallback>
      </mc:AlternateContent>
    </p:spTree>
    <p:extLst>
      <p:ext uri="{BB962C8B-B14F-4D97-AF65-F5344CB8AC3E}">
        <p14:creationId xmlns:p14="http://schemas.microsoft.com/office/powerpoint/2010/main" val="40542532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B6E0B-2396-4703-8C0B-A87AF7198011}"/>
              </a:ext>
            </a:extLst>
          </p:cNvPr>
          <p:cNvSpPr>
            <a:spLocks noGrp="1"/>
          </p:cNvSpPr>
          <p:nvPr>
            <p:ph type="title"/>
          </p:nvPr>
        </p:nvSpPr>
        <p:spPr/>
        <p:txBody>
          <a:bodyPr>
            <a:normAutofit/>
          </a:bodyPr>
          <a:lstStyle/>
          <a:p>
            <a:r>
              <a:rPr lang="en-AU" sz="4300" dirty="0"/>
              <a:t>Where does the Data Drives Fit in Computers?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5D51A21-4C79-44AD-9B3D-81DE7E3C80BC}"/>
                  </a:ext>
                </a:extLst>
              </p:cNvPr>
              <p:cNvSpPr>
                <a:spLocks noGrp="1"/>
              </p:cNvSpPr>
              <p:nvPr>
                <p:ph idx="1"/>
              </p:nvPr>
            </p:nvSpPr>
            <p:spPr/>
            <p:txBody>
              <a:bodyPr/>
              <a:lstStyle/>
              <a:p>
                <a:r>
                  <a:rPr lang="en-AU" dirty="0"/>
                  <a:t>Data after reading should be passed to the processors.</a:t>
                </a:r>
              </a:p>
              <a:p>
                <a:r>
                  <a:rPr lang="en-AU" dirty="0"/>
                  <a:t>The processors need to read from the storage in orders of Millions of bits.</a:t>
                </a:r>
              </a:p>
              <a:p>
                <a:r>
                  <a:rPr lang="en-AU" dirty="0"/>
                  <a:t>The access time for HDD (</a:t>
                </a:r>
                <a14:m>
                  <m:oMath xmlns:m="http://schemas.openxmlformats.org/officeDocument/2006/math">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7×</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10</m:t>
                        </m:r>
                      </m:e>
                      <m:sup>
                        <m:r>
                          <a:rPr lang="en-AU" b="0" i="1" smtClean="0">
                            <a:latin typeface="Cambria Math" panose="02040503050406030204" pitchFamily="18" charset="0"/>
                            <a:ea typeface="Cambria Math" panose="02040503050406030204" pitchFamily="18" charset="0"/>
                          </a:rPr>
                          <m:t>−3</m:t>
                        </m:r>
                      </m:sup>
                    </m:sSup>
                  </m:oMath>
                </a14:m>
                <a:r>
                  <a:rPr lang="en-AU" dirty="0"/>
                  <a:t>) and SSD (</a:t>
                </a:r>
                <a14:m>
                  <m:oMath xmlns:m="http://schemas.openxmlformats.org/officeDocument/2006/math">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55×</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10</m:t>
                        </m:r>
                      </m:e>
                      <m:sup>
                        <m:r>
                          <a:rPr lang="en-AU" b="0" i="1" smtClean="0">
                            <a:latin typeface="Cambria Math" panose="02040503050406030204" pitchFamily="18" charset="0"/>
                            <a:ea typeface="Cambria Math" panose="02040503050406030204" pitchFamily="18" charset="0"/>
                          </a:rPr>
                          <m:t>−6</m:t>
                        </m:r>
                      </m:sup>
                    </m:sSup>
                  </m:oMath>
                </a14:m>
                <a:r>
                  <a:rPr lang="en-AU" dirty="0"/>
                  <a:t>) are high.</a:t>
                </a:r>
              </a:p>
              <a:p>
                <a:r>
                  <a:rPr lang="en-AU" dirty="0"/>
                  <a:t>For a simple task with 1 Million bit reading from the memory, the processing time will be :</a:t>
                </a:r>
              </a:p>
              <a:p>
                <a:pPr lvl="1"/>
                <a14:m>
                  <m:oMath xmlns:m="http://schemas.openxmlformats.org/officeDocument/2006/math">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7×</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10</m:t>
                        </m:r>
                      </m:e>
                      <m:sup>
                        <m:r>
                          <a:rPr lang="en-AU" b="0" i="1" smtClean="0">
                            <a:latin typeface="Cambria Math" panose="02040503050406030204" pitchFamily="18" charset="0"/>
                            <a:ea typeface="Cambria Math" panose="02040503050406030204" pitchFamily="18" charset="0"/>
                          </a:rPr>
                          <m:t>−3</m:t>
                        </m:r>
                      </m:sup>
                    </m:sSup>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10</m:t>
                        </m:r>
                      </m:e>
                      <m:sup>
                        <m:r>
                          <a:rPr lang="en-AU" b="0" i="1" smtClean="0">
                            <a:latin typeface="Cambria Math" panose="02040503050406030204" pitchFamily="18" charset="0"/>
                            <a:ea typeface="Cambria Math" panose="02040503050406030204" pitchFamily="18" charset="0"/>
                          </a:rPr>
                          <m:t>6</m:t>
                        </m:r>
                      </m:sup>
                    </m:sSup>
                    <m:r>
                      <a:rPr lang="en-AU" b="0" i="1" smtClean="0">
                        <a:latin typeface="Cambria Math" panose="02040503050406030204" pitchFamily="18" charset="0"/>
                        <a:ea typeface="Cambria Math" panose="02040503050406030204" pitchFamily="18" charset="0"/>
                      </a:rPr>
                      <m:t>=7000 </m:t>
                    </m:r>
                    <m:r>
                      <a:rPr lang="en-AU" b="0" i="1" smtClean="0">
                        <a:latin typeface="Cambria Math" panose="02040503050406030204" pitchFamily="18" charset="0"/>
                        <a:ea typeface="Cambria Math" panose="02040503050406030204" pitchFamily="18" charset="0"/>
                      </a:rPr>
                      <m:t>𝑠𝑒𝑐𝑜𝑛𝑑𝑠</m:t>
                    </m:r>
                    <m:r>
                      <a:rPr lang="en-AU" b="0" i="1" smtClean="0">
                        <a:latin typeface="Cambria Math" panose="02040503050406030204" pitchFamily="18" charset="0"/>
                        <a:ea typeface="Cambria Math" panose="02040503050406030204" pitchFamily="18" charset="0"/>
                      </a:rPr>
                      <m:t> ≈117 </m:t>
                    </m:r>
                    <m:r>
                      <a:rPr lang="en-AU" b="0" i="1" smtClean="0">
                        <a:latin typeface="Cambria Math" panose="02040503050406030204" pitchFamily="18" charset="0"/>
                        <a:ea typeface="Cambria Math" panose="02040503050406030204" pitchFamily="18" charset="0"/>
                      </a:rPr>
                      <m:t>𝑚𝑖𝑛𝑡𝑢𝑒𝑠</m:t>
                    </m:r>
                  </m:oMath>
                </a14:m>
                <a:r>
                  <a:rPr lang="en-AU" dirty="0"/>
                  <a:t> for HDD</a:t>
                </a:r>
              </a:p>
              <a:p>
                <a:pPr lvl="1"/>
                <a14:m>
                  <m:oMath xmlns:m="http://schemas.openxmlformats.org/officeDocument/2006/math">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55×</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10</m:t>
                        </m:r>
                      </m:e>
                      <m:sup>
                        <m:r>
                          <a:rPr lang="en-AU" b="0" i="1" smtClean="0">
                            <a:latin typeface="Cambria Math" panose="02040503050406030204" pitchFamily="18" charset="0"/>
                            <a:ea typeface="Cambria Math" panose="02040503050406030204" pitchFamily="18" charset="0"/>
                          </a:rPr>
                          <m:t>−6</m:t>
                        </m:r>
                      </m:sup>
                    </m:sSup>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10</m:t>
                        </m:r>
                      </m:e>
                      <m:sup>
                        <m:r>
                          <a:rPr lang="en-AU" b="0" i="1" smtClean="0">
                            <a:latin typeface="Cambria Math" panose="02040503050406030204" pitchFamily="18" charset="0"/>
                            <a:ea typeface="Cambria Math" panose="02040503050406030204" pitchFamily="18" charset="0"/>
                          </a:rPr>
                          <m:t>6</m:t>
                        </m:r>
                      </m:sup>
                    </m:sSup>
                    <m:r>
                      <a:rPr lang="en-AU" b="0" i="1" smtClean="0">
                        <a:latin typeface="Cambria Math" panose="02040503050406030204" pitchFamily="18" charset="0"/>
                        <a:ea typeface="Cambria Math" panose="02040503050406030204" pitchFamily="18" charset="0"/>
                      </a:rPr>
                      <m:t>=55 </m:t>
                    </m:r>
                    <m:r>
                      <a:rPr lang="en-AU" b="0" i="1" smtClean="0">
                        <a:latin typeface="Cambria Math" panose="02040503050406030204" pitchFamily="18" charset="0"/>
                        <a:ea typeface="Cambria Math" panose="02040503050406030204" pitchFamily="18" charset="0"/>
                      </a:rPr>
                      <m:t>𝑠𝑒𝑐𝑜𝑛𝑑𝑠</m:t>
                    </m:r>
                    <m:r>
                      <a:rPr lang="en-AU" b="0" i="1" smtClean="0">
                        <a:latin typeface="Cambria Math" panose="02040503050406030204" pitchFamily="18" charset="0"/>
                        <a:ea typeface="Cambria Math" panose="02040503050406030204" pitchFamily="18" charset="0"/>
                      </a:rPr>
                      <m:t> ≈1 </m:t>
                    </m:r>
                    <m:r>
                      <a:rPr lang="en-AU" b="0" i="1" smtClean="0">
                        <a:latin typeface="Cambria Math" panose="02040503050406030204" pitchFamily="18" charset="0"/>
                        <a:ea typeface="Cambria Math" panose="02040503050406030204" pitchFamily="18" charset="0"/>
                      </a:rPr>
                      <m:t>𝑚𝑖𝑛𝑡𝑢𝑒</m:t>
                    </m:r>
                    <m:r>
                      <a:rPr lang="en-AU" b="0" i="1" smtClean="0">
                        <a:latin typeface="Cambria Math" panose="02040503050406030204" pitchFamily="18" charset="0"/>
                        <a:ea typeface="Cambria Math" panose="02040503050406030204" pitchFamily="18" charset="0"/>
                      </a:rPr>
                      <m:t> </m:t>
                    </m:r>
                  </m:oMath>
                </a14:m>
                <a:r>
                  <a:rPr lang="en-AU" dirty="0"/>
                  <a:t> for SSD</a:t>
                </a:r>
              </a:p>
              <a:p>
                <a:endParaRPr lang="en-AU" dirty="0"/>
              </a:p>
              <a:p>
                <a:endParaRPr lang="en-AU" dirty="0"/>
              </a:p>
            </p:txBody>
          </p:sp>
        </mc:Choice>
        <mc:Fallback>
          <p:sp>
            <p:nvSpPr>
              <p:cNvPr id="3" name="Content Placeholder 2">
                <a:extLst>
                  <a:ext uri="{FF2B5EF4-FFF2-40B4-BE49-F238E27FC236}">
                    <a16:creationId xmlns:a16="http://schemas.microsoft.com/office/drawing/2014/main" id="{F5D51A21-4C79-44AD-9B3D-81DE7E3C80BC}"/>
                  </a:ext>
                </a:extLst>
              </p:cNvPr>
              <p:cNvSpPr>
                <a:spLocks noGrp="1" noRot="1" noChangeAspect="1" noMove="1" noResize="1" noEditPoints="1" noAdjustHandles="1" noChangeArrowheads="1" noChangeShapeType="1" noTextEdit="1"/>
              </p:cNvSpPr>
              <p:nvPr>
                <p:ph idx="1"/>
              </p:nvPr>
            </p:nvSpPr>
            <p:spPr>
              <a:blipFill>
                <a:blip r:embed="rId3"/>
                <a:stretch>
                  <a:fillRect l="-1043" t="-2241" r="-116"/>
                </a:stretch>
              </a:blipFill>
            </p:spPr>
            <p:txBody>
              <a:bodyPr/>
              <a:lstStyle/>
              <a:p>
                <a:r>
                  <a:rPr lang="en-AU">
                    <a:noFill/>
                  </a:rPr>
                  <a:t> </a:t>
                </a:r>
              </a:p>
            </p:txBody>
          </p:sp>
        </mc:Fallback>
      </mc:AlternateContent>
    </p:spTree>
    <p:extLst>
      <p:ext uri="{BB962C8B-B14F-4D97-AF65-F5344CB8AC3E}">
        <p14:creationId xmlns:p14="http://schemas.microsoft.com/office/powerpoint/2010/main" val="25641347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51A37-0BDD-4335-B5C0-C0FB7407D416}"/>
              </a:ext>
            </a:extLst>
          </p:cNvPr>
          <p:cNvSpPr>
            <a:spLocks noGrp="1"/>
          </p:cNvSpPr>
          <p:nvPr>
            <p:ph type="title"/>
          </p:nvPr>
        </p:nvSpPr>
        <p:spPr/>
        <p:txBody>
          <a:bodyPr/>
          <a:lstStyle/>
          <a:p>
            <a:r>
              <a:rPr lang="en-AU" dirty="0"/>
              <a:t>How to solve the performance issue?</a:t>
            </a:r>
          </a:p>
        </p:txBody>
      </p:sp>
      <p:sp>
        <p:nvSpPr>
          <p:cNvPr id="3" name="Content Placeholder 2">
            <a:extLst>
              <a:ext uri="{FF2B5EF4-FFF2-40B4-BE49-F238E27FC236}">
                <a16:creationId xmlns:a16="http://schemas.microsoft.com/office/drawing/2014/main" id="{257BA434-9374-46BB-B102-E6760129A5AD}"/>
              </a:ext>
            </a:extLst>
          </p:cNvPr>
          <p:cNvSpPr>
            <a:spLocks noGrp="1"/>
          </p:cNvSpPr>
          <p:nvPr>
            <p:ph idx="1"/>
          </p:nvPr>
        </p:nvSpPr>
        <p:spPr/>
        <p:txBody>
          <a:bodyPr/>
          <a:lstStyle/>
          <a:p>
            <a:r>
              <a:rPr lang="en-AU" dirty="0"/>
              <a:t>Any ideas?</a:t>
            </a:r>
          </a:p>
        </p:txBody>
      </p:sp>
    </p:spTree>
    <p:extLst>
      <p:ext uri="{BB962C8B-B14F-4D97-AF65-F5344CB8AC3E}">
        <p14:creationId xmlns:p14="http://schemas.microsoft.com/office/powerpoint/2010/main" val="4047128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51A37-0BDD-4335-B5C0-C0FB7407D416}"/>
              </a:ext>
            </a:extLst>
          </p:cNvPr>
          <p:cNvSpPr>
            <a:spLocks noGrp="1"/>
          </p:cNvSpPr>
          <p:nvPr>
            <p:ph type="title"/>
          </p:nvPr>
        </p:nvSpPr>
        <p:spPr/>
        <p:txBody>
          <a:bodyPr/>
          <a:lstStyle/>
          <a:p>
            <a:r>
              <a:rPr lang="en-AU" dirty="0"/>
              <a:t>How to solve the performance issue?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7BA434-9374-46BB-B102-E6760129A5AD}"/>
                  </a:ext>
                </a:extLst>
              </p:cNvPr>
              <p:cNvSpPr>
                <a:spLocks noGrp="1"/>
              </p:cNvSpPr>
              <p:nvPr>
                <p:ph idx="1"/>
              </p:nvPr>
            </p:nvSpPr>
            <p:spPr/>
            <p:txBody>
              <a:bodyPr>
                <a:normAutofit fontScale="92500"/>
              </a:bodyPr>
              <a:lstStyle/>
              <a:p>
                <a:r>
                  <a:rPr lang="en-AU" dirty="0"/>
                  <a:t>Any ideas?</a:t>
                </a:r>
              </a:p>
              <a:p>
                <a:pPr lvl="1"/>
                <a:r>
                  <a:rPr lang="en-AU" dirty="0"/>
                  <a:t>Improve the access time for the memory.</a:t>
                </a:r>
              </a:p>
              <a:p>
                <a:pPr lvl="2"/>
                <a:r>
                  <a:rPr lang="en-AU" dirty="0"/>
                  <a:t>Requires new technological design.</a:t>
                </a:r>
              </a:p>
              <a:p>
                <a:pPr lvl="2"/>
                <a:r>
                  <a:rPr lang="en-AU" dirty="0"/>
                  <a:t>SSD is pretty much at the limits of a fast memory.</a:t>
                </a:r>
              </a:p>
              <a:p>
                <a:pPr lvl="2"/>
                <a:r>
                  <a:rPr lang="en-AU" dirty="0"/>
                  <a:t>Fast memories will be very expensive.</a:t>
                </a:r>
              </a:p>
              <a:p>
                <a:pPr lvl="1"/>
                <a:r>
                  <a:rPr lang="en-AU" dirty="0"/>
                  <a:t>Change the structure</a:t>
                </a:r>
              </a:p>
              <a:p>
                <a:pPr lvl="2"/>
                <a:r>
                  <a:rPr lang="en-AU" dirty="0"/>
                  <a:t>Not all the data in memory is always required.</a:t>
                </a:r>
              </a:p>
              <a:p>
                <a:pPr lvl="2"/>
                <a:r>
                  <a:rPr lang="en-AU" dirty="0"/>
                  <a:t>Design a new fast and small memory: Cache.</a:t>
                </a:r>
              </a:p>
              <a:p>
                <a:pPr lvl="2"/>
                <a:r>
                  <a:rPr lang="en-AU" dirty="0"/>
                  <a:t>Read from Cache instead of main memory.</a:t>
                </a:r>
              </a:p>
              <a:p>
                <a:pPr lvl="1"/>
                <a:r>
                  <a:rPr lang="en-AU" dirty="0"/>
                  <a:t>Access time for hierarchical structure with one cache.</a:t>
                </a:r>
              </a:p>
              <a:p>
                <a:pPr marL="914400" lvl="2" indent="0">
                  <a:buNone/>
                </a:pPr>
                <a:endParaRPr lang="en-AU"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𝑎𝑐𝑐𝑒𝑠𝑠</m:t>
                      </m:r>
                      <m:r>
                        <a:rPr lang="en-AU" b="0" i="1" smtClean="0">
                          <a:latin typeface="Cambria Math" panose="02040503050406030204" pitchFamily="18" charset="0"/>
                        </a:rPr>
                        <m:t> </m:t>
                      </m:r>
                      <m:r>
                        <a:rPr lang="en-AU" b="0" i="1" smtClean="0">
                          <a:latin typeface="Cambria Math" panose="02040503050406030204" pitchFamily="18" charset="0"/>
                        </a:rPr>
                        <m:t>𝑡𝑖𝑚𝑒</m:t>
                      </m:r>
                      <m:r>
                        <a:rPr lang="en-AU" b="0" i="1" smtClean="0">
                          <a:latin typeface="Cambria Math" panose="02040503050406030204" pitchFamily="18" charset="0"/>
                        </a:rPr>
                        <m:t>=</m:t>
                      </m:r>
                      <m:r>
                        <a:rPr lang="en-AU" b="0" i="1" smtClean="0">
                          <a:latin typeface="Cambria Math" panose="02040503050406030204" pitchFamily="18" charset="0"/>
                        </a:rPr>
                        <m:t>𝑎𝑐𝑐𝑒𝑠𝑠</m:t>
                      </m:r>
                      <m:r>
                        <a:rPr lang="en-AU" b="0" i="1" smtClean="0">
                          <a:latin typeface="Cambria Math" panose="02040503050406030204" pitchFamily="18" charset="0"/>
                        </a:rPr>
                        <m:t> </m:t>
                      </m:r>
                      <m:r>
                        <a:rPr lang="en-AU" b="0" i="1" smtClean="0">
                          <a:latin typeface="Cambria Math" panose="02040503050406030204" pitchFamily="18" charset="0"/>
                        </a:rPr>
                        <m:t>𝑐𝑎𝑐h𝑒</m:t>
                      </m:r>
                      <m:r>
                        <a:rPr lang="en-AU" b="0" i="1" smtClean="0">
                          <a:latin typeface="Cambria Math" panose="02040503050406030204" pitchFamily="18" charset="0"/>
                        </a:rPr>
                        <m:t>∗</m:t>
                      </m:r>
                      <m:r>
                        <a:rPr lang="en-AU" b="0" i="1" smtClean="0">
                          <a:latin typeface="Cambria Math" panose="02040503050406030204" pitchFamily="18" charset="0"/>
                        </a:rPr>
                        <m:t>h𝑖𝑡</m:t>
                      </m:r>
                      <m:r>
                        <a:rPr lang="en-AU" b="0" i="1" smtClean="0">
                          <a:latin typeface="Cambria Math" panose="02040503050406030204" pitchFamily="18" charset="0"/>
                        </a:rPr>
                        <m:t> </m:t>
                      </m:r>
                      <m:r>
                        <a:rPr lang="en-AU" b="0" i="1" smtClean="0">
                          <a:latin typeface="Cambria Math" panose="02040503050406030204" pitchFamily="18" charset="0"/>
                        </a:rPr>
                        <m:t>𝑟𝑎𝑡𝑖𝑜</m:t>
                      </m:r>
                      <m:r>
                        <a:rPr lang="en-AU" b="0" i="1" smtClean="0">
                          <a:latin typeface="Cambria Math" panose="02040503050406030204" pitchFamily="18" charset="0"/>
                        </a:rPr>
                        <m:t>+</m:t>
                      </m:r>
                      <m:r>
                        <a:rPr lang="en-AU" b="0" i="1" smtClean="0">
                          <a:latin typeface="Cambria Math" panose="02040503050406030204" pitchFamily="18" charset="0"/>
                        </a:rPr>
                        <m:t>𝑎𝑐𝑐𝑒𝑠𝑠</m:t>
                      </m:r>
                      <m:r>
                        <a:rPr lang="en-AU" b="0" i="1" smtClean="0">
                          <a:latin typeface="Cambria Math" panose="02040503050406030204" pitchFamily="18" charset="0"/>
                        </a:rPr>
                        <m:t> </m:t>
                      </m:r>
                      <m:r>
                        <a:rPr lang="en-AU" b="0" i="1" smtClean="0">
                          <a:latin typeface="Cambria Math" panose="02040503050406030204" pitchFamily="18" charset="0"/>
                        </a:rPr>
                        <m:t>𝑚𝑒𝑚</m:t>
                      </m:r>
                      <m:r>
                        <a:rPr lang="en-AU" b="0" i="1" smtClean="0">
                          <a:latin typeface="Cambria Math" panose="02040503050406030204" pitchFamily="18" charset="0"/>
                        </a:rPr>
                        <m:t> ∗(1−</m:t>
                      </m:r>
                      <m:r>
                        <a:rPr lang="en-AU" b="0" i="1" smtClean="0">
                          <a:latin typeface="Cambria Math" panose="02040503050406030204" pitchFamily="18" charset="0"/>
                        </a:rPr>
                        <m:t>h𝑖𝑡</m:t>
                      </m:r>
                      <m:r>
                        <a:rPr lang="en-AU" b="0" i="1" smtClean="0">
                          <a:latin typeface="Cambria Math" panose="02040503050406030204" pitchFamily="18" charset="0"/>
                        </a:rPr>
                        <m:t> </m:t>
                      </m:r>
                      <m:r>
                        <a:rPr lang="en-AU" b="0" i="1" smtClean="0">
                          <a:latin typeface="Cambria Math" panose="02040503050406030204" pitchFamily="18" charset="0"/>
                        </a:rPr>
                        <m:t>𝑟𝑎𝑡𝑖𝑜</m:t>
                      </m:r>
                      <m:r>
                        <a:rPr lang="en-AU" b="0" i="1" smtClean="0">
                          <a:latin typeface="Cambria Math" panose="02040503050406030204" pitchFamily="18" charset="0"/>
                        </a:rPr>
                        <m:t>)</m:t>
                      </m:r>
                    </m:oMath>
                  </m:oMathPara>
                </a14:m>
                <a:endParaRPr lang="en-AU" dirty="0"/>
              </a:p>
              <a:p>
                <a:pPr lvl="2"/>
                <a:endParaRPr lang="en-AU" dirty="0"/>
              </a:p>
            </p:txBody>
          </p:sp>
        </mc:Choice>
        <mc:Fallback xmlns="">
          <p:sp>
            <p:nvSpPr>
              <p:cNvPr id="3" name="Content Placeholder 2">
                <a:extLst>
                  <a:ext uri="{FF2B5EF4-FFF2-40B4-BE49-F238E27FC236}">
                    <a16:creationId xmlns:a16="http://schemas.microsoft.com/office/drawing/2014/main" id="{257BA434-9374-46BB-B102-E6760129A5AD}"/>
                  </a:ext>
                </a:extLst>
              </p:cNvPr>
              <p:cNvSpPr>
                <a:spLocks noGrp="1" noRot="1" noChangeAspect="1" noMove="1" noResize="1" noEditPoints="1" noAdjustHandles="1" noChangeArrowheads="1" noChangeShapeType="1" noTextEdit="1"/>
              </p:cNvSpPr>
              <p:nvPr>
                <p:ph idx="1"/>
              </p:nvPr>
            </p:nvSpPr>
            <p:spPr>
              <a:blipFill>
                <a:blip r:embed="rId3"/>
                <a:stretch>
                  <a:fillRect l="-928" t="-2101" r="-58"/>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222E67C9-8C3D-4A8C-BBC2-6363F1A00D7B}"/>
              </a:ext>
            </a:extLst>
          </p:cNvPr>
          <p:cNvPicPr>
            <a:picLocks noChangeAspect="1"/>
          </p:cNvPicPr>
          <p:nvPr/>
        </p:nvPicPr>
        <p:blipFill>
          <a:blip r:embed="rId4"/>
          <a:stretch>
            <a:fillRect/>
          </a:stretch>
        </p:blipFill>
        <p:spPr>
          <a:xfrm>
            <a:off x="7367920" y="1283365"/>
            <a:ext cx="4620292" cy="3478729"/>
          </a:xfrm>
          <a:prstGeom prst="rect">
            <a:avLst/>
          </a:prstGeom>
        </p:spPr>
      </p:pic>
    </p:spTree>
    <p:extLst>
      <p:ext uri="{BB962C8B-B14F-4D97-AF65-F5344CB8AC3E}">
        <p14:creationId xmlns:p14="http://schemas.microsoft.com/office/powerpoint/2010/main" val="13968352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4B18B-1EBB-4D05-8224-7E67AEEC3622}"/>
              </a:ext>
            </a:extLst>
          </p:cNvPr>
          <p:cNvSpPr>
            <a:spLocks noGrp="1"/>
          </p:cNvSpPr>
          <p:nvPr>
            <p:ph type="title"/>
          </p:nvPr>
        </p:nvSpPr>
        <p:spPr/>
        <p:txBody>
          <a:bodyPr/>
          <a:lstStyle/>
          <a:p>
            <a:r>
              <a:rPr lang="en-AU" dirty="0"/>
              <a:t>Question 2 (Breakout Rooms)</a:t>
            </a:r>
          </a:p>
        </p:txBody>
      </p:sp>
      <p:sp>
        <p:nvSpPr>
          <p:cNvPr id="3" name="Content Placeholder 2">
            <a:extLst>
              <a:ext uri="{FF2B5EF4-FFF2-40B4-BE49-F238E27FC236}">
                <a16:creationId xmlns:a16="http://schemas.microsoft.com/office/drawing/2014/main" id="{07061179-44C0-4F82-88DE-9FD27ACFFD29}"/>
              </a:ext>
            </a:extLst>
          </p:cNvPr>
          <p:cNvSpPr>
            <a:spLocks noGrp="1"/>
          </p:cNvSpPr>
          <p:nvPr>
            <p:ph idx="1"/>
          </p:nvPr>
        </p:nvSpPr>
        <p:spPr>
          <a:xfrm>
            <a:off x="838200" y="1783094"/>
            <a:ext cx="10515600" cy="4351338"/>
          </a:xfrm>
        </p:spPr>
        <p:txBody>
          <a:bodyPr/>
          <a:lstStyle/>
          <a:p>
            <a:r>
              <a:rPr lang="en-AU" dirty="0"/>
              <a:t>There are two different machines where machine A has a smaller cache with on average 50% cache hit ratio (H) and the other machine (machine B) has a much larger cache with on average 90% cache hit ratio. However, the memory access time of machine A is 100C and the memory access time of machine B is 400C (i.e., memory access in machine A is faster than memory access in machine B), where C is the cache access time. Which machine has overall faster effective memory access time? </a:t>
            </a:r>
          </a:p>
        </p:txBody>
      </p:sp>
    </p:spTree>
    <p:extLst>
      <p:ext uri="{BB962C8B-B14F-4D97-AF65-F5344CB8AC3E}">
        <p14:creationId xmlns:p14="http://schemas.microsoft.com/office/powerpoint/2010/main" val="41683435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9A011-5088-4229-A85D-720553D71CA7}"/>
              </a:ext>
            </a:extLst>
          </p:cNvPr>
          <p:cNvSpPr>
            <a:spLocks noGrp="1"/>
          </p:cNvSpPr>
          <p:nvPr>
            <p:ph type="title"/>
          </p:nvPr>
        </p:nvSpPr>
        <p:spPr/>
        <p:txBody>
          <a:bodyPr/>
          <a:lstStyle/>
          <a:p>
            <a:r>
              <a:rPr lang="en-AU" dirty="0"/>
              <a:t>Question 2 (Answer)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9F2664-DB30-4F29-8F45-F365571CA1B0}"/>
                  </a:ext>
                </a:extLst>
              </p:cNvPr>
              <p:cNvSpPr>
                <a:spLocks noGrp="1"/>
              </p:cNvSpPr>
              <p:nvPr>
                <p:ph idx="1"/>
              </p:nvPr>
            </p:nvSpPr>
            <p:spPr/>
            <p:txBody>
              <a:bodyPr>
                <a:normAutofit lnSpcReduction="10000"/>
              </a:bodyPr>
              <a:lstStyle/>
              <a:p>
                <a:r>
                  <a:rPr lang="en-AU" dirty="0"/>
                  <a:t>There are two different machines where machine A has a smaller cache with on average 50% cache hit ratio (H) and the other machine (machine B) has a much larger cache with on average 90% cache hit ratio. However, the memory access time of machine A is 100C and the memory access time of machine B is 400C (i.e., memory access in machine A is faster than memory access in machine B), where C is the cache access time. Which machine has overall faster effective memory access time?</a:t>
                </a:r>
              </a:p>
              <a:p>
                <a:pPr lvl="1"/>
                <a:r>
                  <a:rPr lang="en-AU" sz="2000" dirty="0">
                    <a:solidFill>
                      <a:schemeClr val="accent5">
                        <a:lumMod val="75000"/>
                      </a:schemeClr>
                    </a:solidFill>
                    <a:effectLst/>
                    <a:latin typeface="Calibri" panose="020F0502020204030204" pitchFamily="34" charset="0"/>
                    <a:ea typeface="Times New Roman" panose="02020603050405020304" pitchFamily="18" charset="0"/>
                  </a:rPr>
                  <a:t>Effective memory access time of </a:t>
                </a:r>
                <a14:m>
                  <m:oMath xmlns:m="http://schemas.openxmlformats.org/officeDocument/2006/math">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𝐴</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 = 0.5∗</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𝐶</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 + (1−0.5)∗100</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𝐶</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 = 50.5</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𝐶</m:t>
                    </m:r>
                  </m:oMath>
                </a14:m>
                <a:endParaRPr lang="en-AU" sz="2000" dirty="0">
                  <a:solidFill>
                    <a:schemeClr val="accent5">
                      <a:lumMod val="75000"/>
                    </a:schemeClr>
                  </a:solidFill>
                  <a:effectLst/>
                  <a:latin typeface="Times New Roman" panose="02020603050405020304" pitchFamily="18" charset="0"/>
                  <a:ea typeface="Times New Roman" panose="02020603050405020304" pitchFamily="18" charset="0"/>
                </a:endParaRPr>
              </a:p>
              <a:p>
                <a:pPr lvl="1"/>
                <a:r>
                  <a:rPr lang="en-AU" sz="2000" dirty="0">
                    <a:solidFill>
                      <a:schemeClr val="accent5">
                        <a:lumMod val="75000"/>
                      </a:schemeClr>
                    </a:solidFill>
                    <a:effectLst/>
                    <a:latin typeface="Calibri" panose="020F0502020204030204" pitchFamily="34" charset="0"/>
                    <a:ea typeface="Times New Roman" panose="02020603050405020304" pitchFamily="18" charset="0"/>
                  </a:rPr>
                  <a:t>Effective memory access time of </a:t>
                </a:r>
                <a14:m>
                  <m:oMath xmlns:m="http://schemas.openxmlformats.org/officeDocument/2006/math">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𝐵</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 = 0.9∗</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𝐶</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 +(1−0.9)∗400</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𝐶</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 = 40.9</m:t>
                    </m:r>
                    <m:r>
                      <a:rPr lang="en-AU" sz="2000" i="1" dirty="0" smtClean="0">
                        <a:solidFill>
                          <a:schemeClr val="accent5">
                            <a:lumMod val="75000"/>
                          </a:schemeClr>
                        </a:solidFill>
                        <a:effectLst/>
                        <a:latin typeface="Cambria Math" panose="02040503050406030204" pitchFamily="18" charset="0"/>
                        <a:ea typeface="Times New Roman" panose="02020603050405020304" pitchFamily="18" charset="0"/>
                      </a:rPr>
                      <m:t>𝐶</m:t>
                    </m:r>
                  </m:oMath>
                </a14:m>
                <a:endParaRPr lang="en-AU" sz="2000" dirty="0">
                  <a:solidFill>
                    <a:schemeClr val="accent5">
                      <a:lumMod val="75000"/>
                    </a:schemeClr>
                  </a:solidFill>
                  <a:effectLst/>
                  <a:latin typeface="Times New Roman" panose="02020603050405020304" pitchFamily="18" charset="0"/>
                  <a:ea typeface="Times New Roman" panose="02020603050405020304" pitchFamily="18" charset="0"/>
                </a:endParaRPr>
              </a:p>
              <a:p>
                <a:pPr lvl="1"/>
                <a:r>
                  <a:rPr lang="en-AU" sz="2000" dirty="0">
                    <a:solidFill>
                      <a:schemeClr val="accent5">
                        <a:lumMod val="75000"/>
                      </a:schemeClr>
                    </a:solidFill>
                    <a:effectLst/>
                    <a:latin typeface="Calibri" panose="020F0502020204030204" pitchFamily="34" charset="0"/>
                    <a:ea typeface="Times New Roman" panose="02020603050405020304" pitchFamily="18" charset="0"/>
                  </a:rPr>
                  <a:t>Although memory access in machine A is faster than memory access in machine B, machine B has overall faster effective memory access time than machine A due to B’s larger cache with higher cache hit ratio. </a:t>
                </a:r>
                <a:endParaRPr lang="en-AU" sz="2000" dirty="0">
                  <a:solidFill>
                    <a:schemeClr val="accent5">
                      <a:lumMod val="75000"/>
                    </a:schemeClr>
                  </a:solidFill>
                  <a:effectLst/>
                  <a:latin typeface="Times New Roman" panose="02020603050405020304" pitchFamily="18" charset="0"/>
                  <a:ea typeface="Times New Roman" panose="02020603050405020304" pitchFamily="18" charset="0"/>
                </a:endParaRPr>
              </a:p>
              <a:p>
                <a:pPr lvl="1"/>
                <a:endParaRPr lang="en-AU" dirty="0"/>
              </a:p>
              <a:p>
                <a:endParaRPr lang="en-AU" dirty="0"/>
              </a:p>
            </p:txBody>
          </p:sp>
        </mc:Choice>
        <mc:Fallback xmlns="">
          <p:sp>
            <p:nvSpPr>
              <p:cNvPr id="3" name="Content Placeholder 2">
                <a:extLst>
                  <a:ext uri="{FF2B5EF4-FFF2-40B4-BE49-F238E27FC236}">
                    <a16:creationId xmlns:a16="http://schemas.microsoft.com/office/drawing/2014/main" id="{E89F2664-DB30-4F29-8F45-F365571CA1B0}"/>
                  </a:ext>
                </a:extLst>
              </p:cNvPr>
              <p:cNvSpPr>
                <a:spLocks noGrp="1" noRot="1" noChangeAspect="1" noMove="1" noResize="1" noEditPoints="1" noAdjustHandles="1" noChangeArrowheads="1" noChangeShapeType="1" noTextEdit="1"/>
              </p:cNvSpPr>
              <p:nvPr>
                <p:ph idx="1"/>
              </p:nvPr>
            </p:nvSpPr>
            <p:spPr>
              <a:blipFill>
                <a:blip r:embed="rId2"/>
                <a:stretch>
                  <a:fillRect l="-1043" t="-3081" r="-1797"/>
                </a:stretch>
              </a:blipFill>
            </p:spPr>
            <p:txBody>
              <a:bodyPr/>
              <a:lstStyle/>
              <a:p>
                <a:r>
                  <a:rPr lang="en-AU">
                    <a:noFill/>
                  </a:rPr>
                  <a:t> </a:t>
                </a:r>
              </a:p>
            </p:txBody>
          </p:sp>
        </mc:Fallback>
      </mc:AlternateContent>
    </p:spTree>
    <p:extLst>
      <p:ext uri="{BB962C8B-B14F-4D97-AF65-F5344CB8AC3E}">
        <p14:creationId xmlns:p14="http://schemas.microsoft.com/office/powerpoint/2010/main" val="24648436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81A07-B92B-4CAB-8347-FD02C7A5B3EC}"/>
              </a:ext>
            </a:extLst>
          </p:cNvPr>
          <p:cNvSpPr>
            <a:spLocks noGrp="1"/>
          </p:cNvSpPr>
          <p:nvPr>
            <p:ph type="title"/>
          </p:nvPr>
        </p:nvSpPr>
        <p:spPr/>
        <p:txBody>
          <a:bodyPr/>
          <a:lstStyle/>
          <a:p>
            <a:r>
              <a:rPr lang="en-AU" dirty="0"/>
              <a:t>About different forms of Databases</a:t>
            </a:r>
          </a:p>
        </p:txBody>
      </p:sp>
      <p:sp>
        <p:nvSpPr>
          <p:cNvPr id="3" name="Content Placeholder 2">
            <a:extLst>
              <a:ext uri="{FF2B5EF4-FFF2-40B4-BE49-F238E27FC236}">
                <a16:creationId xmlns:a16="http://schemas.microsoft.com/office/drawing/2014/main" id="{D3085470-E37A-4393-9C96-A5D25381CAA1}"/>
              </a:ext>
            </a:extLst>
          </p:cNvPr>
          <p:cNvSpPr>
            <a:spLocks noGrp="1"/>
          </p:cNvSpPr>
          <p:nvPr>
            <p:ph idx="1"/>
          </p:nvPr>
        </p:nvSpPr>
        <p:spPr/>
        <p:txBody>
          <a:bodyPr/>
          <a:lstStyle/>
          <a:p>
            <a:pPr marL="514350" indent="-514350">
              <a:buAutoNum type="arabicPeriod"/>
            </a:pPr>
            <a:r>
              <a:rPr lang="en-AU" dirty="0"/>
              <a:t>Relational Databases</a:t>
            </a:r>
          </a:p>
          <a:p>
            <a:pPr lvl="1"/>
            <a:r>
              <a:rPr lang="en-AU" dirty="0"/>
              <a:t>Tables are structured related to each other</a:t>
            </a:r>
          </a:p>
          <a:p>
            <a:pPr lvl="1"/>
            <a:r>
              <a:rPr lang="en-AU" dirty="0"/>
              <a:t>Tables in database are related using </a:t>
            </a:r>
          </a:p>
          <a:p>
            <a:pPr marL="457200" lvl="1" indent="0">
              <a:buNone/>
            </a:pPr>
            <a:r>
              <a:rPr lang="en-AU" dirty="0"/>
              <a:t>    primary/foreign key relationship.</a:t>
            </a:r>
          </a:p>
          <a:p>
            <a:pPr marL="457200" lvl="1" indent="0">
              <a:buNone/>
            </a:pPr>
            <a:endParaRPr lang="en-AU" dirty="0"/>
          </a:p>
          <a:p>
            <a:pPr marL="457200" lvl="1" indent="0">
              <a:buNone/>
            </a:pPr>
            <a:endParaRPr lang="en-AU" dirty="0"/>
          </a:p>
          <a:p>
            <a:pPr marL="0" indent="0">
              <a:buNone/>
            </a:pPr>
            <a:endParaRPr lang="en-AU" dirty="0"/>
          </a:p>
        </p:txBody>
      </p:sp>
      <p:pic>
        <p:nvPicPr>
          <p:cNvPr id="5" name="Picture 4">
            <a:extLst>
              <a:ext uri="{FF2B5EF4-FFF2-40B4-BE49-F238E27FC236}">
                <a16:creationId xmlns:a16="http://schemas.microsoft.com/office/drawing/2014/main" id="{B5F08713-C8D1-4B7F-AC3F-23BFF07BF6B6}"/>
              </a:ext>
            </a:extLst>
          </p:cNvPr>
          <p:cNvPicPr>
            <a:picLocks noChangeAspect="1"/>
          </p:cNvPicPr>
          <p:nvPr/>
        </p:nvPicPr>
        <p:blipFill>
          <a:blip r:embed="rId2"/>
          <a:stretch>
            <a:fillRect/>
          </a:stretch>
        </p:blipFill>
        <p:spPr>
          <a:xfrm>
            <a:off x="7392953" y="1862525"/>
            <a:ext cx="4377289" cy="4277538"/>
          </a:xfrm>
          <a:prstGeom prst="rect">
            <a:avLst/>
          </a:prstGeom>
        </p:spPr>
      </p:pic>
    </p:spTree>
    <p:extLst>
      <p:ext uri="{BB962C8B-B14F-4D97-AF65-F5344CB8AC3E}">
        <p14:creationId xmlns:p14="http://schemas.microsoft.com/office/powerpoint/2010/main" val="31865253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099F7-CE67-4107-9EA5-F0C28B67DB36}"/>
              </a:ext>
            </a:extLst>
          </p:cNvPr>
          <p:cNvSpPr>
            <a:spLocks noGrp="1"/>
          </p:cNvSpPr>
          <p:nvPr>
            <p:ph type="title"/>
          </p:nvPr>
        </p:nvSpPr>
        <p:spPr/>
        <p:txBody>
          <a:bodyPr/>
          <a:lstStyle/>
          <a:p>
            <a:r>
              <a:rPr lang="en-AU" dirty="0"/>
              <a:t>Key-Value Databases</a:t>
            </a:r>
          </a:p>
        </p:txBody>
      </p:sp>
      <p:sp>
        <p:nvSpPr>
          <p:cNvPr id="3" name="Content Placeholder 2">
            <a:extLst>
              <a:ext uri="{FF2B5EF4-FFF2-40B4-BE49-F238E27FC236}">
                <a16:creationId xmlns:a16="http://schemas.microsoft.com/office/drawing/2014/main" id="{9E1E4164-5AED-427A-BA16-42293E3E7F1A}"/>
              </a:ext>
            </a:extLst>
          </p:cNvPr>
          <p:cNvSpPr>
            <a:spLocks noGrp="1"/>
          </p:cNvSpPr>
          <p:nvPr>
            <p:ph idx="1"/>
          </p:nvPr>
        </p:nvSpPr>
        <p:spPr/>
        <p:txBody>
          <a:bodyPr/>
          <a:lstStyle/>
          <a:p>
            <a:pPr marL="0" indent="0">
              <a:buNone/>
            </a:pPr>
            <a:r>
              <a:rPr lang="en-AU" dirty="0"/>
              <a:t>2. Key-value storage: A key-value database stores data as a collection of key-value pairs where a key serves as a unique identifier. All access to the database are done via the key. Both keys and values can be complex.</a:t>
            </a:r>
          </a:p>
        </p:txBody>
      </p:sp>
      <p:pic>
        <p:nvPicPr>
          <p:cNvPr id="5" name="Picture 4">
            <a:extLst>
              <a:ext uri="{FF2B5EF4-FFF2-40B4-BE49-F238E27FC236}">
                <a16:creationId xmlns:a16="http://schemas.microsoft.com/office/drawing/2014/main" id="{C66264C5-C5B4-43CC-8B96-566A38246C31}"/>
              </a:ext>
            </a:extLst>
          </p:cNvPr>
          <p:cNvPicPr>
            <a:picLocks noChangeAspect="1"/>
          </p:cNvPicPr>
          <p:nvPr/>
        </p:nvPicPr>
        <p:blipFill>
          <a:blip r:embed="rId2"/>
          <a:stretch>
            <a:fillRect/>
          </a:stretch>
        </p:blipFill>
        <p:spPr>
          <a:xfrm>
            <a:off x="5393477" y="3054167"/>
            <a:ext cx="6057790" cy="3657081"/>
          </a:xfrm>
          <a:prstGeom prst="rect">
            <a:avLst/>
          </a:prstGeom>
        </p:spPr>
      </p:pic>
    </p:spTree>
    <p:extLst>
      <p:ext uri="{BB962C8B-B14F-4D97-AF65-F5344CB8AC3E}">
        <p14:creationId xmlns:p14="http://schemas.microsoft.com/office/powerpoint/2010/main" val="10361870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11362-1BF9-4264-9D63-BD044E7DFCD1}"/>
              </a:ext>
            </a:extLst>
          </p:cNvPr>
          <p:cNvSpPr>
            <a:spLocks noGrp="1"/>
          </p:cNvSpPr>
          <p:nvPr>
            <p:ph type="title"/>
          </p:nvPr>
        </p:nvSpPr>
        <p:spPr/>
        <p:txBody>
          <a:bodyPr/>
          <a:lstStyle/>
          <a:p>
            <a:r>
              <a:rPr lang="en-AU" dirty="0"/>
              <a:t>Document Storage</a:t>
            </a:r>
          </a:p>
        </p:txBody>
      </p:sp>
      <p:sp>
        <p:nvSpPr>
          <p:cNvPr id="3" name="Content Placeholder 2">
            <a:extLst>
              <a:ext uri="{FF2B5EF4-FFF2-40B4-BE49-F238E27FC236}">
                <a16:creationId xmlns:a16="http://schemas.microsoft.com/office/drawing/2014/main" id="{4BB76A55-9381-45FC-A08F-6455EAB3209B}"/>
              </a:ext>
            </a:extLst>
          </p:cNvPr>
          <p:cNvSpPr>
            <a:spLocks noGrp="1"/>
          </p:cNvSpPr>
          <p:nvPr>
            <p:ph idx="1"/>
          </p:nvPr>
        </p:nvSpPr>
        <p:spPr/>
        <p:txBody>
          <a:bodyPr/>
          <a:lstStyle/>
          <a:p>
            <a:pPr marL="0" indent="0">
              <a:buNone/>
            </a:pPr>
            <a:r>
              <a:rPr lang="en-AU" dirty="0"/>
              <a:t>3. Document storage: Flexible for storing different kinds of documents, where they may not all have the same sections. XML, JSON, etc. are subclasses of document-oriented databases. </a:t>
            </a:r>
          </a:p>
        </p:txBody>
      </p:sp>
      <p:pic>
        <p:nvPicPr>
          <p:cNvPr id="5" name="Picture 4">
            <a:extLst>
              <a:ext uri="{FF2B5EF4-FFF2-40B4-BE49-F238E27FC236}">
                <a16:creationId xmlns:a16="http://schemas.microsoft.com/office/drawing/2014/main" id="{9EF5D887-E67A-459D-9136-9C5D0928C3E5}"/>
              </a:ext>
            </a:extLst>
          </p:cNvPr>
          <p:cNvPicPr>
            <a:picLocks noChangeAspect="1"/>
          </p:cNvPicPr>
          <p:nvPr/>
        </p:nvPicPr>
        <p:blipFill>
          <a:blip r:embed="rId2"/>
          <a:stretch>
            <a:fillRect/>
          </a:stretch>
        </p:blipFill>
        <p:spPr>
          <a:xfrm>
            <a:off x="8030904" y="2714292"/>
            <a:ext cx="3341368" cy="3597608"/>
          </a:xfrm>
          <a:prstGeom prst="rect">
            <a:avLst/>
          </a:prstGeom>
        </p:spPr>
      </p:pic>
    </p:spTree>
    <p:extLst>
      <p:ext uri="{BB962C8B-B14F-4D97-AF65-F5344CB8AC3E}">
        <p14:creationId xmlns:p14="http://schemas.microsoft.com/office/powerpoint/2010/main" val="36368560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0529E-5BCE-4564-B2EC-F4254B7174C3}"/>
              </a:ext>
            </a:extLst>
          </p:cNvPr>
          <p:cNvSpPr>
            <a:spLocks noGrp="1"/>
          </p:cNvSpPr>
          <p:nvPr>
            <p:ph type="title"/>
          </p:nvPr>
        </p:nvSpPr>
        <p:spPr/>
        <p:txBody>
          <a:bodyPr/>
          <a:lstStyle/>
          <a:p>
            <a:r>
              <a:rPr lang="en-AU" dirty="0"/>
              <a:t>Graph Storage</a:t>
            </a:r>
          </a:p>
        </p:txBody>
      </p:sp>
      <p:sp>
        <p:nvSpPr>
          <p:cNvPr id="3" name="Content Placeholder 2">
            <a:extLst>
              <a:ext uri="{FF2B5EF4-FFF2-40B4-BE49-F238E27FC236}">
                <a16:creationId xmlns:a16="http://schemas.microsoft.com/office/drawing/2014/main" id="{20496029-CBD0-4A0F-AD07-8597DEBB1C5C}"/>
              </a:ext>
            </a:extLst>
          </p:cNvPr>
          <p:cNvSpPr>
            <a:spLocks noGrp="1"/>
          </p:cNvSpPr>
          <p:nvPr>
            <p:ph idx="1"/>
          </p:nvPr>
        </p:nvSpPr>
        <p:spPr/>
        <p:txBody>
          <a:bodyPr/>
          <a:lstStyle/>
          <a:p>
            <a:r>
              <a:rPr lang="en-AU" dirty="0"/>
              <a:t>Graphs capture connectivity between entities. Searching and traversing by relations are very fast in such structures. </a:t>
            </a:r>
          </a:p>
          <a:p>
            <a:pPr lvl="1"/>
            <a:r>
              <a:rPr lang="en-AU" dirty="0"/>
              <a:t>The links can be material or immaterial: </a:t>
            </a:r>
          </a:p>
          <a:p>
            <a:pPr lvl="1"/>
            <a:r>
              <a:rPr lang="en-AU" dirty="0"/>
              <a:t>Links between two streets are junctions; </a:t>
            </a:r>
          </a:p>
          <a:p>
            <a:pPr lvl="1"/>
            <a:r>
              <a:rPr lang="en-AU" dirty="0"/>
              <a:t>Links between people as their </a:t>
            </a:r>
            <a:r>
              <a:rPr lang="en-AU" dirty="0" err="1"/>
              <a:t>facebook</a:t>
            </a:r>
            <a:r>
              <a:rPr lang="en-AU" dirty="0"/>
              <a:t> connections (non material links) </a:t>
            </a:r>
          </a:p>
          <a:p>
            <a:pPr lvl="1"/>
            <a:r>
              <a:rPr lang="en-AU" dirty="0"/>
              <a:t>A graph is a structure amounting to a set of objects (called vertices) where some pairs of the objects are connected/related in some sense. A connection is called an edge. </a:t>
            </a:r>
          </a:p>
          <a:p>
            <a:endParaRPr lang="en-AU" dirty="0"/>
          </a:p>
        </p:txBody>
      </p:sp>
    </p:spTree>
    <p:extLst>
      <p:ext uri="{BB962C8B-B14F-4D97-AF65-F5344CB8AC3E}">
        <p14:creationId xmlns:p14="http://schemas.microsoft.com/office/powerpoint/2010/main" val="38065207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E2543-6107-42CE-B679-B82F6F6BF97B}"/>
              </a:ext>
            </a:extLst>
          </p:cNvPr>
          <p:cNvSpPr>
            <a:spLocks noGrp="1"/>
          </p:cNvSpPr>
          <p:nvPr>
            <p:ph type="title"/>
          </p:nvPr>
        </p:nvSpPr>
        <p:spPr/>
        <p:txBody>
          <a:bodyPr/>
          <a:lstStyle/>
          <a:p>
            <a:r>
              <a:rPr lang="en-AU" dirty="0"/>
              <a:t>Applications of different forms of Databases</a:t>
            </a:r>
          </a:p>
        </p:txBody>
      </p:sp>
      <p:sp>
        <p:nvSpPr>
          <p:cNvPr id="3" name="Content Placeholder 2">
            <a:extLst>
              <a:ext uri="{FF2B5EF4-FFF2-40B4-BE49-F238E27FC236}">
                <a16:creationId xmlns:a16="http://schemas.microsoft.com/office/drawing/2014/main" id="{EA7D5CC9-F995-4D06-B004-326B882CB863}"/>
              </a:ext>
            </a:extLst>
          </p:cNvPr>
          <p:cNvSpPr>
            <a:spLocks noGrp="1"/>
          </p:cNvSpPr>
          <p:nvPr>
            <p:ph idx="1"/>
          </p:nvPr>
        </p:nvSpPr>
        <p:spPr/>
        <p:txBody>
          <a:bodyPr/>
          <a:lstStyle/>
          <a:p>
            <a:r>
              <a:rPr lang="en-AU" dirty="0"/>
              <a:t>Can you name applications of different forms of databases?</a:t>
            </a:r>
          </a:p>
        </p:txBody>
      </p:sp>
    </p:spTree>
    <p:extLst>
      <p:ext uri="{BB962C8B-B14F-4D97-AF65-F5344CB8AC3E}">
        <p14:creationId xmlns:p14="http://schemas.microsoft.com/office/powerpoint/2010/main" val="40760452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A41C-F521-8F1B-C862-B1FD1E3A032D}"/>
              </a:ext>
            </a:extLst>
          </p:cNvPr>
          <p:cNvSpPr>
            <a:spLocks noGrp="1"/>
          </p:cNvSpPr>
          <p:nvPr>
            <p:ph type="title"/>
          </p:nvPr>
        </p:nvSpPr>
        <p:spPr/>
        <p:txBody>
          <a:bodyPr/>
          <a:lstStyle/>
          <a:p>
            <a:r>
              <a:rPr lang="en-AU" dirty="0"/>
              <a:t>Applications of different forms of Databases</a:t>
            </a:r>
          </a:p>
        </p:txBody>
      </p:sp>
      <p:sp>
        <p:nvSpPr>
          <p:cNvPr id="3" name="Content Placeholder 2">
            <a:extLst>
              <a:ext uri="{FF2B5EF4-FFF2-40B4-BE49-F238E27FC236}">
                <a16:creationId xmlns:a16="http://schemas.microsoft.com/office/drawing/2014/main" id="{B69AC5C7-78FF-01AF-BD56-DEAB81430C9C}"/>
              </a:ext>
            </a:extLst>
          </p:cNvPr>
          <p:cNvSpPr>
            <a:spLocks noGrp="1"/>
          </p:cNvSpPr>
          <p:nvPr>
            <p:ph idx="1"/>
          </p:nvPr>
        </p:nvSpPr>
        <p:spPr/>
        <p:txBody>
          <a:bodyPr>
            <a:normAutofit fontScale="92500"/>
          </a:bodyPr>
          <a:lstStyle/>
          <a:p>
            <a:r>
              <a:rPr lang="en-AU" dirty="0">
                <a:solidFill>
                  <a:schemeClr val="accent5">
                    <a:lumMod val="75000"/>
                  </a:schemeClr>
                </a:solidFill>
              </a:rPr>
              <a:t>Applications for key-value databases – Suitable if the dataset do not need complex relational table type of structure, but can be expressed with simple key-value pairs. The simple structure allows faster insertion and search, and scales quickly. For example –  shopping cart in an e-commerce site.</a:t>
            </a:r>
          </a:p>
          <a:p>
            <a:r>
              <a:rPr lang="en-AU" dirty="0">
                <a:solidFill>
                  <a:schemeClr val="accent5">
                    <a:lumMod val="75000"/>
                  </a:schemeClr>
                </a:solidFill>
              </a:rPr>
              <a:t>Applications for document storages – Well suited when different kinds of documents do not always have the same structure/sections. For example – news articles. </a:t>
            </a:r>
          </a:p>
          <a:p>
            <a:r>
              <a:rPr lang="en-AU" dirty="0">
                <a:solidFill>
                  <a:schemeClr val="accent5">
                    <a:lumMod val="75000"/>
                  </a:schemeClr>
                </a:solidFill>
              </a:rPr>
              <a:t>Applications for graph databases – well suited for connection data: social network connections (e.g., who are my friends of friends) , spatial data (e.g., route planning – which ways can I go now to reach destination).</a:t>
            </a:r>
          </a:p>
          <a:p>
            <a:endParaRPr lang="en-AU" dirty="0"/>
          </a:p>
        </p:txBody>
      </p:sp>
    </p:spTree>
    <p:extLst>
      <p:ext uri="{BB962C8B-B14F-4D97-AF65-F5344CB8AC3E}">
        <p14:creationId xmlns:p14="http://schemas.microsoft.com/office/powerpoint/2010/main" val="4016268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2459-70B0-7639-7B42-FB91B28DE438}"/>
              </a:ext>
            </a:extLst>
          </p:cNvPr>
          <p:cNvSpPr>
            <a:spLocks noGrp="1"/>
          </p:cNvSpPr>
          <p:nvPr>
            <p:ph type="title"/>
          </p:nvPr>
        </p:nvSpPr>
        <p:spPr/>
        <p:txBody>
          <a:bodyPr/>
          <a:lstStyle/>
          <a:p>
            <a:r>
              <a:rPr lang="en-AU" dirty="0"/>
              <a:t>Take a Break (10 Minutes)</a:t>
            </a:r>
          </a:p>
        </p:txBody>
      </p:sp>
      <p:sp>
        <p:nvSpPr>
          <p:cNvPr id="3" name="Content Placeholder 2">
            <a:extLst>
              <a:ext uri="{FF2B5EF4-FFF2-40B4-BE49-F238E27FC236}">
                <a16:creationId xmlns:a16="http://schemas.microsoft.com/office/drawing/2014/main" id="{420C07DB-DC11-954F-B001-28D884C46A7E}"/>
              </a:ext>
            </a:extLst>
          </p:cNvPr>
          <p:cNvSpPr>
            <a:spLocks noGrp="1"/>
          </p:cNvSpPr>
          <p:nvPr>
            <p:ph idx="1"/>
          </p:nvPr>
        </p:nvSpPr>
        <p:spPr/>
        <p:txBody>
          <a:bodyPr/>
          <a:lstStyle/>
          <a:p>
            <a:r>
              <a:rPr lang="en-AU" dirty="0"/>
              <a:t>Take a break for 10 minutes.</a:t>
            </a:r>
          </a:p>
          <a:p>
            <a:r>
              <a:rPr lang="en-AU" dirty="0"/>
              <a:t>Deep breath and some stretches would help.</a:t>
            </a:r>
          </a:p>
        </p:txBody>
      </p:sp>
    </p:spTree>
    <p:extLst>
      <p:ext uri="{BB962C8B-B14F-4D97-AF65-F5344CB8AC3E}">
        <p14:creationId xmlns:p14="http://schemas.microsoft.com/office/powerpoint/2010/main" val="33284919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B0BC8-7A87-9BA2-D632-ED97D2F68669}"/>
              </a:ext>
            </a:extLst>
          </p:cNvPr>
          <p:cNvSpPr>
            <a:spLocks noGrp="1"/>
          </p:cNvSpPr>
          <p:nvPr>
            <p:ph type="ctrTitle"/>
          </p:nvPr>
        </p:nvSpPr>
        <p:spPr/>
        <p:txBody>
          <a:bodyPr/>
          <a:lstStyle/>
          <a:p>
            <a:r>
              <a:rPr lang="en-AU" dirty="0"/>
              <a:t>Advanced Database Systems</a:t>
            </a:r>
            <a:br>
              <a:rPr lang="en-AU" dirty="0"/>
            </a:br>
            <a:r>
              <a:rPr lang="en-AU" dirty="0"/>
              <a:t>Winter Semester</a:t>
            </a:r>
          </a:p>
        </p:txBody>
      </p:sp>
      <p:sp>
        <p:nvSpPr>
          <p:cNvPr id="3" name="Subtitle 2">
            <a:extLst>
              <a:ext uri="{FF2B5EF4-FFF2-40B4-BE49-F238E27FC236}">
                <a16:creationId xmlns:a16="http://schemas.microsoft.com/office/drawing/2014/main" id="{1A6FB0D5-866C-AF7E-1008-D048EF1DCCC8}"/>
              </a:ext>
            </a:extLst>
          </p:cNvPr>
          <p:cNvSpPr>
            <a:spLocks noGrp="1"/>
          </p:cNvSpPr>
          <p:nvPr>
            <p:ph type="subTitle" idx="1"/>
          </p:nvPr>
        </p:nvSpPr>
        <p:spPr/>
        <p:txBody>
          <a:bodyPr/>
          <a:lstStyle/>
          <a:p>
            <a:r>
              <a:rPr lang="en-AU" dirty="0"/>
              <a:t>Week 1- Part Three (Database Architectures/ Cloud Databases)</a:t>
            </a:r>
          </a:p>
          <a:p>
            <a:r>
              <a:rPr lang="en-AU" dirty="0"/>
              <a:t>Ahmad</a:t>
            </a:r>
          </a:p>
        </p:txBody>
      </p:sp>
    </p:spTree>
    <p:extLst>
      <p:ext uri="{BB962C8B-B14F-4D97-AF65-F5344CB8AC3E}">
        <p14:creationId xmlns:p14="http://schemas.microsoft.com/office/powerpoint/2010/main" val="11567763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A7F-6C3E-420B-82D5-C7383AD5DB08}"/>
              </a:ext>
            </a:extLst>
          </p:cNvPr>
          <p:cNvSpPr>
            <a:spLocks noGrp="1"/>
          </p:cNvSpPr>
          <p:nvPr>
            <p:ph type="title"/>
          </p:nvPr>
        </p:nvSpPr>
        <p:spPr/>
        <p:txBody>
          <a:bodyPr/>
          <a:lstStyle/>
          <a:p>
            <a:r>
              <a:rPr lang="en-AU" dirty="0"/>
              <a:t>More on the Cloud DBS and Cloud Services</a:t>
            </a:r>
          </a:p>
        </p:txBody>
      </p:sp>
      <p:sp>
        <p:nvSpPr>
          <p:cNvPr id="3" name="Content Placeholder 2">
            <a:extLst>
              <a:ext uri="{FF2B5EF4-FFF2-40B4-BE49-F238E27FC236}">
                <a16:creationId xmlns:a16="http://schemas.microsoft.com/office/drawing/2014/main" id="{8D1B8460-75E2-43D2-815F-F9407CD9B194}"/>
              </a:ext>
            </a:extLst>
          </p:cNvPr>
          <p:cNvSpPr>
            <a:spLocks noGrp="1"/>
          </p:cNvSpPr>
          <p:nvPr>
            <p:ph idx="1"/>
          </p:nvPr>
        </p:nvSpPr>
        <p:spPr/>
        <p:txBody>
          <a:bodyPr/>
          <a:lstStyle/>
          <a:p>
            <a:r>
              <a:rPr lang="en-AU" dirty="0"/>
              <a:t>The life for developers and programs has become much easier by cloud computing services.</a:t>
            </a:r>
          </a:p>
          <a:p>
            <a:r>
              <a:rPr lang="en-AU" dirty="0"/>
              <a:t>Cloud service providers have taken the responsibilities to do the dirty work, and provide an easy to use service to programmers.</a:t>
            </a:r>
          </a:p>
          <a:p>
            <a:r>
              <a:rPr lang="en-AU" dirty="0"/>
              <a:t>Programmers no longer need to worry about the maintenance issues, or about the required hardware capabilities.</a:t>
            </a:r>
          </a:p>
          <a:p>
            <a:r>
              <a:rPr lang="en-AU" dirty="0"/>
              <a:t>There are a number of cloud-service providers, and Amazon is one of the leading brands.</a:t>
            </a:r>
          </a:p>
        </p:txBody>
      </p:sp>
    </p:spTree>
    <p:extLst>
      <p:ext uri="{BB962C8B-B14F-4D97-AF65-F5344CB8AC3E}">
        <p14:creationId xmlns:p14="http://schemas.microsoft.com/office/powerpoint/2010/main" val="6524513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4D351-3B6C-452F-9B3E-19D044BB272B}"/>
              </a:ext>
            </a:extLst>
          </p:cNvPr>
          <p:cNvSpPr>
            <a:spLocks noGrp="1"/>
          </p:cNvSpPr>
          <p:nvPr>
            <p:ph type="title"/>
          </p:nvPr>
        </p:nvSpPr>
        <p:spPr/>
        <p:txBody>
          <a:bodyPr/>
          <a:lstStyle/>
          <a:p>
            <a:r>
              <a:rPr lang="en-AU" dirty="0"/>
              <a:t>Amazon services</a:t>
            </a:r>
          </a:p>
        </p:txBody>
      </p:sp>
      <p:sp>
        <p:nvSpPr>
          <p:cNvPr id="3" name="Content Placeholder 2">
            <a:extLst>
              <a:ext uri="{FF2B5EF4-FFF2-40B4-BE49-F238E27FC236}">
                <a16:creationId xmlns:a16="http://schemas.microsoft.com/office/drawing/2014/main" id="{072DE9E9-1755-4408-9172-535576FC74D8}"/>
              </a:ext>
            </a:extLst>
          </p:cNvPr>
          <p:cNvSpPr>
            <a:spLocks noGrp="1"/>
          </p:cNvSpPr>
          <p:nvPr>
            <p:ph idx="1"/>
          </p:nvPr>
        </p:nvSpPr>
        <p:spPr/>
        <p:txBody>
          <a:bodyPr/>
          <a:lstStyle/>
          <a:p>
            <a:r>
              <a:rPr lang="en-AU" dirty="0"/>
              <a:t>Amazon offers a number of different services including:</a:t>
            </a:r>
          </a:p>
          <a:p>
            <a:pPr lvl="1"/>
            <a:r>
              <a:rPr lang="en-AU" b="0" i="0" dirty="0">
                <a:effectLst/>
                <a:latin typeface="Arial" panose="020B0604020202020204" pitchFamily="34" charset="0"/>
              </a:rPr>
              <a:t>virtual computers, block storage, simple storage, and Relational database</a:t>
            </a:r>
          </a:p>
          <a:p>
            <a:pPr lvl="1"/>
            <a:r>
              <a:rPr lang="en-AU" b="0" i="0" dirty="0">
                <a:effectLst/>
                <a:latin typeface="Arial" panose="020B0604020202020204" pitchFamily="34" charset="0"/>
              </a:rPr>
              <a:t>In addition to these services, amazon also offers NoSQL database services (Amazon DynamoDB)</a:t>
            </a:r>
          </a:p>
          <a:p>
            <a:r>
              <a:rPr lang="en-AU" dirty="0">
                <a:latin typeface="Arial" panose="020B0604020202020204" pitchFamily="34" charset="0"/>
              </a:rPr>
              <a:t>Here we review some of the most important Amazon cloud-services</a:t>
            </a:r>
            <a:endParaRPr lang="en-AU" dirty="0"/>
          </a:p>
        </p:txBody>
      </p:sp>
    </p:spTree>
    <p:extLst>
      <p:ext uri="{BB962C8B-B14F-4D97-AF65-F5344CB8AC3E}">
        <p14:creationId xmlns:p14="http://schemas.microsoft.com/office/powerpoint/2010/main" val="28757837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3022F-CAB6-45E7-B126-0677C17DF45C}"/>
              </a:ext>
            </a:extLst>
          </p:cNvPr>
          <p:cNvSpPr>
            <a:spLocks noGrp="1"/>
          </p:cNvSpPr>
          <p:nvPr>
            <p:ph type="title"/>
          </p:nvPr>
        </p:nvSpPr>
        <p:spPr/>
        <p:txBody>
          <a:bodyPr/>
          <a:lstStyle/>
          <a:p>
            <a:r>
              <a:rPr lang="en-AU" dirty="0"/>
              <a:t>Amazon Elastic Compute Cloud (EC2)</a:t>
            </a:r>
          </a:p>
        </p:txBody>
      </p:sp>
      <p:pic>
        <p:nvPicPr>
          <p:cNvPr id="6" name="Content Placeholder 5">
            <a:extLst>
              <a:ext uri="{FF2B5EF4-FFF2-40B4-BE49-F238E27FC236}">
                <a16:creationId xmlns:a16="http://schemas.microsoft.com/office/drawing/2014/main" id="{2E3B9FAC-DED3-10DC-6609-3AD3CDE242F6}"/>
              </a:ext>
            </a:extLst>
          </p:cNvPr>
          <p:cNvPicPr>
            <a:picLocks noGrp="1" noChangeAspect="1"/>
          </p:cNvPicPr>
          <p:nvPr>
            <p:ph idx="1"/>
          </p:nvPr>
        </p:nvPicPr>
        <p:blipFill>
          <a:blip r:embed="rId2"/>
          <a:stretch>
            <a:fillRect/>
          </a:stretch>
        </p:blipFill>
        <p:spPr>
          <a:xfrm>
            <a:off x="2892599" y="1546270"/>
            <a:ext cx="6406802" cy="4805102"/>
          </a:xfrm>
          <a:prstGeom prst="rect">
            <a:avLst/>
          </a:prstGeom>
        </p:spPr>
      </p:pic>
    </p:spTree>
    <p:extLst>
      <p:ext uri="{BB962C8B-B14F-4D97-AF65-F5344CB8AC3E}">
        <p14:creationId xmlns:p14="http://schemas.microsoft.com/office/powerpoint/2010/main" val="40944401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53844-F502-4BB5-A528-2CD1AB09E25A}"/>
              </a:ext>
            </a:extLst>
          </p:cNvPr>
          <p:cNvSpPr>
            <a:spLocks noGrp="1"/>
          </p:cNvSpPr>
          <p:nvPr>
            <p:ph type="title"/>
          </p:nvPr>
        </p:nvSpPr>
        <p:spPr/>
        <p:txBody>
          <a:bodyPr/>
          <a:lstStyle/>
          <a:p>
            <a:r>
              <a:rPr lang="en-AU" dirty="0"/>
              <a:t>Amazon Storage Services</a:t>
            </a:r>
          </a:p>
        </p:txBody>
      </p:sp>
      <p:sp>
        <p:nvSpPr>
          <p:cNvPr id="3" name="Content Placeholder 2">
            <a:extLst>
              <a:ext uri="{FF2B5EF4-FFF2-40B4-BE49-F238E27FC236}">
                <a16:creationId xmlns:a16="http://schemas.microsoft.com/office/drawing/2014/main" id="{2491F71B-7277-4D01-9E70-91CFD68AC6C6}"/>
              </a:ext>
            </a:extLst>
          </p:cNvPr>
          <p:cNvSpPr>
            <a:spLocks noGrp="1"/>
          </p:cNvSpPr>
          <p:nvPr>
            <p:ph idx="1"/>
          </p:nvPr>
        </p:nvSpPr>
        <p:spPr/>
        <p:txBody>
          <a:bodyPr/>
          <a:lstStyle/>
          <a:p>
            <a:r>
              <a:rPr lang="en-AU" dirty="0"/>
              <a:t>Amazon Elastic Block Storage</a:t>
            </a:r>
          </a:p>
          <a:p>
            <a:r>
              <a:rPr lang="en-AU" dirty="0"/>
              <a:t>Amazon Simple Storage</a:t>
            </a:r>
          </a:p>
          <a:p>
            <a:endParaRPr lang="en-AU" dirty="0"/>
          </a:p>
          <a:p>
            <a:r>
              <a:rPr lang="en-AU" b="0" i="0" dirty="0">
                <a:effectLst/>
                <a:latin typeface="Arial" panose="020B0604020202020204" pitchFamily="34" charset="0"/>
              </a:rPr>
              <a:t>The difference between elastic block storage (EBS) and simple storage service (S3) is EBS is only accessible from a single EC2 instance, while you can use S3 across multiple instances.</a:t>
            </a:r>
            <a:endParaRPr lang="en-AU" dirty="0"/>
          </a:p>
        </p:txBody>
      </p:sp>
    </p:spTree>
    <p:extLst>
      <p:ext uri="{BB962C8B-B14F-4D97-AF65-F5344CB8AC3E}">
        <p14:creationId xmlns:p14="http://schemas.microsoft.com/office/powerpoint/2010/main" val="17033365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2A909-094D-4E60-982E-FEB605F4CEC8}"/>
              </a:ext>
            </a:extLst>
          </p:cNvPr>
          <p:cNvSpPr>
            <a:spLocks noGrp="1"/>
          </p:cNvSpPr>
          <p:nvPr>
            <p:ph type="title"/>
          </p:nvPr>
        </p:nvSpPr>
        <p:spPr/>
        <p:txBody>
          <a:bodyPr/>
          <a:lstStyle/>
          <a:p>
            <a:r>
              <a:rPr lang="en-AU" dirty="0"/>
              <a:t>Amazon Elastic Block Storage</a:t>
            </a:r>
          </a:p>
        </p:txBody>
      </p:sp>
      <p:pic>
        <p:nvPicPr>
          <p:cNvPr id="6" name="Picture 5" descr="Text&#10;&#10;Description automatically generated">
            <a:extLst>
              <a:ext uri="{FF2B5EF4-FFF2-40B4-BE49-F238E27FC236}">
                <a16:creationId xmlns:a16="http://schemas.microsoft.com/office/drawing/2014/main" id="{B68DC856-5CE6-1F40-9E30-2E5363B24F8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9117" y="1690688"/>
            <a:ext cx="6099387" cy="4574540"/>
          </a:xfrm>
          <a:prstGeom prst="rect">
            <a:avLst/>
          </a:prstGeom>
          <a:noFill/>
          <a:ln>
            <a:noFill/>
          </a:ln>
        </p:spPr>
      </p:pic>
    </p:spTree>
    <p:extLst>
      <p:ext uri="{BB962C8B-B14F-4D97-AF65-F5344CB8AC3E}">
        <p14:creationId xmlns:p14="http://schemas.microsoft.com/office/powerpoint/2010/main" val="11255317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194B0-61FB-4451-A144-97D30F65FB17}"/>
              </a:ext>
            </a:extLst>
          </p:cNvPr>
          <p:cNvSpPr>
            <a:spLocks noGrp="1"/>
          </p:cNvSpPr>
          <p:nvPr>
            <p:ph type="title"/>
          </p:nvPr>
        </p:nvSpPr>
        <p:spPr/>
        <p:txBody>
          <a:bodyPr/>
          <a:lstStyle/>
          <a:p>
            <a:r>
              <a:rPr lang="en-AU" dirty="0"/>
              <a:t>Amazon Simple Storage</a:t>
            </a:r>
          </a:p>
        </p:txBody>
      </p:sp>
      <p:pic>
        <p:nvPicPr>
          <p:cNvPr id="6" name="Content Placeholder 5" descr="Text&#10;&#10;Description automatically generated">
            <a:extLst>
              <a:ext uri="{FF2B5EF4-FFF2-40B4-BE49-F238E27FC236}">
                <a16:creationId xmlns:a16="http://schemas.microsoft.com/office/drawing/2014/main" id="{4E2129FA-D96B-2943-AC7F-312EDD18957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5108" y="1825625"/>
            <a:ext cx="5801784" cy="4351338"/>
          </a:xfrm>
          <a:prstGeom prst="rect">
            <a:avLst/>
          </a:prstGeom>
          <a:noFill/>
          <a:ln>
            <a:noFill/>
          </a:ln>
        </p:spPr>
      </p:pic>
    </p:spTree>
    <p:extLst>
      <p:ext uri="{BB962C8B-B14F-4D97-AF65-F5344CB8AC3E}">
        <p14:creationId xmlns:p14="http://schemas.microsoft.com/office/powerpoint/2010/main" val="32280876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517BC-998D-68EA-4D2A-908944816360}"/>
              </a:ext>
            </a:extLst>
          </p:cNvPr>
          <p:cNvSpPr>
            <a:spLocks noGrp="1"/>
          </p:cNvSpPr>
          <p:nvPr>
            <p:ph type="title"/>
          </p:nvPr>
        </p:nvSpPr>
        <p:spPr/>
        <p:txBody>
          <a:bodyPr/>
          <a:lstStyle/>
          <a:p>
            <a:r>
              <a:rPr lang="en-AU" dirty="0"/>
              <a:t>Creating Virtual Private Cloud</a:t>
            </a:r>
          </a:p>
        </p:txBody>
      </p:sp>
      <p:pic>
        <p:nvPicPr>
          <p:cNvPr id="4" name="Content Placeholder 3" descr="Graphical user interface, application&#10;&#10;Description automatically generated">
            <a:extLst>
              <a:ext uri="{FF2B5EF4-FFF2-40B4-BE49-F238E27FC236}">
                <a16:creationId xmlns:a16="http://schemas.microsoft.com/office/drawing/2014/main" id="{DA657B04-6A56-6749-9A53-2FEA50F38FE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5108" y="1825625"/>
            <a:ext cx="5801784" cy="4351338"/>
          </a:xfrm>
          <a:prstGeom prst="rect">
            <a:avLst/>
          </a:prstGeom>
          <a:noFill/>
          <a:ln>
            <a:noFill/>
          </a:ln>
        </p:spPr>
      </p:pic>
    </p:spTree>
    <p:extLst>
      <p:ext uri="{BB962C8B-B14F-4D97-AF65-F5344CB8AC3E}">
        <p14:creationId xmlns:p14="http://schemas.microsoft.com/office/powerpoint/2010/main" val="6766670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6CBAD-1AAC-4AB1-B553-A9B2CA45486F}"/>
              </a:ext>
            </a:extLst>
          </p:cNvPr>
          <p:cNvSpPr>
            <a:spLocks noGrp="1"/>
          </p:cNvSpPr>
          <p:nvPr>
            <p:ph type="title"/>
          </p:nvPr>
        </p:nvSpPr>
        <p:spPr/>
        <p:txBody>
          <a:bodyPr/>
          <a:lstStyle/>
          <a:p>
            <a:r>
              <a:rPr lang="en-AU" dirty="0"/>
              <a:t>Amazon Relational Database</a:t>
            </a:r>
          </a:p>
        </p:txBody>
      </p:sp>
      <p:pic>
        <p:nvPicPr>
          <p:cNvPr id="7" name="Content Placeholder 6" descr="Text, chat or text message&#10;&#10;Description automatically generated">
            <a:extLst>
              <a:ext uri="{FF2B5EF4-FFF2-40B4-BE49-F238E27FC236}">
                <a16:creationId xmlns:a16="http://schemas.microsoft.com/office/drawing/2014/main" id="{4C781764-4A77-4741-9F60-8ACC60B2881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5108" y="1825625"/>
            <a:ext cx="5801784" cy="4351338"/>
          </a:xfrm>
          <a:prstGeom prst="rect">
            <a:avLst/>
          </a:prstGeom>
          <a:noFill/>
          <a:ln>
            <a:noFill/>
          </a:ln>
        </p:spPr>
      </p:pic>
    </p:spTree>
    <p:extLst>
      <p:ext uri="{BB962C8B-B14F-4D97-AF65-F5344CB8AC3E}">
        <p14:creationId xmlns:p14="http://schemas.microsoft.com/office/powerpoint/2010/main" val="28960221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99E20-D41C-4ACD-AE46-2BCD4AC3D501}"/>
              </a:ext>
            </a:extLst>
          </p:cNvPr>
          <p:cNvSpPr>
            <a:spLocks noGrp="1"/>
          </p:cNvSpPr>
          <p:nvPr>
            <p:ph type="title"/>
          </p:nvPr>
        </p:nvSpPr>
        <p:spPr/>
        <p:txBody>
          <a:bodyPr/>
          <a:lstStyle/>
          <a:p>
            <a:r>
              <a:rPr lang="en-AU" dirty="0"/>
              <a:t>Different Database Architectures</a:t>
            </a:r>
          </a:p>
        </p:txBody>
      </p:sp>
      <p:sp>
        <p:nvSpPr>
          <p:cNvPr id="3" name="Content Placeholder 2">
            <a:extLst>
              <a:ext uri="{FF2B5EF4-FFF2-40B4-BE49-F238E27FC236}">
                <a16:creationId xmlns:a16="http://schemas.microsoft.com/office/drawing/2014/main" id="{439F45D9-59EE-428D-9548-3FC0E2A9461F}"/>
              </a:ext>
            </a:extLst>
          </p:cNvPr>
          <p:cNvSpPr>
            <a:spLocks noGrp="1"/>
          </p:cNvSpPr>
          <p:nvPr>
            <p:ph idx="1"/>
          </p:nvPr>
        </p:nvSpPr>
        <p:spPr/>
        <p:txBody>
          <a:bodyPr/>
          <a:lstStyle/>
          <a:p>
            <a:r>
              <a:rPr lang="en-AU" dirty="0"/>
              <a:t>Properties of Different DBS Architectures</a:t>
            </a:r>
          </a:p>
        </p:txBody>
      </p:sp>
      <p:pic>
        <p:nvPicPr>
          <p:cNvPr id="7" name="Picture 6">
            <a:extLst>
              <a:ext uri="{FF2B5EF4-FFF2-40B4-BE49-F238E27FC236}">
                <a16:creationId xmlns:a16="http://schemas.microsoft.com/office/drawing/2014/main" id="{1420BAE3-EC5B-4084-B434-DFB1A8968BD8}"/>
              </a:ext>
            </a:extLst>
          </p:cNvPr>
          <p:cNvPicPr>
            <a:picLocks noChangeAspect="1"/>
          </p:cNvPicPr>
          <p:nvPr/>
        </p:nvPicPr>
        <p:blipFill>
          <a:blip r:embed="rId2"/>
          <a:stretch>
            <a:fillRect/>
          </a:stretch>
        </p:blipFill>
        <p:spPr>
          <a:xfrm>
            <a:off x="1956213" y="2395427"/>
            <a:ext cx="8279574" cy="3781536"/>
          </a:xfrm>
          <a:prstGeom prst="rect">
            <a:avLst/>
          </a:prstGeom>
        </p:spPr>
      </p:pic>
    </p:spTree>
    <p:extLst>
      <p:ext uri="{BB962C8B-B14F-4D97-AF65-F5344CB8AC3E}">
        <p14:creationId xmlns:p14="http://schemas.microsoft.com/office/powerpoint/2010/main" val="11325056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C0D5-9907-4DA2-A5D2-BB62F8EDBD8E}"/>
              </a:ext>
            </a:extLst>
          </p:cNvPr>
          <p:cNvSpPr>
            <a:spLocks noGrp="1"/>
          </p:cNvSpPr>
          <p:nvPr>
            <p:ph type="title"/>
          </p:nvPr>
        </p:nvSpPr>
        <p:spPr/>
        <p:txBody>
          <a:bodyPr/>
          <a:lstStyle/>
          <a:p>
            <a:r>
              <a:rPr lang="en-AU" dirty="0"/>
              <a:t>Question 1</a:t>
            </a:r>
          </a:p>
        </p:txBody>
      </p:sp>
      <p:sp>
        <p:nvSpPr>
          <p:cNvPr id="3" name="Content Placeholder 2">
            <a:extLst>
              <a:ext uri="{FF2B5EF4-FFF2-40B4-BE49-F238E27FC236}">
                <a16:creationId xmlns:a16="http://schemas.microsoft.com/office/drawing/2014/main" id="{EC2EA3D1-2AA1-454B-B05B-0FA25D12F813}"/>
              </a:ext>
            </a:extLst>
          </p:cNvPr>
          <p:cNvSpPr>
            <a:spLocks noGrp="1"/>
          </p:cNvSpPr>
          <p:nvPr>
            <p:ph idx="1"/>
          </p:nvPr>
        </p:nvSpPr>
        <p:spPr/>
        <p:txBody>
          <a:bodyPr/>
          <a:lstStyle/>
          <a:p>
            <a:r>
              <a:rPr lang="en-AU"/>
              <a:t>Discuss the advantages and disadvantages of different database architectures for different application scenarios.</a:t>
            </a:r>
            <a:endParaRPr lang="en-AU" dirty="0"/>
          </a:p>
        </p:txBody>
      </p:sp>
    </p:spTree>
    <p:extLst>
      <p:ext uri="{BB962C8B-B14F-4D97-AF65-F5344CB8AC3E}">
        <p14:creationId xmlns:p14="http://schemas.microsoft.com/office/powerpoint/2010/main" val="35625509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8B4EE-873D-448B-BF63-F402C9D56A13}"/>
              </a:ext>
            </a:extLst>
          </p:cNvPr>
          <p:cNvSpPr>
            <a:spLocks noGrp="1"/>
          </p:cNvSpPr>
          <p:nvPr>
            <p:ph type="title"/>
          </p:nvPr>
        </p:nvSpPr>
        <p:spPr/>
        <p:txBody>
          <a:bodyPr/>
          <a:lstStyle/>
          <a:p>
            <a:r>
              <a:rPr lang="en-AU" dirty="0"/>
              <a:t>Answers in Short</a:t>
            </a:r>
          </a:p>
        </p:txBody>
      </p:sp>
      <p:sp>
        <p:nvSpPr>
          <p:cNvPr id="3" name="Content Placeholder 2">
            <a:extLst>
              <a:ext uri="{FF2B5EF4-FFF2-40B4-BE49-F238E27FC236}">
                <a16:creationId xmlns:a16="http://schemas.microsoft.com/office/drawing/2014/main" id="{A4C38AAE-1EB1-4D2D-8E59-0086C3FB181C}"/>
              </a:ext>
            </a:extLst>
          </p:cNvPr>
          <p:cNvSpPr>
            <a:spLocks noGrp="1"/>
          </p:cNvSpPr>
          <p:nvPr>
            <p:ph idx="1"/>
          </p:nvPr>
        </p:nvSpPr>
        <p:spPr/>
        <p:txBody>
          <a:bodyPr>
            <a:normAutofit fontScale="77500" lnSpcReduction="20000"/>
          </a:bodyPr>
          <a:lstStyle/>
          <a:p>
            <a:pPr algn="l"/>
            <a:r>
              <a:rPr lang="en-AU" b="0" i="0" dirty="0">
                <a:solidFill>
                  <a:srgbClr val="000000"/>
                </a:solidFill>
                <a:effectLst/>
                <a:latin typeface="Arial" panose="020B0604020202020204" pitchFamily="34" charset="0"/>
              </a:rPr>
              <a:t>A. Centralised – suitable for simple applications, easy to manage; may not scale well</a:t>
            </a:r>
            <a:endParaRPr lang="en-AU" b="0" i="0" dirty="0">
              <a:solidFill>
                <a:srgbClr val="000000"/>
              </a:solidFill>
              <a:effectLst/>
              <a:latin typeface="Lato"/>
            </a:endParaRPr>
          </a:p>
          <a:p>
            <a:pPr algn="l"/>
            <a:r>
              <a:rPr lang="en-AU" b="0" i="0" dirty="0">
                <a:solidFill>
                  <a:srgbClr val="000000"/>
                </a:solidFill>
                <a:effectLst/>
                <a:latin typeface="Arial" panose="020B0604020202020204" pitchFamily="34" charset="0"/>
              </a:rPr>
              <a:t>B. Distributed – Scalable, suitable for large applications and applications that need data access from different physical locations; System administration and crash recovery is difficult, usually have some data inconsistency</a:t>
            </a:r>
          </a:p>
          <a:p>
            <a:pPr algn="l"/>
            <a:r>
              <a:rPr lang="en-AU" b="0" i="0" dirty="0">
                <a:solidFill>
                  <a:srgbClr val="000000"/>
                </a:solidFill>
                <a:effectLst/>
                <a:latin typeface="Arial" panose="020B0604020202020204" pitchFamily="34" charset="0"/>
              </a:rPr>
              <a:t>C. WWW – Very convenient to access and share data; security issues, no guarantee on availability or consistency</a:t>
            </a:r>
          </a:p>
          <a:p>
            <a:pPr algn="l"/>
            <a:r>
              <a:rPr lang="en-AU" b="0" i="0" dirty="0">
                <a:solidFill>
                  <a:srgbClr val="000000"/>
                </a:solidFill>
                <a:effectLst/>
                <a:latin typeface="Arial" panose="020B0604020202020204" pitchFamily="34" charset="0"/>
              </a:rPr>
              <a:t>D. Grid – Less used now-a-days, very similar to distributed systems with administration done locally by each owner</a:t>
            </a:r>
          </a:p>
          <a:p>
            <a:pPr algn="l"/>
            <a:r>
              <a:rPr lang="en-AU" b="0" i="0" dirty="0">
                <a:solidFill>
                  <a:srgbClr val="000000"/>
                </a:solidFill>
                <a:effectLst/>
                <a:latin typeface="Arial" panose="020B0604020202020204" pitchFamily="34" charset="0"/>
              </a:rPr>
              <a:t>E. P2P- Suitable when the nodes of the network cannot be planned in advance, or some may leave and join frequently. For example, sensor network</a:t>
            </a:r>
          </a:p>
          <a:p>
            <a:pPr algn="l"/>
            <a:r>
              <a:rPr lang="en-AU" b="0" i="0" dirty="0">
                <a:solidFill>
                  <a:srgbClr val="000000"/>
                </a:solidFill>
                <a:effectLst/>
                <a:latin typeface="Arial" panose="020B0604020202020204" pitchFamily="34" charset="0"/>
              </a:rPr>
              <a:t>F. Cloud database – on-demand resources, cost-effective, maintenance done externally by the cloud provider; some privacy and confidentially issue – but most trusted providers well-address them</a:t>
            </a:r>
            <a:endParaRPr lang="en-AU" b="0" i="0" dirty="0">
              <a:solidFill>
                <a:srgbClr val="000000"/>
              </a:solidFill>
              <a:effectLst/>
              <a:latin typeface="Lato"/>
            </a:endParaRPr>
          </a:p>
          <a:p>
            <a:endParaRPr lang="en-AU" dirty="0"/>
          </a:p>
        </p:txBody>
      </p:sp>
    </p:spTree>
    <p:extLst>
      <p:ext uri="{BB962C8B-B14F-4D97-AF65-F5344CB8AC3E}">
        <p14:creationId xmlns:p14="http://schemas.microsoft.com/office/powerpoint/2010/main" val="13039635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D3EFC-3FE9-4B69-9C82-5E53B88EDA5F}"/>
              </a:ext>
            </a:extLst>
          </p:cNvPr>
          <p:cNvSpPr>
            <a:spLocks noGrp="1"/>
          </p:cNvSpPr>
          <p:nvPr>
            <p:ph type="title"/>
          </p:nvPr>
        </p:nvSpPr>
        <p:spPr/>
        <p:txBody>
          <a:bodyPr/>
          <a:lstStyle/>
          <a:p>
            <a:r>
              <a:rPr lang="en-AU" dirty="0"/>
              <a:t>Question 3-I (Breakout Rooms)</a:t>
            </a:r>
          </a:p>
        </p:txBody>
      </p:sp>
      <p:sp>
        <p:nvSpPr>
          <p:cNvPr id="3" name="Content Placeholder 2">
            <a:extLst>
              <a:ext uri="{FF2B5EF4-FFF2-40B4-BE49-F238E27FC236}">
                <a16:creationId xmlns:a16="http://schemas.microsoft.com/office/drawing/2014/main" id="{77FFC272-4AC4-4507-8CD8-040394682684}"/>
              </a:ext>
            </a:extLst>
          </p:cNvPr>
          <p:cNvSpPr>
            <a:spLocks noGrp="1"/>
          </p:cNvSpPr>
          <p:nvPr>
            <p:ph idx="1"/>
          </p:nvPr>
        </p:nvSpPr>
        <p:spPr/>
        <p:txBody>
          <a:bodyPr>
            <a:normAutofit fontScale="92500"/>
          </a:bodyPr>
          <a:lstStyle/>
          <a:p>
            <a:r>
              <a:rPr lang="en-AU" b="0" i="0" dirty="0">
                <a:effectLst/>
                <a:latin typeface="Arial" panose="020B0604020202020204" pitchFamily="34" charset="0"/>
              </a:rPr>
              <a:t>Consider the different scenarios below and discuss which database architecture is the most suitable choice and </a:t>
            </a:r>
            <a:r>
              <a:rPr lang="en-AU" b="0" i="0">
                <a:effectLst/>
                <a:latin typeface="Arial" panose="020B0604020202020204" pitchFamily="34" charset="0"/>
              </a:rPr>
              <a:t>why </a:t>
            </a:r>
          </a:p>
          <a:p>
            <a:pPr marL="0" indent="0">
              <a:buNone/>
            </a:pPr>
            <a:r>
              <a:rPr lang="en-AU" b="0" i="0">
                <a:effectLst/>
                <a:latin typeface="Arial" panose="020B0604020202020204" pitchFamily="34" charset="0"/>
              </a:rPr>
              <a:t>– </a:t>
            </a:r>
            <a:r>
              <a:rPr lang="en-AU" b="0" i="0" dirty="0">
                <a:effectLst/>
                <a:latin typeface="Arial" panose="020B0604020202020204" pitchFamily="34" charset="0"/>
              </a:rPr>
              <a:t>I. </a:t>
            </a:r>
            <a:r>
              <a:rPr lang="en-AU" b="0" i="0" dirty="0" err="1">
                <a:effectLst/>
                <a:latin typeface="Arial" panose="020B0604020202020204" pitchFamily="34" charset="0"/>
              </a:rPr>
              <a:t>FriendBook</a:t>
            </a:r>
            <a:r>
              <a:rPr lang="en-AU" b="0" i="0" dirty="0">
                <a:effectLst/>
                <a:latin typeface="Arial" panose="020B0604020202020204" pitchFamily="34" charset="0"/>
              </a:rPr>
              <a:t> is a new </a:t>
            </a:r>
            <a:r>
              <a:rPr lang="en-AU" b="0" i="0" dirty="0" err="1">
                <a:effectLst/>
                <a:latin typeface="Arial" panose="020B0604020202020204" pitchFamily="34" charset="0"/>
              </a:rPr>
              <a:t>startup</a:t>
            </a:r>
            <a:r>
              <a:rPr lang="en-AU" b="0" i="0" dirty="0">
                <a:effectLst/>
                <a:latin typeface="Arial" panose="020B0604020202020204" pitchFamily="34" charset="0"/>
              </a:rPr>
              <a:t> app that will launch its operation soon. They have only one office with not much budget right now, but they are expecting a high growth in the scale of millions of users across the globe in a couple of years. Which of the following database architecture is the most suitable choice for this scenario?</a:t>
            </a:r>
          </a:p>
          <a:p>
            <a:pPr lvl="1"/>
            <a:r>
              <a:rPr lang="en-AU" b="0" i="0" dirty="0">
                <a:effectLst/>
                <a:latin typeface="Arial" panose="020B0604020202020204" pitchFamily="34" charset="0"/>
              </a:rPr>
              <a:t>a. Cloud storage </a:t>
            </a:r>
          </a:p>
          <a:p>
            <a:pPr lvl="1"/>
            <a:r>
              <a:rPr lang="en-AU" b="0" i="0" dirty="0">
                <a:effectLst/>
                <a:latin typeface="Arial" panose="020B0604020202020204" pitchFamily="34" charset="0"/>
              </a:rPr>
              <a:t>b. World wide web</a:t>
            </a:r>
          </a:p>
          <a:p>
            <a:pPr lvl="1"/>
            <a:r>
              <a:rPr lang="en-AU" b="0" i="0" dirty="0">
                <a:effectLst/>
                <a:latin typeface="Arial" panose="020B0604020202020204" pitchFamily="34" charset="0"/>
              </a:rPr>
              <a:t>c. Distributed database</a:t>
            </a:r>
          </a:p>
          <a:p>
            <a:pPr lvl="1"/>
            <a:r>
              <a:rPr lang="en-AU" b="0" i="0" dirty="0">
                <a:effectLst/>
                <a:latin typeface="Arial" panose="020B0604020202020204" pitchFamily="34" charset="0"/>
              </a:rPr>
              <a:t>d. Centralised database</a:t>
            </a:r>
            <a:endParaRPr lang="en-AU" dirty="0"/>
          </a:p>
        </p:txBody>
      </p:sp>
    </p:spTree>
    <p:extLst>
      <p:ext uri="{BB962C8B-B14F-4D97-AF65-F5344CB8AC3E}">
        <p14:creationId xmlns:p14="http://schemas.microsoft.com/office/powerpoint/2010/main" val="31377455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D3EFC-3FE9-4B69-9C82-5E53B88EDA5F}"/>
              </a:ext>
            </a:extLst>
          </p:cNvPr>
          <p:cNvSpPr>
            <a:spLocks noGrp="1"/>
          </p:cNvSpPr>
          <p:nvPr>
            <p:ph type="title"/>
          </p:nvPr>
        </p:nvSpPr>
        <p:spPr/>
        <p:txBody>
          <a:bodyPr/>
          <a:lstStyle/>
          <a:p>
            <a:r>
              <a:rPr lang="en-AU" dirty="0"/>
              <a:t>Question 3-I (Answer)</a:t>
            </a:r>
          </a:p>
        </p:txBody>
      </p:sp>
      <p:sp>
        <p:nvSpPr>
          <p:cNvPr id="3" name="Content Placeholder 2">
            <a:extLst>
              <a:ext uri="{FF2B5EF4-FFF2-40B4-BE49-F238E27FC236}">
                <a16:creationId xmlns:a16="http://schemas.microsoft.com/office/drawing/2014/main" id="{77FFC272-4AC4-4507-8CD8-040394682684}"/>
              </a:ext>
            </a:extLst>
          </p:cNvPr>
          <p:cNvSpPr>
            <a:spLocks noGrp="1"/>
          </p:cNvSpPr>
          <p:nvPr>
            <p:ph idx="1"/>
          </p:nvPr>
        </p:nvSpPr>
        <p:spPr/>
        <p:txBody>
          <a:bodyPr>
            <a:normAutofit/>
          </a:bodyPr>
          <a:lstStyle/>
          <a:p>
            <a:r>
              <a:rPr lang="en-AU" b="0" i="0" dirty="0">
                <a:solidFill>
                  <a:schemeClr val="accent5">
                    <a:lumMod val="75000"/>
                  </a:schemeClr>
                </a:solidFill>
                <a:effectLst/>
                <a:latin typeface="Arial" panose="020B0604020202020204" pitchFamily="34" charset="0"/>
              </a:rPr>
              <a:t>Answer is a.</a:t>
            </a:r>
          </a:p>
          <a:p>
            <a:endParaRPr lang="en-AU" b="0" i="0" dirty="0">
              <a:solidFill>
                <a:schemeClr val="accent5">
                  <a:lumMod val="75000"/>
                </a:schemeClr>
              </a:solidFill>
              <a:effectLst/>
              <a:latin typeface="Arial" panose="020B0604020202020204" pitchFamily="34" charset="0"/>
            </a:endParaRPr>
          </a:p>
          <a:p>
            <a:r>
              <a:rPr lang="en-AU" b="0" i="0" dirty="0">
                <a:solidFill>
                  <a:schemeClr val="accent5">
                    <a:lumMod val="75000"/>
                  </a:schemeClr>
                </a:solidFill>
                <a:effectLst/>
                <a:latin typeface="Arial" panose="020B0604020202020204" pitchFamily="34" charset="0"/>
              </a:rPr>
              <a:t>As </a:t>
            </a:r>
            <a:r>
              <a:rPr lang="en-AU" b="0" i="0" dirty="0" err="1">
                <a:solidFill>
                  <a:schemeClr val="accent5">
                    <a:lumMod val="75000"/>
                  </a:schemeClr>
                </a:solidFill>
                <a:effectLst/>
                <a:latin typeface="Arial" panose="020B0604020202020204" pitchFamily="34" charset="0"/>
              </a:rPr>
              <a:t>FriendBook</a:t>
            </a:r>
            <a:r>
              <a:rPr lang="en-AU" b="0" i="0" dirty="0">
                <a:solidFill>
                  <a:schemeClr val="accent5">
                    <a:lumMod val="75000"/>
                  </a:schemeClr>
                </a:solidFill>
                <a:effectLst/>
                <a:latin typeface="Arial" panose="020B0604020202020204" pitchFamily="34" charset="0"/>
              </a:rPr>
              <a:t> do not know a certain number of users and the exact timeline on the growth, the on-demand cloud storage is more cost-effective, can scale with the growth, can server clients across the globe, and </a:t>
            </a:r>
            <a:r>
              <a:rPr lang="en-AU" b="0" i="0" dirty="0" err="1">
                <a:solidFill>
                  <a:schemeClr val="accent5">
                    <a:lumMod val="75000"/>
                  </a:schemeClr>
                </a:solidFill>
                <a:effectLst/>
                <a:latin typeface="Arial" panose="020B0604020202020204" pitchFamily="34" charset="0"/>
              </a:rPr>
              <a:t>Friendbook</a:t>
            </a:r>
            <a:r>
              <a:rPr lang="en-AU" b="0" i="0" dirty="0">
                <a:solidFill>
                  <a:schemeClr val="accent5">
                    <a:lumMod val="75000"/>
                  </a:schemeClr>
                </a:solidFill>
                <a:effectLst/>
                <a:latin typeface="Arial" panose="020B0604020202020204" pitchFamily="34" charset="0"/>
              </a:rPr>
              <a:t> can focus more on developing their product instead of managing hardware resources. </a:t>
            </a:r>
            <a:endParaRPr lang="en-AU" dirty="0">
              <a:solidFill>
                <a:schemeClr val="accent5">
                  <a:lumMod val="75000"/>
                </a:schemeClr>
              </a:solidFill>
            </a:endParaRPr>
          </a:p>
        </p:txBody>
      </p:sp>
    </p:spTree>
    <p:extLst>
      <p:ext uri="{BB962C8B-B14F-4D97-AF65-F5344CB8AC3E}">
        <p14:creationId xmlns:p14="http://schemas.microsoft.com/office/powerpoint/2010/main" val="188795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3C65D-89D7-4E02-9923-620B515DDDB6}"/>
              </a:ext>
            </a:extLst>
          </p:cNvPr>
          <p:cNvSpPr>
            <a:spLocks noGrp="1"/>
          </p:cNvSpPr>
          <p:nvPr>
            <p:ph type="title"/>
          </p:nvPr>
        </p:nvSpPr>
        <p:spPr/>
        <p:txBody>
          <a:bodyPr/>
          <a:lstStyle/>
          <a:p>
            <a:r>
              <a:rPr lang="en-AU" dirty="0"/>
              <a:t>Question 3-II.</a:t>
            </a:r>
          </a:p>
        </p:txBody>
      </p:sp>
      <p:sp>
        <p:nvSpPr>
          <p:cNvPr id="3" name="Content Placeholder 2">
            <a:extLst>
              <a:ext uri="{FF2B5EF4-FFF2-40B4-BE49-F238E27FC236}">
                <a16:creationId xmlns:a16="http://schemas.microsoft.com/office/drawing/2014/main" id="{CD6C0A50-8CD9-4DAE-A3D3-7EE94A7539C0}"/>
              </a:ext>
            </a:extLst>
          </p:cNvPr>
          <p:cNvSpPr>
            <a:spLocks noGrp="1"/>
          </p:cNvSpPr>
          <p:nvPr>
            <p:ph idx="1"/>
          </p:nvPr>
        </p:nvSpPr>
        <p:spPr/>
        <p:txBody>
          <a:bodyPr>
            <a:normAutofit/>
          </a:bodyPr>
          <a:lstStyle/>
          <a:p>
            <a:r>
              <a:rPr lang="en-AU" b="0" i="0" dirty="0" err="1">
                <a:effectLst/>
                <a:latin typeface="Arial" panose="020B0604020202020204" pitchFamily="34" charset="0"/>
              </a:rPr>
              <a:t>FriendBook</a:t>
            </a:r>
            <a:r>
              <a:rPr lang="en-AU" b="0" i="0" dirty="0">
                <a:effectLst/>
                <a:latin typeface="Arial" panose="020B0604020202020204" pitchFamily="34" charset="0"/>
              </a:rPr>
              <a:t> is a new social network site that will launch its operation soon. They have offices in many major cities of USA. They need a database that can handle millions of users across the globe. For preserving privacy and security, they need their own data storage system, which is not shared or owned by any other company. Which of the following database architecture is the most suitable choice for this scenario?</a:t>
            </a:r>
          </a:p>
          <a:p>
            <a:pPr lvl="1"/>
            <a:r>
              <a:rPr lang="en-AU" b="0" i="0" dirty="0">
                <a:effectLst/>
                <a:latin typeface="Arial" panose="020B0604020202020204" pitchFamily="34" charset="0"/>
              </a:rPr>
              <a:t>a. Cloud storage </a:t>
            </a:r>
          </a:p>
          <a:p>
            <a:pPr lvl="1"/>
            <a:r>
              <a:rPr lang="en-AU" b="0" i="0" dirty="0">
                <a:effectLst/>
                <a:latin typeface="Arial" panose="020B0604020202020204" pitchFamily="34" charset="0"/>
              </a:rPr>
              <a:t>b. World wide web</a:t>
            </a:r>
          </a:p>
          <a:p>
            <a:pPr lvl="1"/>
            <a:r>
              <a:rPr lang="en-AU" b="0" i="0" dirty="0">
                <a:effectLst/>
                <a:latin typeface="Arial" panose="020B0604020202020204" pitchFamily="34" charset="0"/>
              </a:rPr>
              <a:t>c. Distributed database</a:t>
            </a:r>
          </a:p>
          <a:p>
            <a:pPr lvl="1"/>
            <a:r>
              <a:rPr lang="en-AU" b="0" i="0" dirty="0">
                <a:effectLst/>
                <a:latin typeface="Arial" panose="020B0604020202020204" pitchFamily="34" charset="0"/>
              </a:rPr>
              <a:t>d. Centralised database</a:t>
            </a:r>
            <a:endParaRPr lang="en-AU" dirty="0"/>
          </a:p>
        </p:txBody>
      </p:sp>
    </p:spTree>
    <p:extLst>
      <p:ext uri="{BB962C8B-B14F-4D97-AF65-F5344CB8AC3E}">
        <p14:creationId xmlns:p14="http://schemas.microsoft.com/office/powerpoint/2010/main" val="20166726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3C65D-89D7-4E02-9923-620B515DDDB6}"/>
              </a:ext>
            </a:extLst>
          </p:cNvPr>
          <p:cNvSpPr>
            <a:spLocks noGrp="1"/>
          </p:cNvSpPr>
          <p:nvPr>
            <p:ph type="title"/>
          </p:nvPr>
        </p:nvSpPr>
        <p:spPr/>
        <p:txBody>
          <a:bodyPr/>
          <a:lstStyle/>
          <a:p>
            <a:r>
              <a:rPr lang="en-AU" dirty="0"/>
              <a:t>Question 3-II (Answer).</a:t>
            </a:r>
          </a:p>
        </p:txBody>
      </p:sp>
      <p:sp>
        <p:nvSpPr>
          <p:cNvPr id="3" name="Content Placeholder 2">
            <a:extLst>
              <a:ext uri="{FF2B5EF4-FFF2-40B4-BE49-F238E27FC236}">
                <a16:creationId xmlns:a16="http://schemas.microsoft.com/office/drawing/2014/main" id="{CD6C0A50-8CD9-4DAE-A3D3-7EE94A7539C0}"/>
              </a:ext>
            </a:extLst>
          </p:cNvPr>
          <p:cNvSpPr>
            <a:spLocks noGrp="1"/>
          </p:cNvSpPr>
          <p:nvPr>
            <p:ph idx="1"/>
          </p:nvPr>
        </p:nvSpPr>
        <p:spPr/>
        <p:txBody>
          <a:bodyPr>
            <a:normAutofit/>
          </a:bodyPr>
          <a:lstStyle/>
          <a:p>
            <a:r>
              <a:rPr lang="en-AU" dirty="0">
                <a:solidFill>
                  <a:schemeClr val="accent5">
                    <a:lumMod val="75000"/>
                  </a:schemeClr>
                </a:solidFill>
              </a:rPr>
              <a:t>Answer is c.</a:t>
            </a:r>
          </a:p>
          <a:p>
            <a:endParaRPr lang="en-AU" dirty="0">
              <a:solidFill>
                <a:schemeClr val="accent5">
                  <a:lumMod val="75000"/>
                </a:schemeClr>
              </a:solidFill>
            </a:endParaRPr>
          </a:p>
          <a:p>
            <a:r>
              <a:rPr lang="en-AU" b="0" i="0" dirty="0">
                <a:solidFill>
                  <a:schemeClr val="accent5">
                    <a:lumMod val="75000"/>
                  </a:schemeClr>
                </a:solidFill>
                <a:effectLst/>
                <a:latin typeface="Arial" panose="020B0604020202020204" pitchFamily="34" charset="0"/>
              </a:rPr>
              <a:t>Unlike the previous scenario, if data is transferred and stored in a 3rd party storage like cloud, the security is not in the hands of </a:t>
            </a:r>
            <a:r>
              <a:rPr lang="en-AU" b="0" i="0" dirty="0" err="1">
                <a:solidFill>
                  <a:schemeClr val="accent5">
                    <a:lumMod val="75000"/>
                  </a:schemeClr>
                </a:solidFill>
                <a:effectLst/>
                <a:latin typeface="Arial" panose="020B0604020202020204" pitchFamily="34" charset="0"/>
              </a:rPr>
              <a:t>FriendBook</a:t>
            </a:r>
            <a:r>
              <a:rPr lang="en-AU" b="0" i="0" dirty="0">
                <a:solidFill>
                  <a:schemeClr val="accent5">
                    <a:lumMod val="75000"/>
                  </a:schemeClr>
                </a:solidFill>
                <a:effectLst/>
                <a:latin typeface="Arial" panose="020B0604020202020204" pitchFamily="34" charset="0"/>
              </a:rPr>
              <a:t> (including encryption guarantee, data discloser agreement, etc.). Hence, having the setup of their own distributed database (as they are located across many cities with many users across globe) is a more suitable solution.</a:t>
            </a:r>
            <a:endParaRPr lang="en-AU" dirty="0">
              <a:solidFill>
                <a:schemeClr val="accent5">
                  <a:lumMod val="75000"/>
                </a:schemeClr>
              </a:solidFill>
            </a:endParaRPr>
          </a:p>
        </p:txBody>
      </p:sp>
    </p:spTree>
    <p:extLst>
      <p:ext uri="{BB962C8B-B14F-4D97-AF65-F5344CB8AC3E}">
        <p14:creationId xmlns:p14="http://schemas.microsoft.com/office/powerpoint/2010/main" val="853337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7317</TotalTime>
  <Words>5296</Words>
  <Application>Microsoft Office PowerPoint</Application>
  <PresentationFormat>Widescreen</PresentationFormat>
  <Paragraphs>435</Paragraphs>
  <Slides>69</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Arial</vt:lpstr>
      <vt:lpstr>Calibri</vt:lpstr>
      <vt:lpstr>Calibri Light</vt:lpstr>
      <vt:lpstr>Cambria Math</vt:lpstr>
      <vt:lpstr>Lato</vt:lpstr>
      <vt:lpstr>Times</vt:lpstr>
      <vt:lpstr>Times New Roman</vt:lpstr>
      <vt:lpstr>TimesNewRomanPS-BoldMT</vt:lpstr>
      <vt:lpstr>Office Theme</vt:lpstr>
      <vt:lpstr>Advanced Database Systems Winter Semester</vt:lpstr>
      <vt:lpstr>Project</vt:lpstr>
      <vt:lpstr>Project Groups- 1</vt:lpstr>
      <vt:lpstr>Project Groups- 2, Project Topics</vt:lpstr>
      <vt:lpstr>Project Groups- 3, Getting into the Business</vt:lpstr>
      <vt:lpstr>Project Groups 4- Group Dynamics</vt:lpstr>
      <vt:lpstr>Time to Find your Team-mates</vt:lpstr>
      <vt:lpstr>How to choose the right papers?</vt:lpstr>
      <vt:lpstr>Report Rationale</vt:lpstr>
      <vt:lpstr>Report Structure</vt:lpstr>
      <vt:lpstr>Presentation Rationale and Structure</vt:lpstr>
      <vt:lpstr>Presentations: Three Most Important Things</vt:lpstr>
      <vt:lpstr>Be clear on: the Purpose &amp; your Audience</vt:lpstr>
      <vt:lpstr>Introduction</vt:lpstr>
      <vt:lpstr>Body of Your Presentation</vt:lpstr>
      <vt:lpstr>Some Formatting Issues: Fonts Are Important</vt:lpstr>
      <vt:lpstr>How about this colorful slide?</vt:lpstr>
      <vt:lpstr>Visual Aids Do’s and Don’ts</vt:lpstr>
      <vt:lpstr>Transitions</vt:lpstr>
      <vt:lpstr>Discussion/Conclusion Part</vt:lpstr>
      <vt:lpstr>Some Side Tips</vt:lpstr>
      <vt:lpstr>Practicing</vt:lpstr>
      <vt:lpstr>Last But Not Least: Establishing Credibility</vt:lpstr>
      <vt:lpstr>After the Presentation: Handling Questions and Answers</vt:lpstr>
      <vt:lpstr>Some Further Teamwork Considerations</vt:lpstr>
      <vt:lpstr>Reports</vt:lpstr>
      <vt:lpstr>Format/Structure of a Report</vt:lpstr>
      <vt:lpstr>Details on Related Work/Analysis</vt:lpstr>
      <vt:lpstr>An Example Comparison Table</vt:lpstr>
      <vt:lpstr>Wrapping It Up</vt:lpstr>
      <vt:lpstr>Take a Break (10 Minutes)</vt:lpstr>
      <vt:lpstr>Advanced Database Systems Winter Semester</vt:lpstr>
      <vt:lpstr>Hard Disk Drives (HDD)</vt:lpstr>
      <vt:lpstr>Question 1 (Breakout rooms)</vt:lpstr>
      <vt:lpstr>Question 1- Solution (1)</vt:lpstr>
      <vt:lpstr>Question 1- Solution (2)</vt:lpstr>
      <vt:lpstr>Question 1- Solution (2)</vt:lpstr>
      <vt:lpstr>Improvement over HDD with SSD</vt:lpstr>
      <vt:lpstr>SSD (2)</vt:lpstr>
      <vt:lpstr>Back to Question 1 (Breakout rooms)</vt:lpstr>
      <vt:lpstr>Question 1- Solution (2)</vt:lpstr>
      <vt:lpstr>Where does the Data Drives Fit in Computers?</vt:lpstr>
      <vt:lpstr>How to solve the performance issue?</vt:lpstr>
      <vt:lpstr>How to solve the performance issue?</vt:lpstr>
      <vt:lpstr>Question 2 (Breakout Rooms)</vt:lpstr>
      <vt:lpstr>Question 2 (Answer)</vt:lpstr>
      <vt:lpstr>About different forms of Databases</vt:lpstr>
      <vt:lpstr>Key-Value Databases</vt:lpstr>
      <vt:lpstr>Document Storage</vt:lpstr>
      <vt:lpstr>Graph Storage</vt:lpstr>
      <vt:lpstr>Applications of different forms of Databases</vt:lpstr>
      <vt:lpstr>Applications of different forms of Databases</vt:lpstr>
      <vt:lpstr>Take a Break (10 Minutes)</vt:lpstr>
      <vt:lpstr>Advanced Database Systems Winter Semester</vt:lpstr>
      <vt:lpstr>More on the Cloud DBS and Cloud Services</vt:lpstr>
      <vt:lpstr>Amazon services</vt:lpstr>
      <vt:lpstr>Amazon Elastic Compute Cloud (EC2)</vt:lpstr>
      <vt:lpstr>Amazon Storage Services</vt:lpstr>
      <vt:lpstr>Amazon Elastic Block Storage</vt:lpstr>
      <vt:lpstr>Amazon Simple Storage</vt:lpstr>
      <vt:lpstr>Creating Virtual Private Cloud</vt:lpstr>
      <vt:lpstr>Amazon Relational Database</vt:lpstr>
      <vt:lpstr>Different Database Architectures</vt:lpstr>
      <vt:lpstr>Question 1</vt:lpstr>
      <vt:lpstr>Answers in Short</vt:lpstr>
      <vt:lpstr>Question 3-I (Breakout Rooms)</vt:lpstr>
      <vt:lpstr>Question 3-I (Answer)</vt:lpstr>
      <vt:lpstr>Question 3-II.</vt:lpstr>
      <vt:lpstr>Question 3-II (Answer).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Database Systems Winter Semester</dc:title>
  <dc:creator>Ahmad Asgharian Rezaei</dc:creator>
  <cp:lastModifiedBy>Ahmad Rezaei</cp:lastModifiedBy>
  <cp:revision>6</cp:revision>
  <dcterms:created xsi:type="dcterms:W3CDTF">2022-06-28T21:42:00Z</dcterms:created>
  <dcterms:modified xsi:type="dcterms:W3CDTF">2023-07-01T23:32:16Z</dcterms:modified>
</cp:coreProperties>
</file>