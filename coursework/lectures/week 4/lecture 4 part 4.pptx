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3" r:id="rId1"/>
    <p:sldMasterId id="2147483685" r:id="rId2"/>
  </p:sldMasterIdLst>
  <p:notesMasterIdLst>
    <p:notesMasterId r:id="rId22"/>
  </p:notesMasterIdLst>
  <p:handoutMasterIdLst>
    <p:handoutMasterId r:id="rId23"/>
  </p:handoutMasterIdLst>
  <p:sldIdLst>
    <p:sldId id="582" r:id="rId3"/>
    <p:sldId id="668" r:id="rId4"/>
    <p:sldId id="1768" r:id="rId5"/>
    <p:sldId id="1767" r:id="rId6"/>
    <p:sldId id="1766" r:id="rId7"/>
    <p:sldId id="1729" r:id="rId8"/>
    <p:sldId id="1731" r:id="rId9"/>
    <p:sldId id="311" r:id="rId10"/>
    <p:sldId id="1770" r:id="rId11"/>
    <p:sldId id="314" r:id="rId12"/>
    <p:sldId id="660" r:id="rId13"/>
    <p:sldId id="317" r:id="rId14"/>
    <p:sldId id="319" r:id="rId15"/>
    <p:sldId id="670" r:id="rId16"/>
    <p:sldId id="305" r:id="rId17"/>
    <p:sldId id="309" r:id="rId18"/>
    <p:sldId id="671" r:id="rId19"/>
    <p:sldId id="672" r:id="rId20"/>
    <p:sldId id="1769" r:id="rId21"/>
  </p:sldIdLst>
  <p:sldSz cx="9144000" cy="6858000" type="screen4x3"/>
  <p:notesSz cx="6858000" cy="88979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3C54E1-55D9-2C4A-9EE2-C26D964FB127}" v="73" dt="2023-06-26T04:47:27.8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43"/>
    <p:restoredTop sz="94800"/>
  </p:normalViewPr>
  <p:slideViewPr>
    <p:cSldViewPr snapToGrid="0">
      <p:cViewPr varScale="1">
        <p:scale>
          <a:sx n="102" d="100"/>
          <a:sy n="102" d="100"/>
        </p:scale>
        <p:origin x="13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hana Choudhury" userId="8bfadc28-a633-41a8-aacf-e9b58948d589" providerId="ADAL" clId="{A0EE2263-4E0E-BA44-A346-FC9B22C10BFA}"/>
    <pc:docChg chg="modSld">
      <pc:chgData name="Farhana Choudhury" userId="8bfadc28-a633-41a8-aacf-e9b58948d589" providerId="ADAL" clId="{A0EE2263-4E0E-BA44-A346-FC9B22C10BFA}" dt="2023-06-22T02:20:57.685" v="1" actId="20577"/>
      <pc:docMkLst>
        <pc:docMk/>
      </pc:docMkLst>
      <pc:sldChg chg="modSp mod">
        <pc:chgData name="Farhana Choudhury" userId="8bfadc28-a633-41a8-aacf-e9b58948d589" providerId="ADAL" clId="{A0EE2263-4E0E-BA44-A346-FC9B22C10BFA}" dt="2023-06-22T02:20:57.685" v="1" actId="20577"/>
        <pc:sldMkLst>
          <pc:docMk/>
          <pc:sldMk cId="79267661" sldId="582"/>
        </pc:sldMkLst>
        <pc:spChg chg="mod">
          <ac:chgData name="Farhana Choudhury" userId="8bfadc28-a633-41a8-aacf-e9b58948d589" providerId="ADAL" clId="{A0EE2263-4E0E-BA44-A346-FC9B22C10BFA}" dt="2023-06-22T02:20:57.685" v="1" actId="20577"/>
          <ac:spMkLst>
            <pc:docMk/>
            <pc:sldMk cId="79267661" sldId="582"/>
            <ac:spMk id="5" creationId="{EA752CF1-41DC-B946-BC99-68C5CC88CB85}"/>
          </ac:spMkLst>
        </pc:spChg>
      </pc:sldChg>
    </pc:docChg>
  </pc:docChgLst>
  <pc:docChgLst>
    <pc:chgData name="Farhana Choudhury" userId="8bfadc28-a633-41a8-aacf-e9b58948d589" providerId="ADAL" clId="{F23C54E1-55D9-2C4A-9EE2-C26D964FB127}"/>
    <pc:docChg chg="undo custSel addSld delSld modSld delMainMaster modShowInfo">
      <pc:chgData name="Farhana Choudhury" userId="8bfadc28-a633-41a8-aacf-e9b58948d589" providerId="ADAL" clId="{F23C54E1-55D9-2C4A-9EE2-C26D964FB127}" dt="2023-07-10T04:00:57.985" v="780" actId="478"/>
      <pc:docMkLst>
        <pc:docMk/>
      </pc:docMkLst>
      <pc:sldChg chg="del">
        <pc:chgData name="Farhana Choudhury" userId="8bfadc28-a633-41a8-aacf-e9b58948d589" providerId="ADAL" clId="{F23C54E1-55D9-2C4A-9EE2-C26D964FB127}" dt="2023-06-22T04:33:25.428" v="27" actId="2696"/>
        <pc:sldMkLst>
          <pc:docMk/>
          <pc:sldMk cId="0" sldId="257"/>
        </pc:sldMkLst>
      </pc:sldChg>
      <pc:sldChg chg="del">
        <pc:chgData name="Farhana Choudhury" userId="8bfadc28-a633-41a8-aacf-e9b58948d589" providerId="ADAL" clId="{F23C54E1-55D9-2C4A-9EE2-C26D964FB127}" dt="2023-06-22T04:33:25.312" v="12" actId="2696"/>
        <pc:sldMkLst>
          <pc:docMk/>
          <pc:sldMk cId="0" sldId="258"/>
        </pc:sldMkLst>
      </pc:sldChg>
      <pc:sldChg chg="del">
        <pc:chgData name="Farhana Choudhury" userId="8bfadc28-a633-41a8-aacf-e9b58948d589" providerId="ADAL" clId="{F23C54E1-55D9-2C4A-9EE2-C26D964FB127}" dt="2023-06-22T04:33:25.639" v="52" actId="2696"/>
        <pc:sldMkLst>
          <pc:docMk/>
          <pc:sldMk cId="0" sldId="259"/>
        </pc:sldMkLst>
      </pc:sldChg>
      <pc:sldChg chg="del">
        <pc:chgData name="Farhana Choudhury" userId="8bfadc28-a633-41a8-aacf-e9b58948d589" providerId="ADAL" clId="{F23C54E1-55D9-2C4A-9EE2-C26D964FB127}" dt="2023-06-22T04:33:25.290" v="9" actId="2696"/>
        <pc:sldMkLst>
          <pc:docMk/>
          <pc:sldMk cId="0" sldId="260"/>
        </pc:sldMkLst>
      </pc:sldChg>
      <pc:sldChg chg="del">
        <pc:chgData name="Farhana Choudhury" userId="8bfadc28-a633-41a8-aacf-e9b58948d589" providerId="ADAL" clId="{F23C54E1-55D9-2C4A-9EE2-C26D964FB127}" dt="2023-06-22T04:33:25.352" v="17" actId="2696"/>
        <pc:sldMkLst>
          <pc:docMk/>
          <pc:sldMk cId="0" sldId="261"/>
        </pc:sldMkLst>
      </pc:sldChg>
      <pc:sldChg chg="del">
        <pc:chgData name="Farhana Choudhury" userId="8bfadc28-a633-41a8-aacf-e9b58948d589" providerId="ADAL" clId="{F23C54E1-55D9-2C4A-9EE2-C26D964FB127}" dt="2023-06-22T04:33:25.469" v="33" actId="2696"/>
        <pc:sldMkLst>
          <pc:docMk/>
          <pc:sldMk cId="0" sldId="262"/>
        </pc:sldMkLst>
      </pc:sldChg>
      <pc:sldChg chg="del">
        <pc:chgData name="Farhana Choudhury" userId="8bfadc28-a633-41a8-aacf-e9b58948d589" providerId="ADAL" clId="{F23C54E1-55D9-2C4A-9EE2-C26D964FB127}" dt="2023-06-22T04:33:25.378" v="20" actId="2696"/>
        <pc:sldMkLst>
          <pc:docMk/>
          <pc:sldMk cId="0" sldId="263"/>
        </pc:sldMkLst>
      </pc:sldChg>
      <pc:sldChg chg="del">
        <pc:chgData name="Farhana Choudhury" userId="8bfadc28-a633-41a8-aacf-e9b58948d589" providerId="ADAL" clId="{F23C54E1-55D9-2C4A-9EE2-C26D964FB127}" dt="2023-06-22T04:33:25.460" v="31" actId="2696"/>
        <pc:sldMkLst>
          <pc:docMk/>
          <pc:sldMk cId="0" sldId="264"/>
        </pc:sldMkLst>
      </pc:sldChg>
      <pc:sldChg chg="del">
        <pc:chgData name="Farhana Choudhury" userId="8bfadc28-a633-41a8-aacf-e9b58948d589" providerId="ADAL" clId="{F23C54E1-55D9-2C4A-9EE2-C26D964FB127}" dt="2023-06-22T04:33:25.327" v="15" actId="2696"/>
        <pc:sldMkLst>
          <pc:docMk/>
          <pc:sldMk cId="0" sldId="265"/>
        </pc:sldMkLst>
      </pc:sldChg>
      <pc:sldChg chg="del">
        <pc:chgData name="Farhana Choudhury" userId="8bfadc28-a633-41a8-aacf-e9b58948d589" providerId="ADAL" clId="{F23C54E1-55D9-2C4A-9EE2-C26D964FB127}" dt="2023-06-22T04:33:25.593" v="50" actId="2696"/>
        <pc:sldMkLst>
          <pc:docMk/>
          <pc:sldMk cId="0" sldId="266"/>
        </pc:sldMkLst>
      </pc:sldChg>
      <pc:sldChg chg="del">
        <pc:chgData name="Farhana Choudhury" userId="8bfadc28-a633-41a8-aacf-e9b58948d589" providerId="ADAL" clId="{F23C54E1-55D9-2C4A-9EE2-C26D964FB127}" dt="2023-06-22T04:33:25.373" v="19" actId="2696"/>
        <pc:sldMkLst>
          <pc:docMk/>
          <pc:sldMk cId="0" sldId="267"/>
        </pc:sldMkLst>
      </pc:sldChg>
      <pc:sldChg chg="del">
        <pc:chgData name="Farhana Choudhury" userId="8bfadc28-a633-41a8-aacf-e9b58948d589" providerId="ADAL" clId="{F23C54E1-55D9-2C4A-9EE2-C26D964FB127}" dt="2023-06-22T04:33:25.283" v="8" actId="2696"/>
        <pc:sldMkLst>
          <pc:docMk/>
          <pc:sldMk cId="0" sldId="268"/>
        </pc:sldMkLst>
      </pc:sldChg>
      <pc:sldChg chg="del">
        <pc:chgData name="Farhana Choudhury" userId="8bfadc28-a633-41a8-aacf-e9b58948d589" providerId="ADAL" clId="{F23C54E1-55D9-2C4A-9EE2-C26D964FB127}" dt="2023-06-22T04:33:25.302" v="10" actId="2696"/>
        <pc:sldMkLst>
          <pc:docMk/>
          <pc:sldMk cId="0" sldId="269"/>
        </pc:sldMkLst>
      </pc:sldChg>
      <pc:sldChg chg="del">
        <pc:chgData name="Farhana Choudhury" userId="8bfadc28-a633-41a8-aacf-e9b58948d589" providerId="ADAL" clId="{F23C54E1-55D9-2C4A-9EE2-C26D964FB127}" dt="2023-06-22T04:33:25.528" v="41" actId="2696"/>
        <pc:sldMkLst>
          <pc:docMk/>
          <pc:sldMk cId="0" sldId="270"/>
        </pc:sldMkLst>
      </pc:sldChg>
      <pc:sldChg chg="del">
        <pc:chgData name="Farhana Choudhury" userId="8bfadc28-a633-41a8-aacf-e9b58948d589" providerId="ADAL" clId="{F23C54E1-55D9-2C4A-9EE2-C26D964FB127}" dt="2023-06-22T04:33:25.539" v="43" actId="2696"/>
        <pc:sldMkLst>
          <pc:docMk/>
          <pc:sldMk cId="0" sldId="271"/>
        </pc:sldMkLst>
      </pc:sldChg>
      <pc:sldChg chg="del">
        <pc:chgData name="Farhana Choudhury" userId="8bfadc28-a633-41a8-aacf-e9b58948d589" providerId="ADAL" clId="{F23C54E1-55D9-2C4A-9EE2-C26D964FB127}" dt="2023-06-22T04:33:25.531" v="42" actId="2696"/>
        <pc:sldMkLst>
          <pc:docMk/>
          <pc:sldMk cId="0" sldId="272"/>
        </pc:sldMkLst>
      </pc:sldChg>
      <pc:sldChg chg="del">
        <pc:chgData name="Farhana Choudhury" userId="8bfadc28-a633-41a8-aacf-e9b58948d589" providerId="ADAL" clId="{F23C54E1-55D9-2C4A-9EE2-C26D964FB127}" dt="2023-06-22T04:33:25.515" v="38" actId="2696"/>
        <pc:sldMkLst>
          <pc:docMk/>
          <pc:sldMk cId="0" sldId="273"/>
        </pc:sldMkLst>
      </pc:sldChg>
      <pc:sldChg chg="del">
        <pc:chgData name="Farhana Choudhury" userId="8bfadc28-a633-41a8-aacf-e9b58948d589" providerId="ADAL" clId="{F23C54E1-55D9-2C4A-9EE2-C26D964FB127}" dt="2023-06-22T04:33:25.547" v="44" actId="2696"/>
        <pc:sldMkLst>
          <pc:docMk/>
          <pc:sldMk cId="0" sldId="274"/>
        </pc:sldMkLst>
      </pc:sldChg>
      <pc:sldChg chg="del">
        <pc:chgData name="Farhana Choudhury" userId="8bfadc28-a633-41a8-aacf-e9b58948d589" providerId="ADAL" clId="{F23C54E1-55D9-2C4A-9EE2-C26D964FB127}" dt="2023-06-22T04:33:25.642" v="53" actId="2696"/>
        <pc:sldMkLst>
          <pc:docMk/>
          <pc:sldMk cId="0" sldId="275"/>
        </pc:sldMkLst>
      </pc:sldChg>
      <pc:sldChg chg="del">
        <pc:chgData name="Farhana Choudhury" userId="8bfadc28-a633-41a8-aacf-e9b58948d589" providerId="ADAL" clId="{F23C54E1-55D9-2C4A-9EE2-C26D964FB127}" dt="2023-06-22T04:33:25.464" v="32" actId="2696"/>
        <pc:sldMkLst>
          <pc:docMk/>
          <pc:sldMk cId="0" sldId="276"/>
        </pc:sldMkLst>
      </pc:sldChg>
      <pc:sldChg chg="del">
        <pc:chgData name="Farhana Choudhury" userId="8bfadc28-a633-41a8-aacf-e9b58948d589" providerId="ADAL" clId="{F23C54E1-55D9-2C4A-9EE2-C26D964FB127}" dt="2023-06-22T04:33:25.601" v="51" actId="2696"/>
        <pc:sldMkLst>
          <pc:docMk/>
          <pc:sldMk cId="0" sldId="277"/>
        </pc:sldMkLst>
      </pc:sldChg>
      <pc:sldChg chg="del">
        <pc:chgData name="Farhana Choudhury" userId="8bfadc28-a633-41a8-aacf-e9b58948d589" providerId="ADAL" clId="{F23C54E1-55D9-2C4A-9EE2-C26D964FB127}" dt="2023-06-22T04:33:25.523" v="39" actId="2696"/>
        <pc:sldMkLst>
          <pc:docMk/>
          <pc:sldMk cId="0" sldId="278"/>
        </pc:sldMkLst>
      </pc:sldChg>
      <pc:sldChg chg="del">
        <pc:chgData name="Farhana Choudhury" userId="8bfadc28-a633-41a8-aacf-e9b58948d589" providerId="ADAL" clId="{F23C54E1-55D9-2C4A-9EE2-C26D964FB127}" dt="2023-06-22T04:33:25.402" v="24" actId="2696"/>
        <pc:sldMkLst>
          <pc:docMk/>
          <pc:sldMk cId="0" sldId="279"/>
        </pc:sldMkLst>
      </pc:sldChg>
      <pc:sldChg chg="del">
        <pc:chgData name="Farhana Choudhury" userId="8bfadc28-a633-41a8-aacf-e9b58948d589" providerId="ADAL" clId="{F23C54E1-55D9-2C4A-9EE2-C26D964FB127}" dt="2023-06-22T04:33:25.315" v="13" actId="2696"/>
        <pc:sldMkLst>
          <pc:docMk/>
          <pc:sldMk cId="0" sldId="280"/>
        </pc:sldMkLst>
      </pc:sldChg>
      <pc:sldChg chg="del">
        <pc:chgData name="Farhana Choudhury" userId="8bfadc28-a633-41a8-aacf-e9b58948d589" providerId="ADAL" clId="{F23C54E1-55D9-2C4A-9EE2-C26D964FB127}" dt="2023-06-22T04:33:25.491" v="35" actId="2696"/>
        <pc:sldMkLst>
          <pc:docMk/>
          <pc:sldMk cId="0" sldId="281"/>
        </pc:sldMkLst>
      </pc:sldChg>
      <pc:sldChg chg="del">
        <pc:chgData name="Farhana Choudhury" userId="8bfadc28-a633-41a8-aacf-e9b58948d589" providerId="ADAL" clId="{F23C54E1-55D9-2C4A-9EE2-C26D964FB127}" dt="2023-06-22T04:33:25.656" v="57" actId="2696"/>
        <pc:sldMkLst>
          <pc:docMk/>
          <pc:sldMk cId="0" sldId="285"/>
        </pc:sldMkLst>
      </pc:sldChg>
      <pc:sldChg chg="del">
        <pc:chgData name="Farhana Choudhury" userId="8bfadc28-a633-41a8-aacf-e9b58948d589" providerId="ADAL" clId="{F23C54E1-55D9-2C4A-9EE2-C26D964FB127}" dt="2023-06-22T04:33:25.494" v="36" actId="2696"/>
        <pc:sldMkLst>
          <pc:docMk/>
          <pc:sldMk cId="0" sldId="286"/>
        </pc:sldMkLst>
      </pc:sldChg>
      <pc:sldChg chg="del">
        <pc:chgData name="Farhana Choudhury" userId="8bfadc28-a633-41a8-aacf-e9b58948d589" providerId="ADAL" clId="{F23C54E1-55D9-2C4A-9EE2-C26D964FB127}" dt="2023-06-22T04:33:25.319" v="14" actId="2696"/>
        <pc:sldMkLst>
          <pc:docMk/>
          <pc:sldMk cId="0" sldId="287"/>
        </pc:sldMkLst>
      </pc:sldChg>
      <pc:sldChg chg="del">
        <pc:chgData name="Farhana Choudhury" userId="8bfadc28-a633-41a8-aacf-e9b58948d589" providerId="ADAL" clId="{F23C54E1-55D9-2C4A-9EE2-C26D964FB127}" dt="2023-06-22T04:33:25.555" v="45" actId="2696"/>
        <pc:sldMkLst>
          <pc:docMk/>
          <pc:sldMk cId="0" sldId="289"/>
        </pc:sldMkLst>
      </pc:sldChg>
      <pc:sldChg chg="del">
        <pc:chgData name="Farhana Choudhury" userId="8bfadc28-a633-41a8-aacf-e9b58948d589" providerId="ADAL" clId="{F23C54E1-55D9-2C4A-9EE2-C26D964FB127}" dt="2023-06-22T04:33:25.434" v="28" actId="2696"/>
        <pc:sldMkLst>
          <pc:docMk/>
          <pc:sldMk cId="0" sldId="290"/>
        </pc:sldMkLst>
      </pc:sldChg>
      <pc:sldChg chg="del">
        <pc:chgData name="Farhana Choudhury" userId="8bfadc28-a633-41a8-aacf-e9b58948d589" providerId="ADAL" clId="{F23C54E1-55D9-2C4A-9EE2-C26D964FB127}" dt="2023-06-22T04:33:25.701" v="58" actId="2696"/>
        <pc:sldMkLst>
          <pc:docMk/>
          <pc:sldMk cId="0" sldId="302"/>
        </pc:sldMkLst>
      </pc:sldChg>
      <pc:sldChg chg="del">
        <pc:chgData name="Farhana Choudhury" userId="8bfadc28-a633-41a8-aacf-e9b58948d589" providerId="ADAL" clId="{F23C54E1-55D9-2C4A-9EE2-C26D964FB127}" dt="2023-06-22T04:33:25.580" v="48" actId="2696"/>
        <pc:sldMkLst>
          <pc:docMk/>
          <pc:sldMk cId="0" sldId="303"/>
        </pc:sldMkLst>
      </pc:sldChg>
      <pc:sldChg chg="del">
        <pc:chgData name="Farhana Choudhury" userId="8bfadc28-a633-41a8-aacf-e9b58948d589" providerId="ADAL" clId="{F23C54E1-55D9-2C4A-9EE2-C26D964FB127}" dt="2023-06-22T04:33:25.510" v="37" actId="2696"/>
        <pc:sldMkLst>
          <pc:docMk/>
          <pc:sldMk cId="0" sldId="304"/>
        </pc:sldMkLst>
      </pc:sldChg>
      <pc:sldChg chg="addSp delSp modSp add del mod">
        <pc:chgData name="Farhana Choudhury" userId="8bfadc28-a633-41a8-aacf-e9b58948d589" providerId="ADAL" clId="{F23C54E1-55D9-2C4A-9EE2-C26D964FB127}" dt="2023-07-10T04:00:07.705" v="776" actId="478"/>
        <pc:sldMkLst>
          <pc:docMk/>
          <pc:sldMk cId="0" sldId="305"/>
        </pc:sldMkLst>
        <pc:spChg chg="mod">
          <ac:chgData name="Farhana Choudhury" userId="8bfadc28-a633-41a8-aacf-e9b58948d589" providerId="ADAL" clId="{F23C54E1-55D9-2C4A-9EE2-C26D964FB127}" dt="2023-06-26T04:30:36.170" v="690" actId="207"/>
          <ac:spMkLst>
            <pc:docMk/>
            <pc:sldMk cId="0" sldId="305"/>
            <ac:spMk id="30724" creationId="{DDA001FF-2E16-4872-BFCF-006C65047890}"/>
          </ac:spMkLst>
        </pc:spChg>
        <pc:inkChg chg="add del">
          <ac:chgData name="Farhana Choudhury" userId="8bfadc28-a633-41a8-aacf-e9b58948d589" providerId="ADAL" clId="{F23C54E1-55D9-2C4A-9EE2-C26D964FB127}" dt="2023-07-10T04:00:06.160" v="775" actId="478"/>
          <ac:inkMkLst>
            <pc:docMk/>
            <pc:sldMk cId="0" sldId="305"/>
            <ac:inkMk id="2" creationId="{0E0C29FF-4326-C2ED-8322-B04066F9D2E6}"/>
          </ac:inkMkLst>
        </pc:inkChg>
        <pc:inkChg chg="add del">
          <ac:chgData name="Farhana Choudhury" userId="8bfadc28-a633-41a8-aacf-e9b58948d589" providerId="ADAL" clId="{F23C54E1-55D9-2C4A-9EE2-C26D964FB127}" dt="2023-07-10T04:00:07.705" v="776" actId="478"/>
          <ac:inkMkLst>
            <pc:docMk/>
            <pc:sldMk cId="0" sldId="305"/>
            <ac:inkMk id="3" creationId="{BCC9FE3F-9D6D-5D32-B87F-6AEFD27097DA}"/>
          </ac:inkMkLst>
        </pc:inkChg>
      </pc:sldChg>
      <pc:sldChg chg="del">
        <pc:chgData name="Farhana Choudhury" userId="8bfadc28-a633-41a8-aacf-e9b58948d589" providerId="ADAL" clId="{F23C54E1-55D9-2C4A-9EE2-C26D964FB127}" dt="2023-06-22T04:33:25.370" v="18" actId="2696"/>
        <pc:sldMkLst>
          <pc:docMk/>
          <pc:sldMk cId="0" sldId="306"/>
        </pc:sldMkLst>
      </pc:sldChg>
      <pc:sldChg chg="add del">
        <pc:chgData name="Farhana Choudhury" userId="8bfadc28-a633-41a8-aacf-e9b58948d589" providerId="ADAL" clId="{F23C54E1-55D9-2C4A-9EE2-C26D964FB127}" dt="2023-06-26T04:24:56.665" v="521" actId="2696"/>
        <pc:sldMkLst>
          <pc:docMk/>
          <pc:sldMk cId="0" sldId="307"/>
        </pc:sldMkLst>
      </pc:sldChg>
      <pc:sldChg chg="add del">
        <pc:chgData name="Farhana Choudhury" userId="8bfadc28-a633-41a8-aacf-e9b58948d589" providerId="ADAL" clId="{F23C54E1-55D9-2C4A-9EE2-C26D964FB127}" dt="2023-06-26T04:25:29.181" v="527" actId="2696"/>
        <pc:sldMkLst>
          <pc:docMk/>
          <pc:sldMk cId="0" sldId="308"/>
        </pc:sldMkLst>
      </pc:sldChg>
      <pc:sldChg chg="addSp delSp modSp add mod modAnim">
        <pc:chgData name="Farhana Choudhury" userId="8bfadc28-a633-41a8-aacf-e9b58948d589" providerId="ADAL" clId="{F23C54E1-55D9-2C4A-9EE2-C26D964FB127}" dt="2023-07-10T04:00:13.821" v="778" actId="478"/>
        <pc:sldMkLst>
          <pc:docMk/>
          <pc:sldMk cId="0" sldId="309"/>
        </pc:sldMkLst>
        <pc:spChg chg="mod">
          <ac:chgData name="Farhana Choudhury" userId="8bfadc28-a633-41a8-aacf-e9b58948d589" providerId="ADAL" clId="{F23C54E1-55D9-2C4A-9EE2-C26D964FB127}" dt="2023-06-26T04:26:39.423" v="592" actId="1038"/>
          <ac:spMkLst>
            <pc:docMk/>
            <pc:sldMk cId="0" sldId="309"/>
            <ac:spMk id="2" creationId="{25718546-5FA7-4DAB-87FB-4DF4DE8EB41A}"/>
          </ac:spMkLst>
        </pc:spChg>
        <pc:spChg chg="add mod">
          <ac:chgData name="Farhana Choudhury" userId="8bfadc28-a633-41a8-aacf-e9b58948d589" providerId="ADAL" clId="{F23C54E1-55D9-2C4A-9EE2-C26D964FB127}" dt="2023-06-26T04:25:37.819" v="529" actId="404"/>
          <ac:spMkLst>
            <pc:docMk/>
            <pc:sldMk cId="0" sldId="309"/>
            <ac:spMk id="6" creationId="{C15166CB-1D05-4522-7D2E-EEA541B00EEF}"/>
          </ac:spMkLst>
        </pc:spChg>
        <pc:inkChg chg="add del">
          <ac:chgData name="Farhana Choudhury" userId="8bfadc28-a633-41a8-aacf-e9b58948d589" providerId="ADAL" clId="{F23C54E1-55D9-2C4A-9EE2-C26D964FB127}" dt="2023-07-10T04:00:13.821" v="778" actId="478"/>
          <ac:inkMkLst>
            <pc:docMk/>
            <pc:sldMk cId="0" sldId="309"/>
            <ac:inkMk id="7" creationId="{9C70DD72-B63D-EFBF-6C6C-D00AF2D901D2}"/>
          </ac:inkMkLst>
        </pc:inkChg>
        <pc:inkChg chg="add del">
          <ac:chgData name="Farhana Choudhury" userId="8bfadc28-a633-41a8-aacf-e9b58948d589" providerId="ADAL" clId="{F23C54E1-55D9-2C4A-9EE2-C26D964FB127}" dt="2023-07-10T04:00:10.622" v="777" actId="478"/>
          <ac:inkMkLst>
            <pc:docMk/>
            <pc:sldMk cId="0" sldId="309"/>
            <ac:inkMk id="8" creationId="{038C67CD-13CD-1EE9-21BE-5D4CD3029131}"/>
          </ac:inkMkLst>
        </pc:inkChg>
      </pc:sldChg>
      <pc:sldChg chg="del">
        <pc:chgData name="Farhana Choudhury" userId="8bfadc28-a633-41a8-aacf-e9b58948d589" providerId="ADAL" clId="{F23C54E1-55D9-2C4A-9EE2-C26D964FB127}" dt="2023-06-22T04:33:25.525" v="40" actId="2696"/>
        <pc:sldMkLst>
          <pc:docMk/>
          <pc:sldMk cId="0" sldId="310"/>
        </pc:sldMkLst>
      </pc:sldChg>
      <pc:sldChg chg="addSp delSp modSp add mod">
        <pc:chgData name="Farhana Choudhury" userId="8bfadc28-a633-41a8-aacf-e9b58948d589" providerId="ADAL" clId="{F23C54E1-55D9-2C4A-9EE2-C26D964FB127}" dt="2023-06-25T12:40:21.098" v="401" actId="478"/>
        <pc:sldMkLst>
          <pc:docMk/>
          <pc:sldMk cId="0" sldId="311"/>
        </pc:sldMkLst>
        <pc:spChg chg="add del mod">
          <ac:chgData name="Farhana Choudhury" userId="8bfadc28-a633-41a8-aacf-e9b58948d589" providerId="ADAL" clId="{F23C54E1-55D9-2C4A-9EE2-C26D964FB127}" dt="2023-06-22T04:36:07.338" v="177"/>
          <ac:spMkLst>
            <pc:docMk/>
            <pc:sldMk cId="0" sldId="311"/>
            <ac:spMk id="2" creationId="{530AA48E-E99C-C77C-5113-42A4C2C95C99}"/>
          </ac:spMkLst>
        </pc:spChg>
        <pc:spChg chg="add del mod">
          <ac:chgData name="Farhana Choudhury" userId="8bfadc28-a633-41a8-aacf-e9b58948d589" providerId="ADAL" clId="{F23C54E1-55D9-2C4A-9EE2-C26D964FB127}" dt="2023-06-22T04:36:11.220" v="179"/>
          <ac:spMkLst>
            <pc:docMk/>
            <pc:sldMk cId="0" sldId="311"/>
            <ac:spMk id="4" creationId="{794C0049-C949-DEDB-B557-1D8590BF5062}"/>
          </ac:spMkLst>
        </pc:spChg>
        <pc:spChg chg="add mod">
          <ac:chgData name="Farhana Choudhury" userId="8bfadc28-a633-41a8-aacf-e9b58948d589" providerId="ADAL" clId="{F23C54E1-55D9-2C4A-9EE2-C26D964FB127}" dt="2023-06-22T04:36:11.220" v="179"/>
          <ac:spMkLst>
            <pc:docMk/>
            <pc:sldMk cId="0" sldId="311"/>
            <ac:spMk id="5" creationId="{16F45C05-C932-B174-BCED-039C01CE2BF0}"/>
          </ac:spMkLst>
        </pc:spChg>
        <pc:spChg chg="del">
          <ac:chgData name="Farhana Choudhury" userId="8bfadc28-a633-41a8-aacf-e9b58948d589" providerId="ADAL" clId="{F23C54E1-55D9-2C4A-9EE2-C26D964FB127}" dt="2023-06-22T04:36:10.096" v="178" actId="478"/>
          <ac:spMkLst>
            <pc:docMk/>
            <pc:sldMk cId="0" sldId="311"/>
            <ac:spMk id="106497" creationId="{0F63EF86-AFD3-4C31-8EF5-9EF8028A5A65}"/>
          </ac:spMkLst>
        </pc:spChg>
        <pc:inkChg chg="add del">
          <ac:chgData name="Farhana Choudhury" userId="8bfadc28-a633-41a8-aacf-e9b58948d589" providerId="ADAL" clId="{F23C54E1-55D9-2C4A-9EE2-C26D964FB127}" dt="2023-06-25T12:40:21.098" v="401" actId="478"/>
          <ac:inkMkLst>
            <pc:docMk/>
            <pc:sldMk cId="0" sldId="311"/>
            <ac:inkMk id="2" creationId="{E7087DBB-20DC-3860-290F-4FAE0EFF563F}"/>
          </ac:inkMkLst>
        </pc:inkChg>
      </pc:sldChg>
      <pc:sldChg chg="del">
        <pc:chgData name="Farhana Choudhury" userId="8bfadc28-a633-41a8-aacf-e9b58948d589" providerId="ADAL" clId="{F23C54E1-55D9-2C4A-9EE2-C26D964FB127}" dt="2023-06-22T04:33:25.407" v="26" actId="2696"/>
        <pc:sldMkLst>
          <pc:docMk/>
          <pc:sldMk cId="0" sldId="312"/>
        </pc:sldMkLst>
      </pc:sldChg>
      <pc:sldChg chg="del">
        <pc:chgData name="Farhana Choudhury" userId="8bfadc28-a633-41a8-aacf-e9b58948d589" providerId="ADAL" clId="{F23C54E1-55D9-2C4A-9EE2-C26D964FB127}" dt="2023-06-22T04:33:25.437" v="29" actId="2696"/>
        <pc:sldMkLst>
          <pc:docMk/>
          <pc:sldMk cId="0" sldId="313"/>
        </pc:sldMkLst>
      </pc:sldChg>
      <pc:sldChg chg="modSp add mod">
        <pc:chgData name="Farhana Choudhury" userId="8bfadc28-a633-41a8-aacf-e9b58948d589" providerId="ADAL" clId="{F23C54E1-55D9-2C4A-9EE2-C26D964FB127}" dt="2023-06-26T03:14:56.710" v="427" actId="207"/>
        <pc:sldMkLst>
          <pc:docMk/>
          <pc:sldMk cId="0" sldId="314"/>
        </pc:sldMkLst>
        <pc:spChg chg="mod">
          <ac:chgData name="Farhana Choudhury" userId="8bfadc28-a633-41a8-aacf-e9b58948d589" providerId="ADAL" clId="{F23C54E1-55D9-2C4A-9EE2-C26D964FB127}" dt="2023-06-26T03:14:46.931" v="426" actId="20577"/>
          <ac:spMkLst>
            <pc:docMk/>
            <pc:sldMk cId="0" sldId="314"/>
            <ac:spMk id="24579" creationId="{51884A3F-8442-4E23-9E34-01138DDB95FD}"/>
          </ac:spMkLst>
        </pc:spChg>
        <pc:spChg chg="mod">
          <ac:chgData name="Farhana Choudhury" userId="8bfadc28-a633-41a8-aacf-e9b58948d589" providerId="ADAL" clId="{F23C54E1-55D9-2C4A-9EE2-C26D964FB127}" dt="2023-06-26T03:14:56.710" v="427" actId="207"/>
          <ac:spMkLst>
            <pc:docMk/>
            <pc:sldMk cId="0" sldId="314"/>
            <ac:spMk id="24580" creationId="{0072FDD4-82A4-49A6-B437-A4F6BF8272E7}"/>
          </ac:spMkLst>
        </pc:spChg>
      </pc:sldChg>
      <pc:sldChg chg="del">
        <pc:chgData name="Farhana Choudhury" userId="8bfadc28-a633-41a8-aacf-e9b58948d589" providerId="ADAL" clId="{F23C54E1-55D9-2C4A-9EE2-C26D964FB127}" dt="2023-06-22T04:33:25.488" v="34" actId="2696"/>
        <pc:sldMkLst>
          <pc:docMk/>
          <pc:sldMk cId="0" sldId="316"/>
        </pc:sldMkLst>
      </pc:sldChg>
      <pc:sldChg chg="modSp add mod">
        <pc:chgData name="Farhana Choudhury" userId="8bfadc28-a633-41a8-aacf-e9b58948d589" providerId="ADAL" clId="{F23C54E1-55D9-2C4A-9EE2-C26D964FB127}" dt="2023-06-26T03:15:35.530" v="429" actId="207"/>
        <pc:sldMkLst>
          <pc:docMk/>
          <pc:sldMk cId="0" sldId="317"/>
        </pc:sldMkLst>
        <pc:spChg chg="mod">
          <ac:chgData name="Farhana Choudhury" userId="8bfadc28-a633-41a8-aacf-e9b58948d589" providerId="ADAL" clId="{F23C54E1-55D9-2C4A-9EE2-C26D964FB127}" dt="2023-06-26T03:15:35.530" v="429" actId="207"/>
          <ac:spMkLst>
            <pc:docMk/>
            <pc:sldMk cId="0" sldId="317"/>
            <ac:spMk id="27652" creationId="{B292B361-06B0-4681-81F4-A74082B84AAA}"/>
          </ac:spMkLst>
        </pc:spChg>
      </pc:sldChg>
      <pc:sldChg chg="del">
        <pc:chgData name="Farhana Choudhury" userId="8bfadc28-a633-41a8-aacf-e9b58948d589" providerId="ADAL" clId="{F23C54E1-55D9-2C4A-9EE2-C26D964FB127}" dt="2023-06-22T04:33:25.568" v="47" actId="2696"/>
        <pc:sldMkLst>
          <pc:docMk/>
          <pc:sldMk cId="2202798761" sldId="317"/>
        </pc:sldMkLst>
      </pc:sldChg>
      <pc:sldChg chg="del">
        <pc:chgData name="Farhana Choudhury" userId="8bfadc28-a633-41a8-aacf-e9b58948d589" providerId="ADAL" clId="{F23C54E1-55D9-2C4A-9EE2-C26D964FB127}" dt="2023-06-22T04:33:25.590" v="49" actId="2696"/>
        <pc:sldMkLst>
          <pc:docMk/>
          <pc:sldMk cId="891060113" sldId="318"/>
        </pc:sldMkLst>
      </pc:sldChg>
      <pc:sldChg chg="modSp add mod">
        <pc:chgData name="Farhana Choudhury" userId="8bfadc28-a633-41a8-aacf-e9b58948d589" providerId="ADAL" clId="{F23C54E1-55D9-2C4A-9EE2-C26D964FB127}" dt="2023-06-26T03:15:44.004" v="430" actId="207"/>
        <pc:sldMkLst>
          <pc:docMk/>
          <pc:sldMk cId="0" sldId="319"/>
        </pc:sldMkLst>
        <pc:spChg chg="mod">
          <ac:chgData name="Farhana Choudhury" userId="8bfadc28-a633-41a8-aacf-e9b58948d589" providerId="ADAL" clId="{F23C54E1-55D9-2C4A-9EE2-C26D964FB127}" dt="2023-06-26T03:15:44.004" v="430" actId="207"/>
          <ac:spMkLst>
            <pc:docMk/>
            <pc:sldMk cId="0" sldId="319"/>
            <ac:spMk id="29700" creationId="{8461B2CA-A0B0-4003-8EED-48A55A83E674}"/>
          </ac:spMkLst>
        </pc:spChg>
      </pc:sldChg>
      <pc:sldChg chg="del">
        <pc:chgData name="Farhana Choudhury" userId="8bfadc28-a633-41a8-aacf-e9b58948d589" providerId="ADAL" clId="{F23C54E1-55D9-2C4A-9EE2-C26D964FB127}" dt="2023-06-22T04:33:25.448" v="30" actId="2696"/>
        <pc:sldMkLst>
          <pc:docMk/>
          <pc:sldMk cId="4043056825" sldId="319"/>
        </pc:sldMkLst>
      </pc:sldChg>
      <pc:sldChg chg="modSp mod">
        <pc:chgData name="Farhana Choudhury" userId="8bfadc28-a633-41a8-aacf-e9b58948d589" providerId="ADAL" clId="{F23C54E1-55D9-2C4A-9EE2-C26D964FB127}" dt="2023-06-22T04:32:45.239" v="3" actId="20577"/>
        <pc:sldMkLst>
          <pc:docMk/>
          <pc:sldMk cId="79267661" sldId="582"/>
        </pc:sldMkLst>
        <pc:spChg chg="mod">
          <ac:chgData name="Farhana Choudhury" userId="8bfadc28-a633-41a8-aacf-e9b58948d589" providerId="ADAL" clId="{F23C54E1-55D9-2C4A-9EE2-C26D964FB127}" dt="2023-06-22T04:32:45.239" v="3" actId="20577"/>
          <ac:spMkLst>
            <pc:docMk/>
            <pc:sldMk cId="79267661" sldId="582"/>
            <ac:spMk id="5" creationId="{EA752CF1-41DC-B946-BC99-68C5CC88CB85}"/>
          </ac:spMkLst>
        </pc:spChg>
      </pc:sldChg>
      <pc:sldChg chg="modSp add mod">
        <pc:chgData name="Farhana Choudhury" userId="8bfadc28-a633-41a8-aacf-e9b58948d589" providerId="ADAL" clId="{F23C54E1-55D9-2C4A-9EE2-C26D964FB127}" dt="2023-06-26T03:15:16.833" v="428" actId="207"/>
        <pc:sldMkLst>
          <pc:docMk/>
          <pc:sldMk cId="0" sldId="660"/>
        </pc:sldMkLst>
        <pc:spChg chg="mod">
          <ac:chgData name="Farhana Choudhury" userId="8bfadc28-a633-41a8-aacf-e9b58948d589" providerId="ADAL" clId="{F23C54E1-55D9-2C4A-9EE2-C26D964FB127}" dt="2023-06-26T03:15:16.833" v="428" actId="207"/>
          <ac:spMkLst>
            <pc:docMk/>
            <pc:sldMk cId="0" sldId="660"/>
            <ac:spMk id="25604" creationId="{7135FFE3-79C0-465A-A158-4F5B1644218F}"/>
          </ac:spMkLst>
        </pc:spChg>
      </pc:sldChg>
      <pc:sldChg chg="addSp delSp modSp mod delAnim modAnim">
        <pc:chgData name="Farhana Choudhury" userId="8bfadc28-a633-41a8-aacf-e9b58948d589" providerId="ADAL" clId="{F23C54E1-55D9-2C4A-9EE2-C26D964FB127}" dt="2023-06-25T12:00:52.140" v="385"/>
        <pc:sldMkLst>
          <pc:docMk/>
          <pc:sldMk cId="452970840" sldId="668"/>
        </pc:sldMkLst>
        <pc:spChg chg="add mod">
          <ac:chgData name="Farhana Choudhury" userId="8bfadc28-a633-41a8-aacf-e9b58948d589" providerId="ADAL" clId="{F23C54E1-55D9-2C4A-9EE2-C26D964FB127}" dt="2023-06-25T11:58:31.102" v="232" actId="20577"/>
          <ac:spMkLst>
            <pc:docMk/>
            <pc:sldMk cId="452970840" sldId="668"/>
            <ac:spMk id="2" creationId="{4D9D1B05-BE31-6848-8004-74C37D4DC67C}"/>
          </ac:spMkLst>
        </pc:spChg>
        <pc:spChg chg="add mod">
          <ac:chgData name="Farhana Choudhury" userId="8bfadc28-a633-41a8-aacf-e9b58948d589" providerId="ADAL" clId="{F23C54E1-55D9-2C4A-9EE2-C26D964FB127}" dt="2023-06-25T11:55:34.162" v="229"/>
          <ac:spMkLst>
            <pc:docMk/>
            <pc:sldMk cId="452970840" sldId="668"/>
            <ac:spMk id="6" creationId="{3747E866-9083-3442-3F2E-8ABD7EF4336A}"/>
          </ac:spMkLst>
        </pc:spChg>
        <pc:spChg chg="del mod">
          <ac:chgData name="Farhana Choudhury" userId="8bfadc28-a633-41a8-aacf-e9b58948d589" providerId="ADAL" clId="{F23C54E1-55D9-2C4A-9EE2-C26D964FB127}" dt="2023-06-25T11:55:33.242" v="228" actId="478"/>
          <ac:spMkLst>
            <pc:docMk/>
            <pc:sldMk cId="452970840" sldId="668"/>
            <ac:spMk id="12" creationId="{806F5A0C-4033-41EA-121D-F371F075A107}"/>
          </ac:spMkLst>
        </pc:spChg>
        <pc:spChg chg="add mod">
          <ac:chgData name="Farhana Choudhury" userId="8bfadc28-a633-41a8-aacf-e9b58948d589" providerId="ADAL" clId="{F23C54E1-55D9-2C4A-9EE2-C26D964FB127}" dt="2023-06-25T11:59:01.617" v="268" actId="207"/>
          <ac:spMkLst>
            <pc:docMk/>
            <pc:sldMk cId="452970840" sldId="668"/>
            <ac:spMk id="14" creationId="{E9C66FFB-6F92-3D12-6CC8-369176E22DAF}"/>
          </ac:spMkLst>
        </pc:spChg>
        <pc:spChg chg="del">
          <ac:chgData name="Farhana Choudhury" userId="8bfadc28-a633-41a8-aacf-e9b58948d589" providerId="ADAL" clId="{F23C54E1-55D9-2C4A-9EE2-C26D964FB127}" dt="2023-06-22T04:33:14.210" v="4" actId="478"/>
          <ac:spMkLst>
            <pc:docMk/>
            <pc:sldMk cId="452970840" sldId="668"/>
            <ac:spMk id="16" creationId="{0BE485FE-01C9-BF62-A02F-8EFD7CF787A8}"/>
          </ac:spMkLst>
        </pc:spChg>
        <pc:inkChg chg="del">
          <ac:chgData name="Farhana Choudhury" userId="8bfadc28-a633-41a8-aacf-e9b58948d589" providerId="ADAL" clId="{F23C54E1-55D9-2C4A-9EE2-C26D964FB127}" dt="2023-06-22T04:33:18.430" v="5" actId="478"/>
          <ac:inkMkLst>
            <pc:docMk/>
            <pc:sldMk cId="452970840" sldId="668"/>
            <ac:inkMk id="17" creationId="{331EAE37-39CA-9E33-999F-8E6D3C36A827}"/>
          </ac:inkMkLst>
        </pc:inkChg>
      </pc:sldChg>
      <pc:sldChg chg="addSp delSp modSp add mod">
        <pc:chgData name="Farhana Choudhury" userId="8bfadc28-a633-41a8-aacf-e9b58948d589" providerId="ADAL" clId="{F23C54E1-55D9-2C4A-9EE2-C26D964FB127}" dt="2023-07-10T04:00:02.831" v="774" actId="478"/>
        <pc:sldMkLst>
          <pc:docMk/>
          <pc:sldMk cId="0" sldId="670"/>
        </pc:sldMkLst>
        <pc:spChg chg="mod">
          <ac:chgData name="Farhana Choudhury" userId="8bfadc28-a633-41a8-aacf-e9b58948d589" providerId="ADAL" clId="{F23C54E1-55D9-2C4A-9EE2-C26D964FB127}" dt="2023-06-26T04:19:53.501" v="490" actId="20577"/>
          <ac:spMkLst>
            <pc:docMk/>
            <pc:sldMk cId="0" sldId="670"/>
            <ac:spMk id="14340" creationId="{FC9944D5-7093-47D1-8F76-E6AB72A15327}"/>
          </ac:spMkLst>
        </pc:spChg>
        <pc:inkChg chg="add del">
          <ac:chgData name="Farhana Choudhury" userId="8bfadc28-a633-41a8-aacf-e9b58948d589" providerId="ADAL" clId="{F23C54E1-55D9-2C4A-9EE2-C26D964FB127}" dt="2023-07-10T04:00:02.831" v="774" actId="478"/>
          <ac:inkMkLst>
            <pc:docMk/>
            <pc:sldMk cId="0" sldId="670"/>
            <ac:inkMk id="2" creationId="{A9F2FF7A-61C4-99F5-BAAC-C4E10C0D66E3}"/>
          </ac:inkMkLst>
        </pc:inkChg>
        <pc:inkChg chg="add del">
          <ac:chgData name="Farhana Choudhury" userId="8bfadc28-a633-41a8-aacf-e9b58948d589" providerId="ADAL" clId="{F23C54E1-55D9-2C4A-9EE2-C26D964FB127}" dt="2023-07-10T04:00:01.103" v="773" actId="478"/>
          <ac:inkMkLst>
            <pc:docMk/>
            <pc:sldMk cId="0" sldId="670"/>
            <ac:inkMk id="5" creationId="{B8ADBC4C-5EC3-C747-B99A-EE0110146380}"/>
          </ac:inkMkLst>
        </pc:inkChg>
      </pc:sldChg>
      <pc:sldChg chg="addSp delSp modSp add mod">
        <pc:chgData name="Farhana Choudhury" userId="8bfadc28-a633-41a8-aacf-e9b58948d589" providerId="ADAL" clId="{F23C54E1-55D9-2C4A-9EE2-C26D964FB127}" dt="2023-07-10T04:00:57.985" v="780" actId="478"/>
        <pc:sldMkLst>
          <pc:docMk/>
          <pc:sldMk cId="0" sldId="671"/>
        </pc:sldMkLst>
        <pc:spChg chg="mod">
          <ac:chgData name="Farhana Choudhury" userId="8bfadc28-a633-41a8-aacf-e9b58948d589" providerId="ADAL" clId="{F23C54E1-55D9-2C4A-9EE2-C26D964FB127}" dt="2023-06-26T04:40:26.405" v="747" actId="20577"/>
          <ac:spMkLst>
            <pc:docMk/>
            <pc:sldMk cId="0" sldId="671"/>
            <ac:spMk id="36867" creationId="{C41324AA-8212-4075-B626-9F8D4DE95D56}"/>
          </ac:spMkLst>
        </pc:spChg>
        <pc:spChg chg="mod">
          <ac:chgData name="Farhana Choudhury" userId="8bfadc28-a633-41a8-aacf-e9b58948d589" providerId="ADAL" clId="{F23C54E1-55D9-2C4A-9EE2-C26D964FB127}" dt="2023-06-26T04:39:54.018" v="700" actId="20577"/>
          <ac:spMkLst>
            <pc:docMk/>
            <pc:sldMk cId="0" sldId="671"/>
            <ac:spMk id="36912" creationId="{65CC9C56-DD8D-4692-BF2E-FEDA68DFB684}"/>
          </ac:spMkLst>
        </pc:spChg>
        <pc:inkChg chg="add del">
          <ac:chgData name="Farhana Choudhury" userId="8bfadc28-a633-41a8-aacf-e9b58948d589" providerId="ADAL" clId="{F23C54E1-55D9-2C4A-9EE2-C26D964FB127}" dt="2023-07-10T04:00:56.077" v="779" actId="478"/>
          <ac:inkMkLst>
            <pc:docMk/>
            <pc:sldMk cId="0" sldId="671"/>
            <ac:inkMk id="2" creationId="{AE1AD6F3-218A-1DD3-0C4F-BA5D060007D8}"/>
          </ac:inkMkLst>
        </pc:inkChg>
        <pc:inkChg chg="add del">
          <ac:chgData name="Farhana Choudhury" userId="8bfadc28-a633-41a8-aacf-e9b58948d589" providerId="ADAL" clId="{F23C54E1-55D9-2C4A-9EE2-C26D964FB127}" dt="2023-07-10T04:00:57.985" v="780" actId="478"/>
          <ac:inkMkLst>
            <pc:docMk/>
            <pc:sldMk cId="0" sldId="671"/>
            <ac:inkMk id="3" creationId="{15EA55FE-E564-D3B9-7F15-FA32002525D2}"/>
          </ac:inkMkLst>
        </pc:inkChg>
      </pc:sldChg>
      <pc:sldChg chg="modSp add mod">
        <pc:chgData name="Farhana Choudhury" userId="8bfadc28-a633-41a8-aacf-e9b58948d589" providerId="ADAL" clId="{F23C54E1-55D9-2C4A-9EE2-C26D964FB127}" dt="2023-06-26T04:49:09.646" v="772" actId="20577"/>
        <pc:sldMkLst>
          <pc:docMk/>
          <pc:sldMk cId="0" sldId="672"/>
        </pc:sldMkLst>
        <pc:spChg chg="mod">
          <ac:chgData name="Farhana Choudhury" userId="8bfadc28-a633-41a8-aacf-e9b58948d589" providerId="ADAL" clId="{F23C54E1-55D9-2C4A-9EE2-C26D964FB127}" dt="2023-06-26T04:49:09.646" v="772" actId="20577"/>
          <ac:spMkLst>
            <pc:docMk/>
            <pc:sldMk cId="0" sldId="672"/>
            <ac:spMk id="37892" creationId="{D0B22B8C-C91F-4E2D-BF52-B7D4B8F69BCC}"/>
          </ac:spMkLst>
        </pc:spChg>
      </pc:sldChg>
      <pc:sldChg chg="addSp delSp modSp add mod modTransition modAnim">
        <pc:chgData name="Farhana Choudhury" userId="8bfadc28-a633-41a8-aacf-e9b58948d589" providerId="ADAL" clId="{F23C54E1-55D9-2C4A-9EE2-C26D964FB127}" dt="2023-06-25T12:28:52.075" v="396"/>
        <pc:sldMkLst>
          <pc:docMk/>
          <pc:sldMk cId="1613854506" sldId="1729"/>
        </pc:sldMkLst>
        <pc:spChg chg="del">
          <ac:chgData name="Farhana Choudhury" userId="8bfadc28-a633-41a8-aacf-e9b58948d589" providerId="ADAL" clId="{F23C54E1-55D9-2C4A-9EE2-C26D964FB127}" dt="2023-06-22T04:35:34.630" v="164" actId="478"/>
          <ac:spMkLst>
            <pc:docMk/>
            <pc:sldMk cId="1613854506" sldId="1729"/>
            <ac:spMk id="2" creationId="{00000000-0000-0000-0000-000000000000}"/>
          </ac:spMkLst>
        </pc:spChg>
        <pc:spChg chg="add del mod">
          <ac:chgData name="Farhana Choudhury" userId="8bfadc28-a633-41a8-aacf-e9b58948d589" providerId="ADAL" clId="{F23C54E1-55D9-2C4A-9EE2-C26D964FB127}" dt="2023-06-22T04:35:51.299" v="173"/>
          <ac:spMkLst>
            <pc:docMk/>
            <pc:sldMk cId="1613854506" sldId="1729"/>
            <ac:spMk id="5" creationId="{C5ED3444-9F3B-C96F-D5E7-273D015E70B7}"/>
          </ac:spMkLst>
        </pc:spChg>
        <pc:spChg chg="add del mod">
          <ac:chgData name="Farhana Choudhury" userId="8bfadc28-a633-41a8-aacf-e9b58948d589" providerId="ADAL" clId="{F23C54E1-55D9-2C4A-9EE2-C26D964FB127}" dt="2023-06-22T04:35:49.808" v="172" actId="478"/>
          <ac:spMkLst>
            <pc:docMk/>
            <pc:sldMk cId="1613854506" sldId="1729"/>
            <ac:spMk id="6" creationId="{6A96182E-CA52-F665-0543-F1CD18AFF343}"/>
          </ac:spMkLst>
        </pc:spChg>
        <pc:spChg chg="add del mod">
          <ac:chgData name="Farhana Choudhury" userId="8bfadc28-a633-41a8-aacf-e9b58948d589" providerId="ADAL" clId="{F23C54E1-55D9-2C4A-9EE2-C26D964FB127}" dt="2023-06-22T04:35:46.311" v="171"/>
          <ac:spMkLst>
            <pc:docMk/>
            <pc:sldMk cId="1613854506" sldId="1729"/>
            <ac:spMk id="7" creationId="{56BCBFDA-5475-001A-15D5-037A52F16DA8}"/>
          </ac:spMkLst>
        </pc:spChg>
        <pc:spChg chg="add mod">
          <ac:chgData name="Farhana Choudhury" userId="8bfadc28-a633-41a8-aacf-e9b58948d589" providerId="ADAL" clId="{F23C54E1-55D9-2C4A-9EE2-C26D964FB127}" dt="2023-06-22T04:35:51.299" v="173"/>
          <ac:spMkLst>
            <pc:docMk/>
            <pc:sldMk cId="1613854506" sldId="1729"/>
            <ac:spMk id="8" creationId="{5EEFB28E-B48A-5D9E-5535-53546E53F51D}"/>
          </ac:spMkLst>
        </pc:spChg>
        <pc:inkChg chg="add">
          <ac:chgData name="Farhana Choudhury" userId="8bfadc28-a633-41a8-aacf-e9b58948d589" providerId="ADAL" clId="{F23C54E1-55D9-2C4A-9EE2-C26D964FB127}" dt="2023-06-25T12:28:52.075" v="396"/>
          <ac:inkMkLst>
            <pc:docMk/>
            <pc:sldMk cId="1613854506" sldId="1729"/>
            <ac:inkMk id="2" creationId="{FC43AD19-7E89-E0D5-760C-EB09AAEDD785}"/>
          </ac:inkMkLst>
        </pc:inkChg>
      </pc:sldChg>
      <pc:sldChg chg="addSp delSp modSp add mod modTransition modAnim">
        <pc:chgData name="Farhana Choudhury" userId="8bfadc28-a633-41a8-aacf-e9b58948d589" providerId="ADAL" clId="{F23C54E1-55D9-2C4A-9EE2-C26D964FB127}" dt="2023-06-25T12:40:25.075" v="402" actId="478"/>
        <pc:sldMkLst>
          <pc:docMk/>
          <pc:sldMk cId="1154496985" sldId="1731"/>
        </pc:sldMkLst>
        <pc:spChg chg="del">
          <ac:chgData name="Farhana Choudhury" userId="8bfadc28-a633-41a8-aacf-e9b58948d589" providerId="ADAL" clId="{F23C54E1-55D9-2C4A-9EE2-C26D964FB127}" dt="2023-06-22T04:35:57.091" v="174" actId="478"/>
          <ac:spMkLst>
            <pc:docMk/>
            <pc:sldMk cId="1154496985" sldId="1731"/>
            <ac:spMk id="2" creationId="{00000000-0000-0000-0000-000000000000}"/>
          </ac:spMkLst>
        </pc:spChg>
        <pc:spChg chg="add del mod">
          <ac:chgData name="Farhana Choudhury" userId="8bfadc28-a633-41a8-aacf-e9b58948d589" providerId="ADAL" clId="{F23C54E1-55D9-2C4A-9EE2-C26D964FB127}" dt="2023-06-22T04:35:58.801" v="175"/>
          <ac:spMkLst>
            <pc:docMk/>
            <pc:sldMk cId="1154496985" sldId="1731"/>
            <ac:spMk id="6" creationId="{479F7C36-5EAE-0657-67D5-210A67FC7D36}"/>
          </ac:spMkLst>
        </pc:spChg>
        <pc:spChg chg="add mod">
          <ac:chgData name="Farhana Choudhury" userId="8bfadc28-a633-41a8-aacf-e9b58948d589" providerId="ADAL" clId="{F23C54E1-55D9-2C4A-9EE2-C26D964FB127}" dt="2023-06-22T04:35:58.801" v="175"/>
          <ac:spMkLst>
            <pc:docMk/>
            <pc:sldMk cId="1154496985" sldId="1731"/>
            <ac:spMk id="7" creationId="{BDC169C0-5D8A-80A0-3C5C-9733695D5498}"/>
          </ac:spMkLst>
        </pc:spChg>
        <pc:inkChg chg="add del">
          <ac:chgData name="Farhana Choudhury" userId="8bfadc28-a633-41a8-aacf-e9b58948d589" providerId="ADAL" clId="{F23C54E1-55D9-2C4A-9EE2-C26D964FB127}" dt="2023-06-25T12:40:25.075" v="402" actId="478"/>
          <ac:inkMkLst>
            <pc:docMk/>
            <pc:sldMk cId="1154496985" sldId="1731"/>
            <ac:inkMk id="2" creationId="{8542FC45-B74E-9C65-9D9B-4C6FDA478B86}"/>
          </ac:inkMkLst>
        </pc:inkChg>
      </pc:sldChg>
      <pc:sldChg chg="addSp delSp modSp add mod modTransition modAnim">
        <pc:chgData name="Farhana Choudhury" userId="8bfadc28-a633-41a8-aacf-e9b58948d589" providerId="ADAL" clId="{F23C54E1-55D9-2C4A-9EE2-C26D964FB127}" dt="2023-06-25T12:40:37.170" v="403" actId="478"/>
        <pc:sldMkLst>
          <pc:docMk/>
          <pc:sldMk cId="1478117632" sldId="1766"/>
        </pc:sldMkLst>
        <pc:spChg chg="del">
          <ac:chgData name="Farhana Choudhury" userId="8bfadc28-a633-41a8-aacf-e9b58948d589" providerId="ADAL" clId="{F23C54E1-55D9-2C4A-9EE2-C26D964FB127}" dt="2023-06-22T04:35:12.762" v="160" actId="478"/>
          <ac:spMkLst>
            <pc:docMk/>
            <pc:sldMk cId="1478117632" sldId="1766"/>
            <ac:spMk id="2" creationId="{00000000-0000-0000-0000-000000000000}"/>
          </ac:spMkLst>
        </pc:spChg>
        <pc:spChg chg="del">
          <ac:chgData name="Farhana Choudhury" userId="8bfadc28-a633-41a8-aacf-e9b58948d589" providerId="ADAL" clId="{F23C54E1-55D9-2C4A-9EE2-C26D964FB127}" dt="2023-06-22T04:35:23.021" v="162" actId="478"/>
          <ac:spMkLst>
            <pc:docMk/>
            <pc:sldMk cId="1478117632" sldId="1766"/>
            <ac:spMk id="3" creationId="{00000000-0000-0000-0000-000000000000}"/>
          </ac:spMkLst>
        </pc:spChg>
        <pc:spChg chg="add mod">
          <ac:chgData name="Farhana Choudhury" userId="8bfadc28-a633-41a8-aacf-e9b58948d589" providerId="ADAL" clId="{F23C54E1-55D9-2C4A-9EE2-C26D964FB127}" dt="2023-06-22T04:35:08.946" v="159" actId="20577"/>
          <ac:spMkLst>
            <pc:docMk/>
            <pc:sldMk cId="1478117632" sldId="1766"/>
            <ac:spMk id="4" creationId="{C8AAAA4F-E693-499B-6D78-927B852D6620}"/>
          </ac:spMkLst>
        </pc:spChg>
        <pc:spChg chg="add del mod">
          <ac:chgData name="Farhana Choudhury" userId="8bfadc28-a633-41a8-aacf-e9b58948d589" providerId="ADAL" clId="{F23C54E1-55D9-2C4A-9EE2-C26D964FB127}" dt="2023-06-22T04:35:14.766" v="161" actId="478"/>
          <ac:spMkLst>
            <pc:docMk/>
            <pc:sldMk cId="1478117632" sldId="1766"/>
            <ac:spMk id="6" creationId="{1413A791-CFFF-77AA-BD7B-C014580ECD1E}"/>
          </ac:spMkLst>
        </pc:spChg>
        <pc:inkChg chg="add del">
          <ac:chgData name="Farhana Choudhury" userId="8bfadc28-a633-41a8-aacf-e9b58948d589" providerId="ADAL" clId="{F23C54E1-55D9-2C4A-9EE2-C26D964FB127}" dt="2023-06-25T12:40:37.170" v="403" actId="478"/>
          <ac:inkMkLst>
            <pc:docMk/>
            <pc:sldMk cId="1478117632" sldId="1766"/>
            <ac:inkMk id="2" creationId="{B03C301F-A7BF-E3ED-337B-7DB121DAF8EE}"/>
          </ac:inkMkLst>
        </pc:inkChg>
      </pc:sldChg>
      <pc:sldChg chg="addSp delSp modSp add mod modTransition">
        <pc:chgData name="Farhana Choudhury" userId="8bfadc28-a633-41a8-aacf-e9b58948d589" providerId="ADAL" clId="{F23C54E1-55D9-2C4A-9EE2-C26D964FB127}" dt="2023-06-25T12:40:58.733" v="408" actId="478"/>
        <pc:sldMkLst>
          <pc:docMk/>
          <pc:sldMk cId="818986924" sldId="1767"/>
        </pc:sldMkLst>
        <pc:spChg chg="add del mod">
          <ac:chgData name="Farhana Choudhury" userId="8bfadc28-a633-41a8-aacf-e9b58948d589" providerId="ADAL" clId="{F23C54E1-55D9-2C4A-9EE2-C26D964FB127}" dt="2023-06-22T04:34:21.190" v="81" actId="478"/>
          <ac:spMkLst>
            <pc:docMk/>
            <pc:sldMk cId="818986924" sldId="1767"/>
            <ac:spMk id="2" creationId="{00000000-0000-0000-0000-000000000000}"/>
          </ac:spMkLst>
        </pc:spChg>
        <pc:spChg chg="add del mod">
          <ac:chgData name="Farhana Choudhury" userId="8bfadc28-a633-41a8-aacf-e9b58948d589" providerId="ADAL" clId="{F23C54E1-55D9-2C4A-9EE2-C26D964FB127}" dt="2023-06-25T12:17:13.839" v="393" actId="478"/>
          <ac:spMkLst>
            <pc:docMk/>
            <pc:sldMk cId="818986924" sldId="1767"/>
            <ac:spMk id="3" creationId="{00000000-0000-0000-0000-000000000000}"/>
          </ac:spMkLst>
        </pc:spChg>
        <pc:spChg chg="add del">
          <ac:chgData name="Farhana Choudhury" userId="8bfadc28-a633-41a8-aacf-e9b58948d589" providerId="ADAL" clId="{F23C54E1-55D9-2C4A-9EE2-C26D964FB127}" dt="2023-06-22T04:34:17.347" v="79" actId="22"/>
          <ac:spMkLst>
            <pc:docMk/>
            <pc:sldMk cId="818986924" sldId="1767"/>
            <ac:spMk id="5" creationId="{C93B27A7-63DF-DFE1-3984-6577E596C288}"/>
          </ac:spMkLst>
        </pc:spChg>
        <pc:spChg chg="add del mod">
          <ac:chgData name="Farhana Choudhury" userId="8bfadc28-a633-41a8-aacf-e9b58948d589" providerId="ADAL" clId="{F23C54E1-55D9-2C4A-9EE2-C26D964FB127}" dt="2023-06-25T12:17:13.839" v="393" actId="478"/>
          <ac:spMkLst>
            <pc:docMk/>
            <pc:sldMk cId="818986924" sldId="1767"/>
            <ac:spMk id="5" creationId="{CDDB8A13-52DC-5E26-F492-6249CA46EC66}"/>
          </ac:spMkLst>
        </pc:spChg>
        <pc:spChg chg="add mod">
          <ac:chgData name="Farhana Choudhury" userId="8bfadc28-a633-41a8-aacf-e9b58948d589" providerId="ADAL" clId="{F23C54E1-55D9-2C4A-9EE2-C26D964FB127}" dt="2023-06-25T12:40:43.861" v="406" actId="20577"/>
          <ac:spMkLst>
            <pc:docMk/>
            <pc:sldMk cId="818986924" sldId="1767"/>
            <ac:spMk id="6" creationId="{FF20DC92-1013-3A58-7F26-CB2160422DF8}"/>
          </ac:spMkLst>
        </pc:spChg>
        <pc:inkChg chg="add del">
          <ac:chgData name="Farhana Choudhury" userId="8bfadc28-a633-41a8-aacf-e9b58948d589" providerId="ADAL" clId="{F23C54E1-55D9-2C4A-9EE2-C26D964FB127}" dt="2023-06-25T12:40:58.733" v="408" actId="478"/>
          <ac:inkMkLst>
            <pc:docMk/>
            <pc:sldMk cId="818986924" sldId="1767"/>
            <ac:inkMk id="2" creationId="{029F1034-AEA4-3F36-8D5D-4D11820F593B}"/>
          </ac:inkMkLst>
        </pc:inkChg>
        <pc:inkChg chg="add del">
          <ac:chgData name="Farhana Choudhury" userId="8bfadc28-a633-41a8-aacf-e9b58948d589" providerId="ADAL" clId="{F23C54E1-55D9-2C4A-9EE2-C26D964FB127}" dt="2023-06-25T12:40:40.569" v="404" actId="478"/>
          <ac:inkMkLst>
            <pc:docMk/>
            <pc:sldMk cId="818986924" sldId="1767"/>
            <ac:inkMk id="7" creationId="{6B57EDDE-186C-3736-711E-FE2869F24A36}"/>
          </ac:inkMkLst>
        </pc:inkChg>
        <pc:inkChg chg="add del">
          <ac:chgData name="Farhana Choudhury" userId="8bfadc28-a633-41a8-aacf-e9b58948d589" providerId="ADAL" clId="{F23C54E1-55D9-2C4A-9EE2-C26D964FB127}" dt="2023-06-25T12:40:50.549" v="407" actId="478"/>
          <ac:inkMkLst>
            <pc:docMk/>
            <pc:sldMk cId="818986924" sldId="1767"/>
            <ac:inkMk id="8" creationId="{5BC8F5C4-8DDE-6C7F-6959-D823A724D047}"/>
          </ac:inkMkLst>
        </pc:inkChg>
      </pc:sldChg>
      <pc:sldChg chg="delSp modSp add mod">
        <pc:chgData name="Farhana Choudhury" userId="8bfadc28-a633-41a8-aacf-e9b58948d589" providerId="ADAL" clId="{F23C54E1-55D9-2C4A-9EE2-C26D964FB127}" dt="2023-06-25T12:00:05.991" v="383" actId="1076"/>
        <pc:sldMkLst>
          <pc:docMk/>
          <pc:sldMk cId="176401450" sldId="1768"/>
        </pc:sldMkLst>
        <pc:spChg chg="del">
          <ac:chgData name="Farhana Choudhury" userId="8bfadc28-a633-41a8-aacf-e9b58948d589" providerId="ADAL" clId="{F23C54E1-55D9-2C4A-9EE2-C26D964FB127}" dt="2023-06-25T11:59:19.323" v="270" actId="478"/>
          <ac:spMkLst>
            <pc:docMk/>
            <pc:sldMk cId="176401450" sldId="1768"/>
            <ac:spMk id="2" creationId="{4D9D1B05-BE31-6848-8004-74C37D4DC67C}"/>
          </ac:spMkLst>
        </pc:spChg>
        <pc:spChg chg="del">
          <ac:chgData name="Farhana Choudhury" userId="8bfadc28-a633-41a8-aacf-e9b58948d589" providerId="ADAL" clId="{F23C54E1-55D9-2C4A-9EE2-C26D964FB127}" dt="2023-06-25T11:59:19.323" v="270" actId="478"/>
          <ac:spMkLst>
            <pc:docMk/>
            <pc:sldMk cId="176401450" sldId="1768"/>
            <ac:spMk id="3" creationId="{F0D5FC43-D56F-F790-1052-820332928C05}"/>
          </ac:spMkLst>
        </pc:spChg>
        <pc:spChg chg="mod">
          <ac:chgData name="Farhana Choudhury" userId="8bfadc28-a633-41a8-aacf-e9b58948d589" providerId="ADAL" clId="{F23C54E1-55D9-2C4A-9EE2-C26D964FB127}" dt="2023-06-25T12:00:05.991" v="383" actId="1076"/>
          <ac:spMkLst>
            <pc:docMk/>
            <pc:sldMk cId="176401450" sldId="1768"/>
            <ac:spMk id="4" creationId="{DD897A86-F504-2F48-C80A-D68ABF393E06}"/>
          </ac:spMkLst>
        </pc:spChg>
        <pc:spChg chg="del">
          <ac:chgData name="Farhana Choudhury" userId="8bfadc28-a633-41a8-aacf-e9b58948d589" providerId="ADAL" clId="{F23C54E1-55D9-2C4A-9EE2-C26D964FB127}" dt="2023-06-25T11:59:19.323" v="270" actId="478"/>
          <ac:spMkLst>
            <pc:docMk/>
            <pc:sldMk cId="176401450" sldId="1768"/>
            <ac:spMk id="5" creationId="{14D89C92-5B4A-7D1D-7205-CA9DB103BFC1}"/>
          </ac:spMkLst>
        </pc:spChg>
        <pc:spChg chg="del">
          <ac:chgData name="Farhana Choudhury" userId="8bfadc28-a633-41a8-aacf-e9b58948d589" providerId="ADAL" clId="{F23C54E1-55D9-2C4A-9EE2-C26D964FB127}" dt="2023-06-25T11:59:19.323" v="270" actId="478"/>
          <ac:spMkLst>
            <pc:docMk/>
            <pc:sldMk cId="176401450" sldId="1768"/>
            <ac:spMk id="6" creationId="{3747E866-9083-3442-3F2E-8ABD7EF4336A}"/>
          </ac:spMkLst>
        </pc:spChg>
        <pc:spChg chg="del">
          <ac:chgData name="Farhana Choudhury" userId="8bfadc28-a633-41a8-aacf-e9b58948d589" providerId="ADAL" clId="{F23C54E1-55D9-2C4A-9EE2-C26D964FB127}" dt="2023-06-25T11:59:19.323" v="270" actId="478"/>
          <ac:spMkLst>
            <pc:docMk/>
            <pc:sldMk cId="176401450" sldId="1768"/>
            <ac:spMk id="7" creationId="{301CA926-F096-C11A-BD5F-68B0236F824A}"/>
          </ac:spMkLst>
        </pc:spChg>
        <pc:spChg chg="del">
          <ac:chgData name="Farhana Choudhury" userId="8bfadc28-a633-41a8-aacf-e9b58948d589" providerId="ADAL" clId="{F23C54E1-55D9-2C4A-9EE2-C26D964FB127}" dt="2023-06-25T11:59:19.323" v="270" actId="478"/>
          <ac:spMkLst>
            <pc:docMk/>
            <pc:sldMk cId="176401450" sldId="1768"/>
            <ac:spMk id="8" creationId="{D21000CE-616B-90EE-9F17-FB8A88196127}"/>
          </ac:spMkLst>
        </pc:spChg>
        <pc:spChg chg="del">
          <ac:chgData name="Farhana Choudhury" userId="8bfadc28-a633-41a8-aacf-e9b58948d589" providerId="ADAL" clId="{F23C54E1-55D9-2C4A-9EE2-C26D964FB127}" dt="2023-06-25T11:59:19.323" v="270" actId="478"/>
          <ac:spMkLst>
            <pc:docMk/>
            <pc:sldMk cId="176401450" sldId="1768"/>
            <ac:spMk id="9" creationId="{3DCA5D58-238C-EB57-EAE7-8D0C973B7B68}"/>
          </ac:spMkLst>
        </pc:spChg>
        <pc:spChg chg="del">
          <ac:chgData name="Farhana Choudhury" userId="8bfadc28-a633-41a8-aacf-e9b58948d589" providerId="ADAL" clId="{F23C54E1-55D9-2C4A-9EE2-C26D964FB127}" dt="2023-06-25T11:59:19.323" v="270" actId="478"/>
          <ac:spMkLst>
            <pc:docMk/>
            <pc:sldMk cId="176401450" sldId="1768"/>
            <ac:spMk id="10" creationId="{1E25E392-3B7E-8140-E9EF-6E2F3D863BC3}"/>
          </ac:spMkLst>
        </pc:spChg>
        <pc:spChg chg="del">
          <ac:chgData name="Farhana Choudhury" userId="8bfadc28-a633-41a8-aacf-e9b58948d589" providerId="ADAL" clId="{F23C54E1-55D9-2C4A-9EE2-C26D964FB127}" dt="2023-06-25T11:59:19.323" v="270" actId="478"/>
          <ac:spMkLst>
            <pc:docMk/>
            <pc:sldMk cId="176401450" sldId="1768"/>
            <ac:spMk id="13" creationId="{FA6E46A1-A9CB-C038-B7DB-D1BB015B5FE7}"/>
          </ac:spMkLst>
        </pc:spChg>
        <pc:spChg chg="del">
          <ac:chgData name="Farhana Choudhury" userId="8bfadc28-a633-41a8-aacf-e9b58948d589" providerId="ADAL" clId="{F23C54E1-55D9-2C4A-9EE2-C26D964FB127}" dt="2023-06-25T11:59:19.323" v="270" actId="478"/>
          <ac:spMkLst>
            <pc:docMk/>
            <pc:sldMk cId="176401450" sldId="1768"/>
            <ac:spMk id="14" creationId="{E9C66FFB-6F92-3D12-6CC8-369176E22DAF}"/>
          </ac:spMkLst>
        </pc:spChg>
        <pc:spChg chg="del">
          <ac:chgData name="Farhana Choudhury" userId="8bfadc28-a633-41a8-aacf-e9b58948d589" providerId="ADAL" clId="{F23C54E1-55D9-2C4A-9EE2-C26D964FB127}" dt="2023-06-25T11:59:19.323" v="270" actId="478"/>
          <ac:spMkLst>
            <pc:docMk/>
            <pc:sldMk cId="176401450" sldId="1768"/>
            <ac:spMk id="15" creationId="{EEB9042E-C798-28C6-D9F1-DA53CE8CEEBC}"/>
          </ac:spMkLst>
        </pc:spChg>
        <pc:spChg chg="del">
          <ac:chgData name="Farhana Choudhury" userId="8bfadc28-a633-41a8-aacf-e9b58948d589" providerId="ADAL" clId="{F23C54E1-55D9-2C4A-9EE2-C26D964FB127}" dt="2023-06-25T11:59:19.323" v="270" actId="478"/>
          <ac:spMkLst>
            <pc:docMk/>
            <pc:sldMk cId="176401450" sldId="1768"/>
            <ac:spMk id="21" creationId="{814347BC-3A38-634E-89A2-CEC3250A01CB}"/>
          </ac:spMkLst>
        </pc:spChg>
        <pc:spChg chg="del">
          <ac:chgData name="Farhana Choudhury" userId="8bfadc28-a633-41a8-aacf-e9b58948d589" providerId="ADAL" clId="{F23C54E1-55D9-2C4A-9EE2-C26D964FB127}" dt="2023-06-25T11:59:19.323" v="270" actId="478"/>
          <ac:spMkLst>
            <pc:docMk/>
            <pc:sldMk cId="176401450" sldId="1768"/>
            <ac:spMk id="22" creationId="{9F0E3167-867D-7ADF-FBAC-F52FFE0BA4C0}"/>
          </ac:spMkLst>
        </pc:spChg>
        <pc:spChg chg="del">
          <ac:chgData name="Farhana Choudhury" userId="8bfadc28-a633-41a8-aacf-e9b58948d589" providerId="ADAL" clId="{F23C54E1-55D9-2C4A-9EE2-C26D964FB127}" dt="2023-06-25T11:59:19.323" v="270" actId="478"/>
          <ac:spMkLst>
            <pc:docMk/>
            <pc:sldMk cId="176401450" sldId="1768"/>
            <ac:spMk id="23" creationId="{85BD1A78-55F1-CE86-3DDA-48EEDFF7974F}"/>
          </ac:spMkLst>
        </pc:spChg>
        <pc:spChg chg="del">
          <ac:chgData name="Farhana Choudhury" userId="8bfadc28-a633-41a8-aacf-e9b58948d589" providerId="ADAL" clId="{F23C54E1-55D9-2C4A-9EE2-C26D964FB127}" dt="2023-06-25T11:59:19.323" v="270" actId="478"/>
          <ac:spMkLst>
            <pc:docMk/>
            <pc:sldMk cId="176401450" sldId="1768"/>
            <ac:spMk id="24" creationId="{65BC1796-8623-F8F1-37D3-CCD4FCF6C1A5}"/>
          </ac:spMkLst>
        </pc:spChg>
        <pc:spChg chg="del">
          <ac:chgData name="Farhana Choudhury" userId="8bfadc28-a633-41a8-aacf-e9b58948d589" providerId="ADAL" clId="{F23C54E1-55D9-2C4A-9EE2-C26D964FB127}" dt="2023-06-25T11:59:19.323" v="270" actId="478"/>
          <ac:spMkLst>
            <pc:docMk/>
            <pc:sldMk cId="176401450" sldId="1768"/>
            <ac:spMk id="43" creationId="{10E4AD70-ED0F-53F8-3F74-71999AC11B42}"/>
          </ac:spMkLst>
        </pc:spChg>
        <pc:spChg chg="del">
          <ac:chgData name="Farhana Choudhury" userId="8bfadc28-a633-41a8-aacf-e9b58948d589" providerId="ADAL" clId="{F23C54E1-55D9-2C4A-9EE2-C26D964FB127}" dt="2023-06-25T11:59:19.323" v="270" actId="478"/>
          <ac:spMkLst>
            <pc:docMk/>
            <pc:sldMk cId="176401450" sldId="1768"/>
            <ac:spMk id="44" creationId="{B11F4EEF-008B-9858-5C6E-E3ACDC4624DF}"/>
          </ac:spMkLst>
        </pc:spChg>
        <pc:spChg chg="del">
          <ac:chgData name="Farhana Choudhury" userId="8bfadc28-a633-41a8-aacf-e9b58948d589" providerId="ADAL" clId="{F23C54E1-55D9-2C4A-9EE2-C26D964FB127}" dt="2023-06-25T11:59:19.323" v="270" actId="478"/>
          <ac:spMkLst>
            <pc:docMk/>
            <pc:sldMk cId="176401450" sldId="1768"/>
            <ac:spMk id="51" creationId="{5D711325-E59B-4538-2CFF-E09E4CF4AE2F}"/>
          </ac:spMkLst>
        </pc:spChg>
        <pc:spChg chg="del">
          <ac:chgData name="Farhana Choudhury" userId="8bfadc28-a633-41a8-aacf-e9b58948d589" providerId="ADAL" clId="{F23C54E1-55D9-2C4A-9EE2-C26D964FB127}" dt="2023-06-25T11:59:19.323" v="270" actId="478"/>
          <ac:spMkLst>
            <pc:docMk/>
            <pc:sldMk cId="176401450" sldId="1768"/>
            <ac:spMk id="58" creationId="{B153083E-9767-DE9F-D9CB-981BE3E68224}"/>
          </ac:spMkLst>
        </pc:spChg>
        <pc:spChg chg="del">
          <ac:chgData name="Farhana Choudhury" userId="8bfadc28-a633-41a8-aacf-e9b58948d589" providerId="ADAL" clId="{F23C54E1-55D9-2C4A-9EE2-C26D964FB127}" dt="2023-06-25T11:59:19.323" v="270" actId="478"/>
          <ac:spMkLst>
            <pc:docMk/>
            <pc:sldMk cId="176401450" sldId="1768"/>
            <ac:spMk id="59" creationId="{9768DC3F-92AC-38A6-F90D-FDB2EAA79DE0}"/>
          </ac:spMkLst>
        </pc:spChg>
        <pc:spChg chg="del">
          <ac:chgData name="Farhana Choudhury" userId="8bfadc28-a633-41a8-aacf-e9b58948d589" providerId="ADAL" clId="{F23C54E1-55D9-2C4A-9EE2-C26D964FB127}" dt="2023-06-25T11:59:19.323" v="270" actId="478"/>
          <ac:spMkLst>
            <pc:docMk/>
            <pc:sldMk cId="176401450" sldId="1768"/>
            <ac:spMk id="60" creationId="{063918BC-8BF4-E4FE-6580-698382034F9C}"/>
          </ac:spMkLst>
        </pc:spChg>
        <pc:cxnChg chg="del">
          <ac:chgData name="Farhana Choudhury" userId="8bfadc28-a633-41a8-aacf-e9b58948d589" providerId="ADAL" clId="{F23C54E1-55D9-2C4A-9EE2-C26D964FB127}" dt="2023-06-25T11:59:19.323" v="270" actId="478"/>
          <ac:cxnSpMkLst>
            <pc:docMk/>
            <pc:sldMk cId="176401450" sldId="1768"/>
            <ac:cxnSpMk id="11" creationId="{8EC62411-CD7E-21A2-FB43-DC2015DB2973}"/>
          </ac:cxnSpMkLst>
        </pc:cxnChg>
        <pc:cxnChg chg="del mod">
          <ac:chgData name="Farhana Choudhury" userId="8bfadc28-a633-41a8-aacf-e9b58948d589" providerId="ADAL" clId="{F23C54E1-55D9-2C4A-9EE2-C26D964FB127}" dt="2023-06-25T11:59:19.323" v="270" actId="478"/>
          <ac:cxnSpMkLst>
            <pc:docMk/>
            <pc:sldMk cId="176401450" sldId="1768"/>
            <ac:cxnSpMk id="46" creationId="{2D5670E6-CAE9-979D-A31F-C5E4E57CD9CE}"/>
          </ac:cxnSpMkLst>
        </pc:cxnChg>
        <pc:cxnChg chg="del mod">
          <ac:chgData name="Farhana Choudhury" userId="8bfadc28-a633-41a8-aacf-e9b58948d589" providerId="ADAL" clId="{F23C54E1-55D9-2C4A-9EE2-C26D964FB127}" dt="2023-06-25T11:59:19.323" v="270" actId="478"/>
          <ac:cxnSpMkLst>
            <pc:docMk/>
            <pc:sldMk cId="176401450" sldId="1768"/>
            <ac:cxnSpMk id="52" creationId="{2C87E3B4-7C97-6470-50FF-3A40521ED70E}"/>
          </ac:cxnSpMkLst>
        </pc:cxnChg>
        <pc:cxnChg chg="del mod">
          <ac:chgData name="Farhana Choudhury" userId="8bfadc28-a633-41a8-aacf-e9b58948d589" providerId="ADAL" clId="{F23C54E1-55D9-2C4A-9EE2-C26D964FB127}" dt="2023-06-25T11:59:19.323" v="270" actId="478"/>
          <ac:cxnSpMkLst>
            <pc:docMk/>
            <pc:sldMk cId="176401450" sldId="1768"/>
            <ac:cxnSpMk id="55" creationId="{68F8AA2D-483A-CA4B-4D5E-AE3FD1EA8317}"/>
          </ac:cxnSpMkLst>
        </pc:cxnChg>
        <pc:cxnChg chg="del mod">
          <ac:chgData name="Farhana Choudhury" userId="8bfadc28-a633-41a8-aacf-e9b58948d589" providerId="ADAL" clId="{F23C54E1-55D9-2C4A-9EE2-C26D964FB127}" dt="2023-06-25T11:59:19.323" v="270" actId="478"/>
          <ac:cxnSpMkLst>
            <pc:docMk/>
            <pc:sldMk cId="176401450" sldId="1768"/>
            <ac:cxnSpMk id="63" creationId="{D0A557F6-1664-D6B4-D3AE-36EFFB795A84}"/>
          </ac:cxnSpMkLst>
        </pc:cxnChg>
      </pc:sldChg>
      <pc:sldChg chg="del">
        <pc:chgData name="Farhana Choudhury" userId="8bfadc28-a633-41a8-aacf-e9b58948d589" providerId="ADAL" clId="{F23C54E1-55D9-2C4A-9EE2-C26D964FB127}" dt="2023-06-22T04:33:25.276" v="6" actId="2696"/>
        <pc:sldMkLst>
          <pc:docMk/>
          <pc:sldMk cId="1574809467" sldId="1768"/>
        </pc:sldMkLst>
      </pc:sldChg>
      <pc:sldChg chg="addSp delSp add mod modAnim">
        <pc:chgData name="Farhana Choudhury" userId="8bfadc28-a633-41a8-aacf-e9b58948d589" providerId="ADAL" clId="{F23C54E1-55D9-2C4A-9EE2-C26D964FB127}" dt="2023-06-25T12:40:18.704" v="400" actId="478"/>
        <pc:sldMkLst>
          <pc:docMk/>
          <pc:sldMk cId="3956585254" sldId="1769"/>
        </pc:sldMkLst>
        <pc:inkChg chg="add del">
          <ac:chgData name="Farhana Choudhury" userId="8bfadc28-a633-41a8-aacf-e9b58948d589" providerId="ADAL" clId="{F23C54E1-55D9-2C4A-9EE2-C26D964FB127}" dt="2023-06-25T12:40:18.704" v="400" actId="478"/>
          <ac:inkMkLst>
            <pc:docMk/>
            <pc:sldMk cId="3956585254" sldId="1769"/>
            <ac:inkMk id="12" creationId="{E1A5F2BF-E72B-0796-BCDA-7D8C114C4BB4}"/>
          </ac:inkMkLst>
        </pc:inkChg>
      </pc:sldChg>
      <pc:sldChg chg="modSp add del mod">
        <pc:chgData name="Farhana Choudhury" userId="8bfadc28-a633-41a8-aacf-e9b58948d589" providerId="ADAL" clId="{F23C54E1-55D9-2C4A-9EE2-C26D964FB127}" dt="2023-06-26T04:19:26.120" v="469"/>
        <pc:sldMkLst>
          <pc:docMk/>
          <pc:sldMk cId="232410181" sldId="1770"/>
        </pc:sldMkLst>
        <pc:spChg chg="mod">
          <ac:chgData name="Farhana Choudhury" userId="8bfadc28-a633-41a8-aacf-e9b58948d589" providerId="ADAL" clId="{F23C54E1-55D9-2C4A-9EE2-C26D964FB127}" dt="2023-06-26T04:19:25.232" v="468" actId="20577"/>
          <ac:spMkLst>
            <pc:docMk/>
            <pc:sldMk cId="232410181" sldId="1770"/>
            <ac:spMk id="4" creationId="{DD897A86-F504-2F48-C80A-D68ABF393E06}"/>
          </ac:spMkLst>
        </pc:spChg>
      </pc:sldChg>
      <pc:sldChg chg="modSp add mod">
        <pc:chgData name="Farhana Choudhury" userId="8bfadc28-a633-41a8-aacf-e9b58948d589" providerId="ADAL" clId="{F23C54E1-55D9-2C4A-9EE2-C26D964FB127}" dt="2023-06-26T04:20:27.150" v="519" actId="20577"/>
        <pc:sldMkLst>
          <pc:docMk/>
          <pc:sldMk cId="3550799998" sldId="1770"/>
        </pc:sldMkLst>
        <pc:spChg chg="mod">
          <ac:chgData name="Farhana Choudhury" userId="8bfadc28-a633-41a8-aacf-e9b58948d589" providerId="ADAL" clId="{F23C54E1-55D9-2C4A-9EE2-C26D964FB127}" dt="2023-06-26T04:20:27.150" v="519" actId="20577"/>
          <ac:spMkLst>
            <pc:docMk/>
            <pc:sldMk cId="3550799998" sldId="1770"/>
            <ac:spMk id="4" creationId="{DD897A86-F504-2F48-C80A-D68ABF393E06}"/>
          </ac:spMkLst>
        </pc:spChg>
      </pc:sldChg>
      <pc:sldChg chg="del">
        <pc:chgData name="Farhana Choudhury" userId="8bfadc28-a633-41a8-aacf-e9b58948d589" providerId="ADAL" clId="{F23C54E1-55D9-2C4A-9EE2-C26D964FB127}" dt="2023-06-22T04:33:25.644" v="54" actId="2696"/>
        <pc:sldMkLst>
          <pc:docMk/>
          <pc:sldMk cId="0" sldId="1772"/>
        </pc:sldMkLst>
      </pc:sldChg>
      <pc:sldChg chg="del">
        <pc:chgData name="Farhana Choudhury" userId="8bfadc28-a633-41a8-aacf-e9b58948d589" providerId="ADAL" clId="{F23C54E1-55D9-2C4A-9EE2-C26D964FB127}" dt="2023-06-22T04:33:25.380" v="21" actId="2696"/>
        <pc:sldMkLst>
          <pc:docMk/>
          <pc:sldMk cId="0" sldId="1773"/>
        </pc:sldMkLst>
      </pc:sldChg>
      <pc:sldChg chg="del">
        <pc:chgData name="Farhana Choudhury" userId="8bfadc28-a633-41a8-aacf-e9b58948d589" providerId="ADAL" clId="{F23C54E1-55D9-2C4A-9EE2-C26D964FB127}" dt="2023-06-22T04:33:25.405" v="25" actId="2696"/>
        <pc:sldMkLst>
          <pc:docMk/>
          <pc:sldMk cId="0" sldId="1774"/>
        </pc:sldMkLst>
      </pc:sldChg>
      <pc:sldChg chg="del">
        <pc:chgData name="Farhana Choudhury" userId="8bfadc28-a633-41a8-aacf-e9b58948d589" providerId="ADAL" clId="{F23C54E1-55D9-2C4A-9EE2-C26D964FB127}" dt="2023-06-22T04:33:25.557" v="46" actId="2696"/>
        <pc:sldMkLst>
          <pc:docMk/>
          <pc:sldMk cId="0" sldId="1775"/>
        </pc:sldMkLst>
      </pc:sldChg>
      <pc:sldChg chg="del">
        <pc:chgData name="Farhana Choudhury" userId="8bfadc28-a633-41a8-aacf-e9b58948d589" providerId="ADAL" clId="{F23C54E1-55D9-2C4A-9EE2-C26D964FB127}" dt="2023-06-22T04:33:25.304" v="11" actId="2696"/>
        <pc:sldMkLst>
          <pc:docMk/>
          <pc:sldMk cId="0" sldId="1776"/>
        </pc:sldMkLst>
      </pc:sldChg>
      <pc:sldChg chg="del">
        <pc:chgData name="Farhana Choudhury" userId="8bfadc28-a633-41a8-aacf-e9b58948d589" providerId="ADAL" clId="{F23C54E1-55D9-2C4A-9EE2-C26D964FB127}" dt="2023-06-22T04:33:25.279" v="7" actId="2696"/>
        <pc:sldMkLst>
          <pc:docMk/>
          <pc:sldMk cId="1012987740" sldId="1778"/>
        </pc:sldMkLst>
      </pc:sldChg>
      <pc:sldChg chg="del">
        <pc:chgData name="Farhana Choudhury" userId="8bfadc28-a633-41a8-aacf-e9b58948d589" providerId="ADAL" clId="{F23C54E1-55D9-2C4A-9EE2-C26D964FB127}" dt="2023-06-22T04:33:25.383" v="22" actId="2696"/>
        <pc:sldMkLst>
          <pc:docMk/>
          <pc:sldMk cId="253951753" sldId="1779"/>
        </pc:sldMkLst>
      </pc:sldChg>
      <pc:sldChg chg="del">
        <pc:chgData name="Farhana Choudhury" userId="8bfadc28-a633-41a8-aacf-e9b58948d589" providerId="ADAL" clId="{F23C54E1-55D9-2C4A-9EE2-C26D964FB127}" dt="2023-06-22T04:33:25.646" v="55" actId="2696"/>
        <pc:sldMkLst>
          <pc:docMk/>
          <pc:sldMk cId="606763477" sldId="1780"/>
        </pc:sldMkLst>
      </pc:sldChg>
      <pc:sldMasterChg chg="del delSldLayout">
        <pc:chgData name="Farhana Choudhury" userId="8bfadc28-a633-41a8-aacf-e9b58948d589" providerId="ADAL" clId="{F23C54E1-55D9-2C4A-9EE2-C26D964FB127}" dt="2023-06-22T04:33:25.720" v="73" actId="2696"/>
        <pc:sldMasterMkLst>
          <pc:docMk/>
          <pc:sldMasterMk cId="0" sldId="2147483648"/>
        </pc:sldMasterMkLst>
        <pc:sldLayoutChg chg="del">
          <pc:chgData name="Farhana Choudhury" userId="8bfadc28-a633-41a8-aacf-e9b58948d589" providerId="ADAL" clId="{F23C54E1-55D9-2C4A-9EE2-C26D964FB127}" dt="2023-06-22T04:33:25.702" v="59" actId="2696"/>
          <pc:sldLayoutMkLst>
            <pc:docMk/>
            <pc:sldMasterMk cId="0" sldId="2147483648"/>
            <pc:sldLayoutMk cId="2001402820" sldId="2147483649"/>
          </pc:sldLayoutMkLst>
        </pc:sldLayoutChg>
        <pc:sldLayoutChg chg="del">
          <pc:chgData name="Farhana Choudhury" userId="8bfadc28-a633-41a8-aacf-e9b58948d589" providerId="ADAL" clId="{F23C54E1-55D9-2C4A-9EE2-C26D964FB127}" dt="2023-06-22T04:33:25.703" v="60" actId="2696"/>
          <pc:sldLayoutMkLst>
            <pc:docMk/>
            <pc:sldMasterMk cId="0" sldId="2147483648"/>
            <pc:sldLayoutMk cId="690445117" sldId="2147483650"/>
          </pc:sldLayoutMkLst>
        </pc:sldLayoutChg>
        <pc:sldLayoutChg chg="del">
          <pc:chgData name="Farhana Choudhury" userId="8bfadc28-a633-41a8-aacf-e9b58948d589" providerId="ADAL" clId="{F23C54E1-55D9-2C4A-9EE2-C26D964FB127}" dt="2023-06-22T04:33:25.704" v="61" actId="2696"/>
          <pc:sldLayoutMkLst>
            <pc:docMk/>
            <pc:sldMasterMk cId="0" sldId="2147483648"/>
            <pc:sldLayoutMk cId="210305022" sldId="2147483651"/>
          </pc:sldLayoutMkLst>
        </pc:sldLayoutChg>
        <pc:sldLayoutChg chg="del">
          <pc:chgData name="Farhana Choudhury" userId="8bfadc28-a633-41a8-aacf-e9b58948d589" providerId="ADAL" clId="{F23C54E1-55D9-2C4A-9EE2-C26D964FB127}" dt="2023-06-22T04:33:25.706" v="62" actId="2696"/>
          <pc:sldLayoutMkLst>
            <pc:docMk/>
            <pc:sldMasterMk cId="0" sldId="2147483648"/>
            <pc:sldLayoutMk cId="3327462317" sldId="2147483652"/>
          </pc:sldLayoutMkLst>
        </pc:sldLayoutChg>
        <pc:sldLayoutChg chg="del">
          <pc:chgData name="Farhana Choudhury" userId="8bfadc28-a633-41a8-aacf-e9b58948d589" providerId="ADAL" clId="{F23C54E1-55D9-2C4A-9EE2-C26D964FB127}" dt="2023-06-22T04:33:25.707" v="63" actId="2696"/>
          <pc:sldLayoutMkLst>
            <pc:docMk/>
            <pc:sldMasterMk cId="0" sldId="2147483648"/>
            <pc:sldLayoutMk cId="860151239" sldId="2147483653"/>
          </pc:sldLayoutMkLst>
        </pc:sldLayoutChg>
        <pc:sldLayoutChg chg="del">
          <pc:chgData name="Farhana Choudhury" userId="8bfadc28-a633-41a8-aacf-e9b58948d589" providerId="ADAL" clId="{F23C54E1-55D9-2C4A-9EE2-C26D964FB127}" dt="2023-06-22T04:33:25.708" v="64" actId="2696"/>
          <pc:sldLayoutMkLst>
            <pc:docMk/>
            <pc:sldMasterMk cId="0" sldId="2147483648"/>
            <pc:sldLayoutMk cId="1251052502" sldId="2147483654"/>
          </pc:sldLayoutMkLst>
        </pc:sldLayoutChg>
        <pc:sldLayoutChg chg="del">
          <pc:chgData name="Farhana Choudhury" userId="8bfadc28-a633-41a8-aacf-e9b58948d589" providerId="ADAL" clId="{F23C54E1-55D9-2C4A-9EE2-C26D964FB127}" dt="2023-06-22T04:33:25.709" v="65" actId="2696"/>
          <pc:sldLayoutMkLst>
            <pc:docMk/>
            <pc:sldMasterMk cId="0" sldId="2147483648"/>
            <pc:sldLayoutMk cId="3044234365" sldId="2147483655"/>
          </pc:sldLayoutMkLst>
        </pc:sldLayoutChg>
        <pc:sldLayoutChg chg="del">
          <pc:chgData name="Farhana Choudhury" userId="8bfadc28-a633-41a8-aacf-e9b58948d589" providerId="ADAL" clId="{F23C54E1-55D9-2C4A-9EE2-C26D964FB127}" dt="2023-06-22T04:33:25.710" v="66" actId="2696"/>
          <pc:sldLayoutMkLst>
            <pc:docMk/>
            <pc:sldMasterMk cId="0" sldId="2147483648"/>
            <pc:sldLayoutMk cId="3566716078" sldId="2147483656"/>
          </pc:sldLayoutMkLst>
        </pc:sldLayoutChg>
        <pc:sldLayoutChg chg="del">
          <pc:chgData name="Farhana Choudhury" userId="8bfadc28-a633-41a8-aacf-e9b58948d589" providerId="ADAL" clId="{F23C54E1-55D9-2C4A-9EE2-C26D964FB127}" dt="2023-06-22T04:33:25.711" v="67" actId="2696"/>
          <pc:sldLayoutMkLst>
            <pc:docMk/>
            <pc:sldMasterMk cId="0" sldId="2147483648"/>
            <pc:sldLayoutMk cId="2585497050" sldId="2147483657"/>
          </pc:sldLayoutMkLst>
        </pc:sldLayoutChg>
        <pc:sldLayoutChg chg="del">
          <pc:chgData name="Farhana Choudhury" userId="8bfadc28-a633-41a8-aacf-e9b58948d589" providerId="ADAL" clId="{F23C54E1-55D9-2C4A-9EE2-C26D964FB127}" dt="2023-06-22T04:33:25.712" v="68" actId="2696"/>
          <pc:sldLayoutMkLst>
            <pc:docMk/>
            <pc:sldMasterMk cId="0" sldId="2147483648"/>
            <pc:sldLayoutMk cId="21348509" sldId="2147483658"/>
          </pc:sldLayoutMkLst>
        </pc:sldLayoutChg>
        <pc:sldLayoutChg chg="del">
          <pc:chgData name="Farhana Choudhury" userId="8bfadc28-a633-41a8-aacf-e9b58948d589" providerId="ADAL" clId="{F23C54E1-55D9-2C4A-9EE2-C26D964FB127}" dt="2023-06-22T04:33:25.713" v="69" actId="2696"/>
          <pc:sldLayoutMkLst>
            <pc:docMk/>
            <pc:sldMasterMk cId="0" sldId="2147483648"/>
            <pc:sldLayoutMk cId="1902714698" sldId="2147483659"/>
          </pc:sldLayoutMkLst>
        </pc:sldLayoutChg>
        <pc:sldLayoutChg chg="del">
          <pc:chgData name="Farhana Choudhury" userId="8bfadc28-a633-41a8-aacf-e9b58948d589" providerId="ADAL" clId="{F23C54E1-55D9-2C4A-9EE2-C26D964FB127}" dt="2023-06-22T04:33:25.714" v="70" actId="2696"/>
          <pc:sldLayoutMkLst>
            <pc:docMk/>
            <pc:sldMasterMk cId="0" sldId="2147483648"/>
            <pc:sldLayoutMk cId="2809883058" sldId="2147483660"/>
          </pc:sldLayoutMkLst>
        </pc:sldLayoutChg>
        <pc:sldLayoutChg chg="del">
          <pc:chgData name="Farhana Choudhury" userId="8bfadc28-a633-41a8-aacf-e9b58948d589" providerId="ADAL" clId="{F23C54E1-55D9-2C4A-9EE2-C26D964FB127}" dt="2023-06-22T04:33:25.715" v="71" actId="2696"/>
          <pc:sldLayoutMkLst>
            <pc:docMk/>
            <pc:sldMasterMk cId="0" sldId="2147483648"/>
            <pc:sldLayoutMk cId="1298813496" sldId="2147483661"/>
          </pc:sldLayoutMkLst>
        </pc:sldLayoutChg>
        <pc:sldLayoutChg chg="del">
          <pc:chgData name="Farhana Choudhury" userId="8bfadc28-a633-41a8-aacf-e9b58948d589" providerId="ADAL" clId="{F23C54E1-55D9-2C4A-9EE2-C26D964FB127}" dt="2023-06-22T04:33:25.716" v="72" actId="2696"/>
          <pc:sldLayoutMkLst>
            <pc:docMk/>
            <pc:sldMasterMk cId="0" sldId="2147483648"/>
            <pc:sldLayoutMk cId="1609077029" sldId="2147483662"/>
          </pc:sldLayoutMkLst>
        </pc:sldLayoutChg>
      </pc:sldMasterChg>
      <pc:sldMasterChg chg="delSldLayout">
        <pc:chgData name="Farhana Choudhury" userId="8bfadc28-a633-41a8-aacf-e9b58948d589" providerId="ADAL" clId="{F23C54E1-55D9-2C4A-9EE2-C26D964FB127}" dt="2023-06-22T04:33:25.648" v="56" actId="2696"/>
        <pc:sldMasterMkLst>
          <pc:docMk/>
          <pc:sldMasterMk cId="1410196343" sldId="2147483685"/>
        </pc:sldMasterMkLst>
        <pc:sldLayoutChg chg="del">
          <pc:chgData name="Farhana Choudhury" userId="8bfadc28-a633-41a8-aacf-e9b58948d589" providerId="ADAL" clId="{F23C54E1-55D9-2C4A-9EE2-C26D964FB127}" dt="2023-06-22T04:33:25.648" v="56" actId="2696"/>
          <pc:sldLayoutMkLst>
            <pc:docMk/>
            <pc:sldMasterMk cId="1410196343" sldId="2147483685"/>
            <pc:sldLayoutMk cId="628479851" sldId="214748371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2E8CD99-415D-EF48-9186-BFD291CD032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54" tIns="0" rIns="18754" bIns="0" numCol="1" anchor="t" anchorCtr="0" compatLnSpc="1">
            <a:prstTxWarp prst="textNoShape">
              <a:avLst/>
            </a:prstTxWarp>
          </a:bodyPr>
          <a:lstStyle>
            <a:lvl1pPr defTabSz="900113">
              <a:defRPr sz="1000" i="1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5F2C6CE-E90A-B84B-B877-413F8D0BE92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54" tIns="0" rIns="18754" bIns="0" numCol="1" anchor="t" anchorCtr="0" compatLnSpc="1">
            <a:prstTxWarp prst="textNoShape">
              <a:avLst/>
            </a:prstTxWarp>
          </a:bodyPr>
          <a:lstStyle>
            <a:lvl1pPr algn="r" defTabSz="900113">
              <a:defRPr sz="1000" i="1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9E75B05-B886-C543-8CD0-A2F3D174546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453438"/>
            <a:ext cx="29718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54" tIns="0" rIns="18754" bIns="0" numCol="1" anchor="b" anchorCtr="0" compatLnSpc="1">
            <a:prstTxWarp prst="textNoShape">
              <a:avLst/>
            </a:prstTxWarp>
          </a:bodyPr>
          <a:lstStyle>
            <a:lvl1pPr defTabSz="900113">
              <a:defRPr sz="1000" i="1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F05B200E-879C-F342-A194-8B765BB714A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453438"/>
            <a:ext cx="29718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54" tIns="0" rIns="18754" bIns="0" numCol="1" anchor="b" anchorCtr="0" compatLnSpc="1">
            <a:prstTxWarp prst="textNoShape">
              <a:avLst/>
            </a:prstTxWarp>
          </a:bodyPr>
          <a:lstStyle>
            <a:lvl1pPr algn="r" defTabSz="900113">
              <a:defRPr sz="1000" i="1"/>
            </a:lvl1pPr>
          </a:lstStyle>
          <a:p>
            <a:fld id="{4CABB191-3218-45F2-8A8E-DFA4626D0A3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5T12:24:53.3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7522 9608 24575,'50'0'0,"0"0"0,-6 0 0,-1 0 0,2 0 0,-3 0 0,15 0 0,-14 0 0,0 0 0,-5 0 0,1 0 0,-7 0 0,-2 0 0,3 0 0,-3 0 0,2 0 0,-23 0 0,-1 0 0,-5 0 0,-1 0 0,4 0 0,29 0 0,-3-2 0,4-1 0,6 0 0,1 0 0,-2 0 0,-3 0 0,7-1 0,-31 4 0,-11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C91355D-86F3-E842-BC39-4D6E64703C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54" tIns="0" rIns="18754" bIns="0" numCol="1" anchor="t" anchorCtr="0" compatLnSpc="1">
            <a:prstTxWarp prst="textNoShape">
              <a:avLst/>
            </a:prstTxWarp>
          </a:bodyPr>
          <a:lstStyle>
            <a:lvl1pPr defTabSz="900113">
              <a:defRPr sz="100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89ED673-4E30-9D4E-9113-6A3860303DB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54" tIns="0" rIns="18754" bIns="0" numCol="1" anchor="t" anchorCtr="0" compatLnSpc="1">
            <a:prstTxWarp prst="textNoShape">
              <a:avLst/>
            </a:prstTxWarp>
          </a:bodyPr>
          <a:lstStyle>
            <a:lvl1pPr algn="r" defTabSz="900113">
              <a:defRPr sz="100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DBF43306-1B74-D24D-AAF3-4D526FB0784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453438"/>
            <a:ext cx="29718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54" tIns="0" rIns="18754" bIns="0" numCol="1" anchor="b" anchorCtr="0" compatLnSpc="1">
            <a:prstTxWarp prst="textNoShape">
              <a:avLst/>
            </a:prstTxWarp>
          </a:bodyPr>
          <a:lstStyle>
            <a:lvl1pPr defTabSz="900113">
              <a:defRPr sz="100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6EA9D589-52F4-ED4F-AB5A-FA4D5AAD2E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453438"/>
            <a:ext cx="29718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54" tIns="0" rIns="18754" bIns="0" numCol="1" anchor="b" anchorCtr="0" compatLnSpc="1">
            <a:prstTxWarp prst="textNoShape">
              <a:avLst/>
            </a:prstTxWarp>
          </a:bodyPr>
          <a:lstStyle>
            <a:lvl1pPr algn="r" defTabSz="900113">
              <a:defRPr sz="10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B3FD44D0-D9B7-4D01-94F2-79D1AE5262A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F33E848E-D8D3-4094-B5D7-1F373D6026F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4438" y="674688"/>
            <a:ext cx="4430712" cy="33226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EED57B99-BEFC-E04A-8F4F-1B21CC9E55C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225925"/>
            <a:ext cx="5029200" cy="400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3" rIns="90644" bIns="453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>
            <a:extLst>
              <a:ext uri="{FF2B5EF4-FFF2-40B4-BE49-F238E27FC236}">
                <a16:creationId xmlns:a16="http://schemas.microsoft.com/office/drawing/2014/main" id="{04DF79E0-D7EA-402F-B92E-DBE2E22934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E71A7861-7278-4287-9F1E-797D95E002E3}" type="slidenum">
              <a:rPr lang="en-AU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8</a:t>
            </a:fld>
            <a:endParaRPr lang="en-AU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647502A6-553C-4F10-9885-FCD6C4B026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97C6F155-2DBE-455A-BBAF-1C2DB23E61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448ABEE8-B7B9-43DA-AD8B-A0BEA7756A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3121F41D-3DE8-405F-9A56-38631090EE07}" type="slidenum">
              <a:rPr lang="en-GB" altLang="en-US" sz="1200"/>
              <a:pPr/>
              <a:t>13</a:t>
            </a:fld>
            <a:endParaRPr lang="en-GB" altLang="en-US" sz="12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422C4097-AD52-4A41-BAD9-2398F75D1F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48233A4B-135C-4EFA-8E33-D0210A2364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B1A15405-9F27-4F90-8469-F976798AC5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F1A09007-2764-44E6-A630-02F97A03CA38}" type="slidenum">
              <a:rPr lang="en-GB" altLang="en-US" sz="1400"/>
              <a:pPr/>
              <a:t>16</a:t>
            </a:fld>
            <a:endParaRPr lang="en-GB" altLang="en-US" sz="14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D0493BD5-279A-4F70-AF27-247D29E969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126C6712-8515-4D42-97DD-265B3FD417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EED0A95B-C0B8-4054-A542-44447559DD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4F23A967-EA61-4F43-B343-4B02D155C42E}" type="slidenum">
              <a:rPr lang="en-GB" altLang="en-US" sz="1400"/>
              <a:pPr/>
              <a:t>18</a:t>
            </a:fld>
            <a:endParaRPr lang="en-GB" altLang="en-US" sz="14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8A0D3FB2-762A-47CA-B9B9-252C2AA0D8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E562A73F-C3C6-4709-95B6-5BC3615062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3F1C04-3200-4425-86D0-2F9E2EAC9EF4}"/>
              </a:ext>
            </a:extLst>
          </p:cNvPr>
          <p:cNvSpPr/>
          <p:nvPr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2487775"/>
            <a:ext cx="3579152" cy="227293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Aft>
                <a:spcPts val="1200"/>
              </a:spcAft>
              <a:buNone/>
              <a:defRPr sz="3800" b="1">
                <a:solidFill>
                  <a:schemeClr val="bg1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146" name="Text Placeholder 135">
            <a:extLst>
              <a:ext uri="{FF2B5EF4-FFF2-40B4-BE49-F238E27FC236}">
                <a16:creationId xmlns:a16="http://schemas.microsoft.com/office/drawing/2014/main" id="{56E7987E-D425-4641-A476-A2F2AFEFA9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6247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147" name="Text Placeholder 140">
            <a:extLst>
              <a:ext uri="{FF2B5EF4-FFF2-40B4-BE49-F238E27FC236}">
                <a16:creationId xmlns:a16="http://schemas.microsoft.com/office/drawing/2014/main" id="{74859718-6497-4295-886B-BD752B23C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47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grpSp>
        <p:nvGrpSpPr>
          <p:cNvPr id="139" name="Group 4">
            <a:extLst>
              <a:ext uri="{FF2B5EF4-FFF2-40B4-BE49-F238E27FC236}">
                <a16:creationId xmlns:a16="http://schemas.microsoft.com/office/drawing/2014/main" id="{D3C3B792-698C-4BC7-AB47-C8E71AA3445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189" name="AutoShape 3">
              <a:extLst>
                <a:ext uri="{FF2B5EF4-FFF2-40B4-BE49-F238E27FC236}">
                  <a16:creationId xmlns:a16="http://schemas.microsoft.com/office/drawing/2014/main" id="{F1144B68-F3AB-4FC0-BDB5-7E64FCFA89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0" name="Rectangle 5">
              <a:extLst>
                <a:ext uri="{FF2B5EF4-FFF2-40B4-BE49-F238E27FC236}">
                  <a16:creationId xmlns:a16="http://schemas.microsoft.com/office/drawing/2014/main" id="{DB1CA0BC-10A9-4815-AEF4-80A802AE1AE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1" name="Freeform 6">
              <a:extLst>
                <a:ext uri="{FF2B5EF4-FFF2-40B4-BE49-F238E27FC236}">
                  <a16:creationId xmlns:a16="http://schemas.microsoft.com/office/drawing/2014/main" id="{6E1FC530-9D25-4AFE-92F1-AA5B48437B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2" name="Freeform 7">
              <a:extLst>
                <a:ext uri="{FF2B5EF4-FFF2-40B4-BE49-F238E27FC236}">
                  <a16:creationId xmlns:a16="http://schemas.microsoft.com/office/drawing/2014/main" id="{E5C9C0C4-A825-47A4-80DA-189FD4CDE7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3" name="Freeform 8">
              <a:extLst>
                <a:ext uri="{FF2B5EF4-FFF2-40B4-BE49-F238E27FC236}">
                  <a16:creationId xmlns:a16="http://schemas.microsoft.com/office/drawing/2014/main" id="{BF404745-ED8B-4880-AA08-7FB593373B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4" name="Freeform 9">
              <a:extLst>
                <a:ext uri="{FF2B5EF4-FFF2-40B4-BE49-F238E27FC236}">
                  <a16:creationId xmlns:a16="http://schemas.microsoft.com/office/drawing/2014/main" id="{3012DFAC-9036-4733-B93A-67CAA6065A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5" name="Freeform 10">
              <a:extLst>
                <a:ext uri="{FF2B5EF4-FFF2-40B4-BE49-F238E27FC236}">
                  <a16:creationId xmlns:a16="http://schemas.microsoft.com/office/drawing/2014/main" id="{62CE831A-B761-4D49-94FE-CD1FF83810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6" name="Freeform 11">
              <a:extLst>
                <a:ext uri="{FF2B5EF4-FFF2-40B4-BE49-F238E27FC236}">
                  <a16:creationId xmlns:a16="http://schemas.microsoft.com/office/drawing/2014/main" id="{4060AB50-F13B-4CAE-901B-119BFD5541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7" name="Freeform 12">
              <a:extLst>
                <a:ext uri="{FF2B5EF4-FFF2-40B4-BE49-F238E27FC236}">
                  <a16:creationId xmlns:a16="http://schemas.microsoft.com/office/drawing/2014/main" id="{162D76C8-1A91-43A1-B2FA-120613EAC3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8" name="Freeform 13">
              <a:extLst>
                <a:ext uri="{FF2B5EF4-FFF2-40B4-BE49-F238E27FC236}">
                  <a16:creationId xmlns:a16="http://schemas.microsoft.com/office/drawing/2014/main" id="{A867129F-9514-4F98-861D-4935041756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9" name="Freeform 14">
              <a:extLst>
                <a:ext uri="{FF2B5EF4-FFF2-40B4-BE49-F238E27FC236}">
                  <a16:creationId xmlns:a16="http://schemas.microsoft.com/office/drawing/2014/main" id="{179BCBE1-F15B-452A-9454-5A9D9263443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0" name="Freeform 15">
              <a:extLst>
                <a:ext uri="{FF2B5EF4-FFF2-40B4-BE49-F238E27FC236}">
                  <a16:creationId xmlns:a16="http://schemas.microsoft.com/office/drawing/2014/main" id="{DE02BC67-4E10-445C-9BF2-905266BF2A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1" name="Freeform 16">
              <a:extLst>
                <a:ext uri="{FF2B5EF4-FFF2-40B4-BE49-F238E27FC236}">
                  <a16:creationId xmlns:a16="http://schemas.microsoft.com/office/drawing/2014/main" id="{D1CDDC45-84E7-48D0-A493-CB35939ACA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2" name="Freeform 17">
              <a:extLst>
                <a:ext uri="{FF2B5EF4-FFF2-40B4-BE49-F238E27FC236}">
                  <a16:creationId xmlns:a16="http://schemas.microsoft.com/office/drawing/2014/main" id="{FA8704D9-4A78-426D-B194-AB6AEAFA46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3" name="Freeform 18">
              <a:extLst>
                <a:ext uri="{FF2B5EF4-FFF2-40B4-BE49-F238E27FC236}">
                  <a16:creationId xmlns:a16="http://schemas.microsoft.com/office/drawing/2014/main" id="{5E07D196-8F38-4460-8C15-EECBE3088D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4" name="Freeform 19">
              <a:extLst>
                <a:ext uri="{FF2B5EF4-FFF2-40B4-BE49-F238E27FC236}">
                  <a16:creationId xmlns:a16="http://schemas.microsoft.com/office/drawing/2014/main" id="{DDD09126-BC8A-4A4C-87B0-84175BDD6E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5" name="Freeform 20">
              <a:extLst>
                <a:ext uri="{FF2B5EF4-FFF2-40B4-BE49-F238E27FC236}">
                  <a16:creationId xmlns:a16="http://schemas.microsoft.com/office/drawing/2014/main" id="{0AC35AB2-A2B5-43E4-8A07-5FF76AB1D9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6" name="Rectangle 21">
              <a:extLst>
                <a:ext uri="{FF2B5EF4-FFF2-40B4-BE49-F238E27FC236}">
                  <a16:creationId xmlns:a16="http://schemas.microsoft.com/office/drawing/2014/main" id="{000AEDDA-4FA6-4D65-B88F-9E0DEA65B80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7" name="Freeform 22">
              <a:extLst>
                <a:ext uri="{FF2B5EF4-FFF2-40B4-BE49-F238E27FC236}">
                  <a16:creationId xmlns:a16="http://schemas.microsoft.com/office/drawing/2014/main" id="{DBB97ECE-A7A8-4866-A47B-56068F861A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8" name="Freeform 23">
              <a:extLst>
                <a:ext uri="{FF2B5EF4-FFF2-40B4-BE49-F238E27FC236}">
                  <a16:creationId xmlns:a16="http://schemas.microsoft.com/office/drawing/2014/main" id="{2ACF1A60-34FB-44A0-86D7-072E098CB5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9" name="Freeform 24">
              <a:extLst>
                <a:ext uri="{FF2B5EF4-FFF2-40B4-BE49-F238E27FC236}">
                  <a16:creationId xmlns:a16="http://schemas.microsoft.com/office/drawing/2014/main" id="{D86E9C6F-1848-4525-9384-03368E8DC2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0" name="Freeform 25">
              <a:extLst>
                <a:ext uri="{FF2B5EF4-FFF2-40B4-BE49-F238E27FC236}">
                  <a16:creationId xmlns:a16="http://schemas.microsoft.com/office/drawing/2014/main" id="{F0B2A1C4-4775-40E9-B622-F705310060C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1" name="Freeform 26">
              <a:extLst>
                <a:ext uri="{FF2B5EF4-FFF2-40B4-BE49-F238E27FC236}">
                  <a16:creationId xmlns:a16="http://schemas.microsoft.com/office/drawing/2014/main" id="{426AD5F6-C8F1-4CB7-AC8A-23C1BA42CD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2" name="Freeform 27">
              <a:extLst>
                <a:ext uri="{FF2B5EF4-FFF2-40B4-BE49-F238E27FC236}">
                  <a16:creationId xmlns:a16="http://schemas.microsoft.com/office/drawing/2014/main" id="{B0ECAB00-918C-4065-B7EB-7655CD9CF0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3" name="Freeform 28">
              <a:extLst>
                <a:ext uri="{FF2B5EF4-FFF2-40B4-BE49-F238E27FC236}">
                  <a16:creationId xmlns:a16="http://schemas.microsoft.com/office/drawing/2014/main" id="{D1D8B02A-1DB2-480F-B6EE-3A23974B89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4" name="Freeform 29">
              <a:extLst>
                <a:ext uri="{FF2B5EF4-FFF2-40B4-BE49-F238E27FC236}">
                  <a16:creationId xmlns:a16="http://schemas.microsoft.com/office/drawing/2014/main" id="{982FB33C-4F8F-439A-A771-348BF42D86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5" name="Freeform 30">
              <a:extLst>
                <a:ext uri="{FF2B5EF4-FFF2-40B4-BE49-F238E27FC236}">
                  <a16:creationId xmlns:a16="http://schemas.microsoft.com/office/drawing/2014/main" id="{D454DB91-C669-405D-AD62-F96718703A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6" name="Freeform 31">
              <a:extLst>
                <a:ext uri="{FF2B5EF4-FFF2-40B4-BE49-F238E27FC236}">
                  <a16:creationId xmlns:a16="http://schemas.microsoft.com/office/drawing/2014/main" id="{0285A4AF-21DD-4EB1-AA08-762FBD3A20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7" name="Freeform 32">
              <a:extLst>
                <a:ext uri="{FF2B5EF4-FFF2-40B4-BE49-F238E27FC236}">
                  <a16:creationId xmlns:a16="http://schemas.microsoft.com/office/drawing/2014/main" id="{0A30254D-7806-43F0-A801-9DE9A17AE7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8" name="Freeform 34">
              <a:extLst>
                <a:ext uri="{FF2B5EF4-FFF2-40B4-BE49-F238E27FC236}">
                  <a16:creationId xmlns:a16="http://schemas.microsoft.com/office/drawing/2014/main" id="{00710D5E-0C7C-405D-8C3E-1B138A2726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9" name="Freeform 35">
              <a:extLst>
                <a:ext uri="{FF2B5EF4-FFF2-40B4-BE49-F238E27FC236}">
                  <a16:creationId xmlns:a16="http://schemas.microsoft.com/office/drawing/2014/main" id="{45980DE5-A695-41D4-B58E-41388D6C9C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0" name="Freeform 36">
              <a:extLst>
                <a:ext uri="{FF2B5EF4-FFF2-40B4-BE49-F238E27FC236}">
                  <a16:creationId xmlns:a16="http://schemas.microsoft.com/office/drawing/2014/main" id="{9F5515FD-58D3-49B5-8DCA-A2C0612500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1" name="Freeform 37">
              <a:extLst>
                <a:ext uri="{FF2B5EF4-FFF2-40B4-BE49-F238E27FC236}">
                  <a16:creationId xmlns:a16="http://schemas.microsoft.com/office/drawing/2014/main" id="{E65F5310-B34D-48B6-BB72-5824A90CA7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2" name="Freeform 38">
              <a:extLst>
                <a:ext uri="{FF2B5EF4-FFF2-40B4-BE49-F238E27FC236}">
                  <a16:creationId xmlns:a16="http://schemas.microsoft.com/office/drawing/2014/main" id="{34B7A193-8B0F-4830-B860-04F654C0EF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3" name="Freeform 39">
              <a:extLst>
                <a:ext uri="{FF2B5EF4-FFF2-40B4-BE49-F238E27FC236}">
                  <a16:creationId xmlns:a16="http://schemas.microsoft.com/office/drawing/2014/main" id="{E17F19F7-E66B-4348-9126-4760CECBB2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4" name="Freeform 40">
              <a:extLst>
                <a:ext uri="{FF2B5EF4-FFF2-40B4-BE49-F238E27FC236}">
                  <a16:creationId xmlns:a16="http://schemas.microsoft.com/office/drawing/2014/main" id="{B1A5512D-9F93-43B4-8866-823F4D2000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5" name="Freeform 41">
              <a:extLst>
                <a:ext uri="{FF2B5EF4-FFF2-40B4-BE49-F238E27FC236}">
                  <a16:creationId xmlns:a16="http://schemas.microsoft.com/office/drawing/2014/main" id="{0B1CF15D-B9CB-41DB-B8CC-E7782B62C6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6" name="Freeform 42">
              <a:extLst>
                <a:ext uri="{FF2B5EF4-FFF2-40B4-BE49-F238E27FC236}">
                  <a16:creationId xmlns:a16="http://schemas.microsoft.com/office/drawing/2014/main" id="{29F228CC-1FD8-4363-AE7A-88B9DE20A6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7" name="Freeform 43">
              <a:extLst>
                <a:ext uri="{FF2B5EF4-FFF2-40B4-BE49-F238E27FC236}">
                  <a16:creationId xmlns:a16="http://schemas.microsoft.com/office/drawing/2014/main" id="{5C5ABF27-F04C-4B3A-8D23-99291DA991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8" name="Freeform 44">
              <a:extLst>
                <a:ext uri="{FF2B5EF4-FFF2-40B4-BE49-F238E27FC236}">
                  <a16:creationId xmlns:a16="http://schemas.microsoft.com/office/drawing/2014/main" id="{73849F8F-BA7F-4A94-BC3D-74DDA3CA02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9" name="Freeform 45">
              <a:extLst>
                <a:ext uri="{FF2B5EF4-FFF2-40B4-BE49-F238E27FC236}">
                  <a16:creationId xmlns:a16="http://schemas.microsoft.com/office/drawing/2014/main" id="{D57F78E2-9509-4870-B404-467A5C44C2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0" name="Freeform 46">
              <a:extLst>
                <a:ext uri="{FF2B5EF4-FFF2-40B4-BE49-F238E27FC236}">
                  <a16:creationId xmlns:a16="http://schemas.microsoft.com/office/drawing/2014/main" id="{2A6B04D5-A08E-4CE2-AD1F-DBA8858BEB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1" name="Freeform 47">
              <a:extLst>
                <a:ext uri="{FF2B5EF4-FFF2-40B4-BE49-F238E27FC236}">
                  <a16:creationId xmlns:a16="http://schemas.microsoft.com/office/drawing/2014/main" id="{0CA78EF8-ED6E-45F1-A49B-6DD19E31D4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2" name="Freeform 48">
              <a:extLst>
                <a:ext uri="{FF2B5EF4-FFF2-40B4-BE49-F238E27FC236}">
                  <a16:creationId xmlns:a16="http://schemas.microsoft.com/office/drawing/2014/main" id="{A57AD615-01C2-47B5-A0EB-A98FAB2420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3" name="Freeform 49">
              <a:extLst>
                <a:ext uri="{FF2B5EF4-FFF2-40B4-BE49-F238E27FC236}">
                  <a16:creationId xmlns:a16="http://schemas.microsoft.com/office/drawing/2014/main" id="{55F52E64-BCB6-450A-A3B9-C5856F86FD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4" name="Freeform 50">
              <a:extLst>
                <a:ext uri="{FF2B5EF4-FFF2-40B4-BE49-F238E27FC236}">
                  <a16:creationId xmlns:a16="http://schemas.microsoft.com/office/drawing/2014/main" id="{FE8DED9C-BC2F-4E90-AF3B-4FF92BFBEA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5" name="Freeform 51">
              <a:extLst>
                <a:ext uri="{FF2B5EF4-FFF2-40B4-BE49-F238E27FC236}">
                  <a16:creationId xmlns:a16="http://schemas.microsoft.com/office/drawing/2014/main" id="{DFAC6AEA-F0C8-49D8-8D23-8F1ABED54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6" name="Freeform 52">
              <a:extLst>
                <a:ext uri="{FF2B5EF4-FFF2-40B4-BE49-F238E27FC236}">
                  <a16:creationId xmlns:a16="http://schemas.microsoft.com/office/drawing/2014/main" id="{94784C7C-B8A9-41FB-B6DD-07C0D21FE9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7" name="Freeform 53">
              <a:extLst>
                <a:ext uri="{FF2B5EF4-FFF2-40B4-BE49-F238E27FC236}">
                  <a16:creationId xmlns:a16="http://schemas.microsoft.com/office/drawing/2014/main" id="{DD3A09B1-9740-4B7F-ADCB-6967BBD872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8" name="Freeform 54">
              <a:extLst>
                <a:ext uri="{FF2B5EF4-FFF2-40B4-BE49-F238E27FC236}">
                  <a16:creationId xmlns:a16="http://schemas.microsoft.com/office/drawing/2014/main" id="{5D76697D-E67D-4DBE-9B4E-C9C6303D13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9" name="Freeform 55">
              <a:extLst>
                <a:ext uri="{FF2B5EF4-FFF2-40B4-BE49-F238E27FC236}">
                  <a16:creationId xmlns:a16="http://schemas.microsoft.com/office/drawing/2014/main" id="{3D6D6FE0-1DC5-4D12-9C4D-F201F793AC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0" name="Freeform 56">
              <a:extLst>
                <a:ext uri="{FF2B5EF4-FFF2-40B4-BE49-F238E27FC236}">
                  <a16:creationId xmlns:a16="http://schemas.microsoft.com/office/drawing/2014/main" id="{F97BE177-7241-4BB5-95E3-C738C0DEA2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1" name="Freeform 57">
              <a:extLst>
                <a:ext uri="{FF2B5EF4-FFF2-40B4-BE49-F238E27FC236}">
                  <a16:creationId xmlns:a16="http://schemas.microsoft.com/office/drawing/2014/main" id="{B312547D-8055-4202-B3C2-8163B48F6E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2" name="Freeform 58">
              <a:extLst>
                <a:ext uri="{FF2B5EF4-FFF2-40B4-BE49-F238E27FC236}">
                  <a16:creationId xmlns:a16="http://schemas.microsoft.com/office/drawing/2014/main" id="{C48F8059-7D4B-4B04-8A12-C162D91D5D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3" name="Freeform 59">
              <a:extLst>
                <a:ext uri="{FF2B5EF4-FFF2-40B4-BE49-F238E27FC236}">
                  <a16:creationId xmlns:a16="http://schemas.microsoft.com/office/drawing/2014/main" id="{E26410F2-EB45-4288-9F0D-893860511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4" name="Freeform 60">
              <a:extLst>
                <a:ext uri="{FF2B5EF4-FFF2-40B4-BE49-F238E27FC236}">
                  <a16:creationId xmlns:a16="http://schemas.microsoft.com/office/drawing/2014/main" id="{6C0E53F1-9B8F-4865-85ED-193C56960D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5" name="Freeform 61">
              <a:extLst>
                <a:ext uri="{FF2B5EF4-FFF2-40B4-BE49-F238E27FC236}">
                  <a16:creationId xmlns:a16="http://schemas.microsoft.com/office/drawing/2014/main" id="{59D3D0CD-1B8D-4C2B-8D0A-D68187B7D4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6" name="Freeform 62">
              <a:extLst>
                <a:ext uri="{FF2B5EF4-FFF2-40B4-BE49-F238E27FC236}">
                  <a16:creationId xmlns:a16="http://schemas.microsoft.com/office/drawing/2014/main" id="{0A819554-1D18-455B-B0DB-80E67DC04F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  <p:sp>
        <p:nvSpPr>
          <p:cNvPr id="252" name="Picture Placeholder 251">
            <a:extLst>
              <a:ext uri="{FF2B5EF4-FFF2-40B4-BE49-F238E27FC236}">
                <a16:creationId xmlns:a16="http://schemas.microsoft.com/office/drawing/2014/main" id="{9543297A-9A00-45E2-9D6B-76630245E46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</p:spTree>
    <p:extLst>
      <p:ext uri="{BB962C8B-B14F-4D97-AF65-F5344CB8AC3E}">
        <p14:creationId xmlns:p14="http://schemas.microsoft.com/office/powerpoint/2010/main" val="20011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890DF213-662F-4F0F-AF3A-12E90D6AB403}"/>
              </a:ext>
            </a:extLst>
          </p:cNvPr>
          <p:cNvSpPr/>
          <p:nvPr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6083" y="2487775"/>
            <a:ext cx="3579152" cy="227293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Aft>
                <a:spcPts val="600"/>
              </a:spcAft>
              <a:buNone/>
              <a:defRPr sz="3800" b="1">
                <a:solidFill>
                  <a:schemeClr val="tx2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75" name="Text Placeholder 140">
            <a:extLst>
              <a:ext uri="{FF2B5EF4-FFF2-40B4-BE49-F238E27FC236}">
                <a16:creationId xmlns:a16="http://schemas.microsoft.com/office/drawing/2014/main" id="{F8C9875D-6ED4-4691-B4EE-6BE289CEFD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6083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66" name="Text Placeholder 135">
            <a:extLst>
              <a:ext uri="{FF2B5EF4-FFF2-40B4-BE49-F238E27FC236}">
                <a16:creationId xmlns:a16="http://schemas.microsoft.com/office/drawing/2014/main" id="{601F3602-2361-40F0-A995-ABA050961A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855" y="5338960"/>
            <a:ext cx="216000" cy="10800"/>
          </a:xfrm>
          <a:solidFill>
            <a:schemeClr val="tx2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id="{8FD03934-1038-48BB-99F7-5E65A0E0DE7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  <p:grpSp>
        <p:nvGrpSpPr>
          <p:cNvPr id="68" name="Group 4">
            <a:extLst>
              <a:ext uri="{FF2B5EF4-FFF2-40B4-BE49-F238E27FC236}">
                <a16:creationId xmlns:a16="http://schemas.microsoft.com/office/drawing/2014/main" id="{D8028177-8E83-432F-BACB-E807F3191E7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7255" y="616633"/>
            <a:ext cx="1440000" cy="1443689"/>
            <a:chOff x="2864" y="1181"/>
            <a:chExt cx="1952" cy="1957"/>
          </a:xfrm>
        </p:grpSpPr>
        <p:sp>
          <p:nvSpPr>
            <p:cNvPr id="69" name="AutoShape 3">
              <a:extLst>
                <a:ext uri="{FF2B5EF4-FFF2-40B4-BE49-F238E27FC236}">
                  <a16:creationId xmlns:a16="http://schemas.microsoft.com/office/drawing/2014/main" id="{E52450A5-24E9-4A2A-9608-6B511DFE44D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4" name="Rectangle 5">
              <a:extLst>
                <a:ext uri="{FF2B5EF4-FFF2-40B4-BE49-F238E27FC236}">
                  <a16:creationId xmlns:a16="http://schemas.microsoft.com/office/drawing/2014/main" id="{8F6E39B7-21CE-4EC7-8450-0C807EEC365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2" name="Freeform 6">
              <a:extLst>
                <a:ext uri="{FF2B5EF4-FFF2-40B4-BE49-F238E27FC236}">
                  <a16:creationId xmlns:a16="http://schemas.microsoft.com/office/drawing/2014/main" id="{B9D0D64D-2220-47E1-BBEE-2BB809DDCF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3" name="Freeform 7">
              <a:extLst>
                <a:ext uri="{FF2B5EF4-FFF2-40B4-BE49-F238E27FC236}">
                  <a16:creationId xmlns:a16="http://schemas.microsoft.com/office/drawing/2014/main" id="{EC7F13C6-30B5-4789-A9CA-C5D5358E92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4" name="Freeform 8">
              <a:extLst>
                <a:ext uri="{FF2B5EF4-FFF2-40B4-BE49-F238E27FC236}">
                  <a16:creationId xmlns:a16="http://schemas.microsoft.com/office/drawing/2014/main" id="{A3083010-51A6-4BBD-B2CD-80A24C3B2A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5" name="Freeform 9">
              <a:extLst>
                <a:ext uri="{FF2B5EF4-FFF2-40B4-BE49-F238E27FC236}">
                  <a16:creationId xmlns:a16="http://schemas.microsoft.com/office/drawing/2014/main" id="{5E898951-C5EB-4B83-A8D2-16B7645D31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6" name="Freeform 10">
              <a:extLst>
                <a:ext uri="{FF2B5EF4-FFF2-40B4-BE49-F238E27FC236}">
                  <a16:creationId xmlns:a16="http://schemas.microsoft.com/office/drawing/2014/main" id="{BFA480E4-F894-4BFB-B82D-99C8CEF8FC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7" name="Freeform 11">
              <a:extLst>
                <a:ext uri="{FF2B5EF4-FFF2-40B4-BE49-F238E27FC236}">
                  <a16:creationId xmlns:a16="http://schemas.microsoft.com/office/drawing/2014/main" id="{D3190D5E-F207-4CD9-B0B9-790E48047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8" name="Freeform 12">
              <a:extLst>
                <a:ext uri="{FF2B5EF4-FFF2-40B4-BE49-F238E27FC236}">
                  <a16:creationId xmlns:a16="http://schemas.microsoft.com/office/drawing/2014/main" id="{93786209-7857-466A-86D1-A8269FDF21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9" name="Freeform 13">
              <a:extLst>
                <a:ext uri="{FF2B5EF4-FFF2-40B4-BE49-F238E27FC236}">
                  <a16:creationId xmlns:a16="http://schemas.microsoft.com/office/drawing/2014/main" id="{9CEFA7CF-3571-499B-B975-97CD9F48DA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1" name="Freeform 14">
              <a:extLst>
                <a:ext uri="{FF2B5EF4-FFF2-40B4-BE49-F238E27FC236}">
                  <a16:creationId xmlns:a16="http://schemas.microsoft.com/office/drawing/2014/main" id="{E2D21E27-3698-4A5C-80DB-06E7B72F1F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2" name="Freeform 15">
              <a:extLst>
                <a:ext uri="{FF2B5EF4-FFF2-40B4-BE49-F238E27FC236}">
                  <a16:creationId xmlns:a16="http://schemas.microsoft.com/office/drawing/2014/main" id="{12F5D869-32E2-4A28-9341-A5FF3235FE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3" name="Freeform 16">
              <a:extLst>
                <a:ext uri="{FF2B5EF4-FFF2-40B4-BE49-F238E27FC236}">
                  <a16:creationId xmlns:a16="http://schemas.microsoft.com/office/drawing/2014/main" id="{46C5A8B1-884D-404F-ADBE-CF206C6E9A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4" name="Freeform 17">
              <a:extLst>
                <a:ext uri="{FF2B5EF4-FFF2-40B4-BE49-F238E27FC236}">
                  <a16:creationId xmlns:a16="http://schemas.microsoft.com/office/drawing/2014/main" id="{F226FACD-A8F6-460B-BD87-A87B75EC05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5" name="Freeform 18">
              <a:extLst>
                <a:ext uri="{FF2B5EF4-FFF2-40B4-BE49-F238E27FC236}">
                  <a16:creationId xmlns:a16="http://schemas.microsoft.com/office/drawing/2014/main" id="{8B5F0318-B82F-4B24-8BEA-FA118C276C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6" name="Freeform 19">
              <a:extLst>
                <a:ext uri="{FF2B5EF4-FFF2-40B4-BE49-F238E27FC236}">
                  <a16:creationId xmlns:a16="http://schemas.microsoft.com/office/drawing/2014/main" id="{FBADB5E1-ABB1-420D-B065-10A007FED9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7" name="Freeform 20">
              <a:extLst>
                <a:ext uri="{FF2B5EF4-FFF2-40B4-BE49-F238E27FC236}">
                  <a16:creationId xmlns:a16="http://schemas.microsoft.com/office/drawing/2014/main" id="{972885BC-1538-42CC-ACB0-44375E4125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8" name="Rectangle 21">
              <a:extLst>
                <a:ext uri="{FF2B5EF4-FFF2-40B4-BE49-F238E27FC236}">
                  <a16:creationId xmlns:a16="http://schemas.microsoft.com/office/drawing/2014/main" id="{C99AFF5E-4521-4A7F-B4FD-D598115508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9" name="Freeform 22">
              <a:extLst>
                <a:ext uri="{FF2B5EF4-FFF2-40B4-BE49-F238E27FC236}">
                  <a16:creationId xmlns:a16="http://schemas.microsoft.com/office/drawing/2014/main" id="{C61E904B-66BB-4FDE-A7DB-9DDBA0E201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0" name="Freeform 23">
              <a:extLst>
                <a:ext uri="{FF2B5EF4-FFF2-40B4-BE49-F238E27FC236}">
                  <a16:creationId xmlns:a16="http://schemas.microsoft.com/office/drawing/2014/main" id="{0E70CA99-897A-4256-A90A-FFCFB226B8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1" name="Freeform 24">
              <a:extLst>
                <a:ext uri="{FF2B5EF4-FFF2-40B4-BE49-F238E27FC236}">
                  <a16:creationId xmlns:a16="http://schemas.microsoft.com/office/drawing/2014/main" id="{BEE4EB4C-A787-45D5-86C1-FB4972DE07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2" name="Freeform 25">
              <a:extLst>
                <a:ext uri="{FF2B5EF4-FFF2-40B4-BE49-F238E27FC236}">
                  <a16:creationId xmlns:a16="http://schemas.microsoft.com/office/drawing/2014/main" id="{97612278-5E29-430B-8711-1FFE425882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3" name="Freeform 26">
              <a:extLst>
                <a:ext uri="{FF2B5EF4-FFF2-40B4-BE49-F238E27FC236}">
                  <a16:creationId xmlns:a16="http://schemas.microsoft.com/office/drawing/2014/main" id="{4A817AF0-9F6D-4225-B5E8-028D8BE968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4" name="Freeform 27">
              <a:extLst>
                <a:ext uri="{FF2B5EF4-FFF2-40B4-BE49-F238E27FC236}">
                  <a16:creationId xmlns:a16="http://schemas.microsoft.com/office/drawing/2014/main" id="{5FC0D95E-4634-4CF4-81CD-F97C445B3F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5" name="Freeform 28">
              <a:extLst>
                <a:ext uri="{FF2B5EF4-FFF2-40B4-BE49-F238E27FC236}">
                  <a16:creationId xmlns:a16="http://schemas.microsoft.com/office/drawing/2014/main" id="{BFDA76B1-4296-466F-B8D3-59BE03C3C8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6" name="Freeform 29">
              <a:extLst>
                <a:ext uri="{FF2B5EF4-FFF2-40B4-BE49-F238E27FC236}">
                  <a16:creationId xmlns:a16="http://schemas.microsoft.com/office/drawing/2014/main" id="{523E1371-4810-4B97-A162-BD09ADFE20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7" name="Freeform 30">
              <a:extLst>
                <a:ext uri="{FF2B5EF4-FFF2-40B4-BE49-F238E27FC236}">
                  <a16:creationId xmlns:a16="http://schemas.microsoft.com/office/drawing/2014/main" id="{0C62F7A3-C883-4866-8777-CB0193E03A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8" name="Freeform 31">
              <a:extLst>
                <a:ext uri="{FF2B5EF4-FFF2-40B4-BE49-F238E27FC236}">
                  <a16:creationId xmlns:a16="http://schemas.microsoft.com/office/drawing/2014/main" id="{0A565D83-C19C-431C-965B-BD12E5AC16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9" name="Freeform 32">
              <a:extLst>
                <a:ext uri="{FF2B5EF4-FFF2-40B4-BE49-F238E27FC236}">
                  <a16:creationId xmlns:a16="http://schemas.microsoft.com/office/drawing/2014/main" id="{610466EB-4655-492E-955B-548189535D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0" name="Freeform 34">
              <a:extLst>
                <a:ext uri="{FF2B5EF4-FFF2-40B4-BE49-F238E27FC236}">
                  <a16:creationId xmlns:a16="http://schemas.microsoft.com/office/drawing/2014/main" id="{E2C57738-1257-4C3A-A7FA-EA653FB70D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1" name="Freeform 35">
              <a:extLst>
                <a:ext uri="{FF2B5EF4-FFF2-40B4-BE49-F238E27FC236}">
                  <a16:creationId xmlns:a16="http://schemas.microsoft.com/office/drawing/2014/main" id="{84FF9AB7-2451-4AD8-B43A-265371D37D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2" name="Freeform 36">
              <a:extLst>
                <a:ext uri="{FF2B5EF4-FFF2-40B4-BE49-F238E27FC236}">
                  <a16:creationId xmlns:a16="http://schemas.microsoft.com/office/drawing/2014/main" id="{4A615ACA-91B0-4A7D-B92E-9764FFB145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3" name="Freeform 37">
              <a:extLst>
                <a:ext uri="{FF2B5EF4-FFF2-40B4-BE49-F238E27FC236}">
                  <a16:creationId xmlns:a16="http://schemas.microsoft.com/office/drawing/2014/main" id="{FA488F50-DDFF-49CC-9BD8-0AE268ECF1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4" name="Freeform 38">
              <a:extLst>
                <a:ext uri="{FF2B5EF4-FFF2-40B4-BE49-F238E27FC236}">
                  <a16:creationId xmlns:a16="http://schemas.microsoft.com/office/drawing/2014/main" id="{9B423368-4192-4F14-960D-6C2C126061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5" name="Freeform 39">
              <a:extLst>
                <a:ext uri="{FF2B5EF4-FFF2-40B4-BE49-F238E27FC236}">
                  <a16:creationId xmlns:a16="http://schemas.microsoft.com/office/drawing/2014/main" id="{C004167E-2022-45FA-AD88-F3A6D7EEA5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6" name="Freeform 40">
              <a:extLst>
                <a:ext uri="{FF2B5EF4-FFF2-40B4-BE49-F238E27FC236}">
                  <a16:creationId xmlns:a16="http://schemas.microsoft.com/office/drawing/2014/main" id="{E5CFE2C5-1FEB-4415-AD8E-3F12077DCE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7" name="Freeform 41">
              <a:extLst>
                <a:ext uri="{FF2B5EF4-FFF2-40B4-BE49-F238E27FC236}">
                  <a16:creationId xmlns:a16="http://schemas.microsoft.com/office/drawing/2014/main" id="{1FF69E99-6C70-40BC-BCE2-20612480D1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8" name="Freeform 42">
              <a:extLst>
                <a:ext uri="{FF2B5EF4-FFF2-40B4-BE49-F238E27FC236}">
                  <a16:creationId xmlns:a16="http://schemas.microsoft.com/office/drawing/2014/main" id="{FF3D6994-DA2E-45C5-9E0F-7547E4BCE9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9" name="Freeform 43">
              <a:extLst>
                <a:ext uri="{FF2B5EF4-FFF2-40B4-BE49-F238E27FC236}">
                  <a16:creationId xmlns:a16="http://schemas.microsoft.com/office/drawing/2014/main" id="{811C2317-AB25-47F8-A023-32CD5905F4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0" name="Freeform 44">
              <a:extLst>
                <a:ext uri="{FF2B5EF4-FFF2-40B4-BE49-F238E27FC236}">
                  <a16:creationId xmlns:a16="http://schemas.microsoft.com/office/drawing/2014/main" id="{CF2799DB-155A-4DE7-A026-4448C8490B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1" name="Freeform 45">
              <a:extLst>
                <a:ext uri="{FF2B5EF4-FFF2-40B4-BE49-F238E27FC236}">
                  <a16:creationId xmlns:a16="http://schemas.microsoft.com/office/drawing/2014/main" id="{1A9CE4CF-8B2F-4B83-ABE3-A9DDE97D77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2" name="Freeform 46">
              <a:extLst>
                <a:ext uri="{FF2B5EF4-FFF2-40B4-BE49-F238E27FC236}">
                  <a16:creationId xmlns:a16="http://schemas.microsoft.com/office/drawing/2014/main" id="{E9393C8C-5791-43BB-8D1F-17FFFA2F6C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3" name="Freeform 47">
              <a:extLst>
                <a:ext uri="{FF2B5EF4-FFF2-40B4-BE49-F238E27FC236}">
                  <a16:creationId xmlns:a16="http://schemas.microsoft.com/office/drawing/2014/main" id="{C0D9B013-B46B-4D8E-956A-00922496A8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4" name="Freeform 48">
              <a:extLst>
                <a:ext uri="{FF2B5EF4-FFF2-40B4-BE49-F238E27FC236}">
                  <a16:creationId xmlns:a16="http://schemas.microsoft.com/office/drawing/2014/main" id="{A9DF028E-61BE-49A6-AB22-B1396BCEF9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5" name="Freeform 49">
              <a:extLst>
                <a:ext uri="{FF2B5EF4-FFF2-40B4-BE49-F238E27FC236}">
                  <a16:creationId xmlns:a16="http://schemas.microsoft.com/office/drawing/2014/main" id="{1BE8B055-3428-4E6F-B44A-A97E70B6E0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6" name="Freeform 50">
              <a:extLst>
                <a:ext uri="{FF2B5EF4-FFF2-40B4-BE49-F238E27FC236}">
                  <a16:creationId xmlns:a16="http://schemas.microsoft.com/office/drawing/2014/main" id="{5DF4C3AA-8B80-4E0A-A607-E09B8BFDB5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7" name="Freeform 51">
              <a:extLst>
                <a:ext uri="{FF2B5EF4-FFF2-40B4-BE49-F238E27FC236}">
                  <a16:creationId xmlns:a16="http://schemas.microsoft.com/office/drawing/2014/main" id="{8D4A8B2E-226D-4C2F-AF2F-EA40FA24DB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8" name="Freeform 52">
              <a:extLst>
                <a:ext uri="{FF2B5EF4-FFF2-40B4-BE49-F238E27FC236}">
                  <a16:creationId xmlns:a16="http://schemas.microsoft.com/office/drawing/2014/main" id="{4707D8EC-CDF2-4F4C-BEC4-F1123438AE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9" name="Freeform 53">
              <a:extLst>
                <a:ext uri="{FF2B5EF4-FFF2-40B4-BE49-F238E27FC236}">
                  <a16:creationId xmlns:a16="http://schemas.microsoft.com/office/drawing/2014/main" id="{3BABCCF3-6967-4924-ABE6-1D8CCD6AD3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0" name="Freeform 54">
              <a:extLst>
                <a:ext uri="{FF2B5EF4-FFF2-40B4-BE49-F238E27FC236}">
                  <a16:creationId xmlns:a16="http://schemas.microsoft.com/office/drawing/2014/main" id="{06584F31-18E1-4AAA-9212-E89DD2C32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1" name="Freeform 55">
              <a:extLst>
                <a:ext uri="{FF2B5EF4-FFF2-40B4-BE49-F238E27FC236}">
                  <a16:creationId xmlns:a16="http://schemas.microsoft.com/office/drawing/2014/main" id="{FDDEF5CF-37DB-4384-ACB2-BCE9E83AE3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2" name="Freeform 56">
              <a:extLst>
                <a:ext uri="{FF2B5EF4-FFF2-40B4-BE49-F238E27FC236}">
                  <a16:creationId xmlns:a16="http://schemas.microsoft.com/office/drawing/2014/main" id="{D830E2B0-83FD-4E0F-BD1A-043F72866C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3" name="Freeform 57">
              <a:extLst>
                <a:ext uri="{FF2B5EF4-FFF2-40B4-BE49-F238E27FC236}">
                  <a16:creationId xmlns:a16="http://schemas.microsoft.com/office/drawing/2014/main" id="{E75B0DEF-3E13-40F8-B101-9599E9EA93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4" name="Freeform 58">
              <a:extLst>
                <a:ext uri="{FF2B5EF4-FFF2-40B4-BE49-F238E27FC236}">
                  <a16:creationId xmlns:a16="http://schemas.microsoft.com/office/drawing/2014/main" id="{7074C629-B269-48DD-A199-3A11E15ECF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5" name="Freeform 59">
              <a:extLst>
                <a:ext uri="{FF2B5EF4-FFF2-40B4-BE49-F238E27FC236}">
                  <a16:creationId xmlns:a16="http://schemas.microsoft.com/office/drawing/2014/main" id="{09AEA492-6B43-46AD-AAD7-51F7268EC0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6" name="Freeform 60">
              <a:extLst>
                <a:ext uri="{FF2B5EF4-FFF2-40B4-BE49-F238E27FC236}">
                  <a16:creationId xmlns:a16="http://schemas.microsoft.com/office/drawing/2014/main" id="{87A55503-C3B5-4B2D-82BD-D9F26A23F4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7" name="Freeform 61">
              <a:extLst>
                <a:ext uri="{FF2B5EF4-FFF2-40B4-BE49-F238E27FC236}">
                  <a16:creationId xmlns:a16="http://schemas.microsoft.com/office/drawing/2014/main" id="{1841E6E1-2310-44E5-ADC9-6739C11E93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8" name="Freeform 62">
              <a:extLst>
                <a:ext uri="{FF2B5EF4-FFF2-40B4-BE49-F238E27FC236}">
                  <a16:creationId xmlns:a16="http://schemas.microsoft.com/office/drawing/2014/main" id="{33BE81D8-054A-4244-A15C-B9884E2108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319979103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icture Placeholder 74">
            <a:extLst>
              <a:ext uri="{FF2B5EF4-FFF2-40B4-BE49-F238E27FC236}">
                <a16:creationId xmlns:a16="http://schemas.microsoft.com/office/drawing/2014/main" id="{3E2304DD-D55D-458E-8153-0D330BDFEF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9153000" cy="6857998"/>
          </a:xfrm>
          <a:solidFill>
            <a:schemeClr val="bg1">
              <a:lumMod val="85000"/>
            </a:schemeClr>
          </a:solidFill>
        </p:spPr>
        <p:txBody>
          <a:bodyPr lIns="360000" tIns="360000" rIns="360000" bIns="360000">
            <a:normAutofit/>
          </a:bodyPr>
          <a:lstStyle>
            <a:lvl1pPr algn="r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  <p:sp>
        <p:nvSpPr>
          <p:cNvPr id="7" name="Subtitle 72">
            <a:extLst>
              <a:ext uri="{FF2B5EF4-FFF2-40B4-BE49-F238E27FC236}">
                <a16:creationId xmlns:a16="http://schemas.microsoft.com/office/drawing/2014/main" id="{F275BFD4-1048-470B-8246-6C18CB5CAD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0"/>
            <a:ext cx="5729283" cy="6857998"/>
          </a:xfrm>
          <a:custGeom>
            <a:avLst/>
            <a:gdLst>
              <a:gd name="connsiteX0" fmla="*/ 0 w 5729283"/>
              <a:gd name="connsiteY0" fmla="*/ 0 h 6857998"/>
              <a:gd name="connsiteX1" fmla="*/ 4311112 w 5729283"/>
              <a:gd name="connsiteY1" fmla="*/ 0 h 6857998"/>
              <a:gd name="connsiteX2" fmla="*/ 5729283 w 5729283"/>
              <a:gd name="connsiteY2" fmla="*/ 5316930 h 6857998"/>
              <a:gd name="connsiteX3" fmla="*/ 0 w 5729283"/>
              <a:gd name="connsiteY3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29283" h="6857998">
                <a:moveTo>
                  <a:pt x="0" y="0"/>
                </a:moveTo>
                <a:lnTo>
                  <a:pt x="4311112" y="0"/>
                </a:lnTo>
                <a:lnTo>
                  <a:pt x="5729283" y="5316930"/>
                </a:lnTo>
                <a:lnTo>
                  <a:pt x="0" y="6857998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</p:spPr>
        <p:txBody>
          <a:bodyPr wrap="square" lIns="576000" tIns="2592000" rIns="1404000" anchor="t" anchorCtr="0">
            <a:noAutofit/>
          </a:bodyPr>
          <a:lstStyle>
            <a:lvl1pPr marL="0" indent="0" algn="l">
              <a:spcBef>
                <a:spcPts val="700"/>
              </a:spcBef>
              <a:spcAft>
                <a:spcPts val="700"/>
              </a:spcAft>
              <a:buNone/>
              <a:defRPr sz="3800" b="1">
                <a:solidFill>
                  <a:schemeClr val="tx2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9" name="Text Placeholder 135">
            <a:extLst>
              <a:ext uri="{FF2B5EF4-FFF2-40B4-BE49-F238E27FC236}">
                <a16:creationId xmlns:a16="http://schemas.microsoft.com/office/drawing/2014/main" id="{59CD9D88-984A-467B-8315-1D823E2C2F1F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607255" y="616633"/>
            <a:ext cx="1440000" cy="1440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200">
                <a:solidFill>
                  <a:schemeClr val="tx2"/>
                </a:solidFill>
              </a:defRPr>
            </a:lvl1pPr>
            <a:lvl2pPr marL="0" indent="0">
              <a:defRPr sz="200">
                <a:solidFill>
                  <a:schemeClr val="tx2"/>
                </a:solidFill>
              </a:defRPr>
            </a:lvl2pPr>
            <a:lvl3pPr marL="0" indent="0">
              <a:defRPr sz="200">
                <a:solidFill>
                  <a:schemeClr val="tx2"/>
                </a:solidFill>
              </a:defRPr>
            </a:lvl3pPr>
            <a:lvl4pPr>
              <a:defRPr sz="200">
                <a:solidFill>
                  <a:schemeClr val="tx2"/>
                </a:solidFill>
              </a:defRPr>
            </a:lvl4pPr>
            <a:lvl5pPr>
              <a:defRPr sz="200">
                <a:solidFill>
                  <a:schemeClr val="tx2"/>
                </a:solidFill>
              </a:defRPr>
            </a:lvl5pPr>
            <a:lvl6pPr>
              <a:defRPr sz="200">
                <a:solidFill>
                  <a:schemeClr val="tx2"/>
                </a:solidFill>
              </a:defRPr>
            </a:lvl6pPr>
            <a:lvl7pPr>
              <a:defRPr sz="200">
                <a:solidFill>
                  <a:schemeClr val="tx2"/>
                </a:solidFill>
              </a:defRPr>
            </a:lvl7pPr>
            <a:lvl8pPr>
              <a:defRPr sz="200">
                <a:solidFill>
                  <a:schemeClr val="tx2"/>
                </a:solidFill>
              </a:defRPr>
            </a:lvl8pPr>
            <a:lvl9pPr>
              <a:defRPr sz="2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/>
              <a:t>       </a:t>
            </a:r>
          </a:p>
        </p:txBody>
      </p:sp>
      <p:sp>
        <p:nvSpPr>
          <p:cNvPr id="10" name="Text Placeholder 140">
            <a:extLst>
              <a:ext uri="{FF2B5EF4-FFF2-40B4-BE49-F238E27FC236}">
                <a16:creationId xmlns:a16="http://schemas.microsoft.com/office/drawing/2014/main" id="{57902E77-72FC-46E0-BC87-1DC54BABCC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063" y="5265337"/>
            <a:ext cx="356711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11" name="Text Placeholder 135">
            <a:extLst>
              <a:ext uri="{FF2B5EF4-FFF2-40B4-BE49-F238E27FC236}">
                <a16:creationId xmlns:a16="http://schemas.microsoft.com/office/drawing/2014/main" id="{884AF1BA-D56D-4439-805B-B725F8DBC3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7255" y="5209360"/>
            <a:ext cx="288000" cy="10800"/>
          </a:xfrm>
          <a:solidFill>
            <a:schemeClr val="tx2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</p:spTree>
    <p:extLst>
      <p:ext uri="{BB962C8B-B14F-4D97-AF65-F5344CB8AC3E}">
        <p14:creationId xmlns:p14="http://schemas.microsoft.com/office/powerpoint/2010/main" val="413990906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-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3F1C04-3200-4425-86D0-2F9E2EAC9EF4}"/>
              </a:ext>
            </a:extLst>
          </p:cNvPr>
          <p:cNvSpPr/>
          <p:nvPr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147" name="Text Placeholder 140">
            <a:extLst>
              <a:ext uri="{FF2B5EF4-FFF2-40B4-BE49-F238E27FC236}">
                <a16:creationId xmlns:a16="http://schemas.microsoft.com/office/drawing/2014/main" id="{74859718-6497-4295-886B-BD752B23C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18430" y="686887"/>
            <a:ext cx="2824180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1F2942-2F48-4595-B815-42D3F57C14B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75050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79" name="Picture Placeholder 2">
            <a:extLst>
              <a:ext uri="{FF2B5EF4-FFF2-40B4-BE49-F238E27FC236}">
                <a16:creationId xmlns:a16="http://schemas.microsoft.com/office/drawing/2014/main" id="{649337E6-8710-4F9B-AE53-FDDFC8849C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51398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80" name="Picture Placeholder 2">
            <a:extLst>
              <a:ext uri="{FF2B5EF4-FFF2-40B4-BE49-F238E27FC236}">
                <a16:creationId xmlns:a16="http://schemas.microsoft.com/office/drawing/2014/main" id="{2E04A960-7ECB-4B73-A38E-482CE39F43D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527746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194" name="Subtitle 139">
            <a:extLst>
              <a:ext uri="{FF2B5EF4-FFF2-40B4-BE49-F238E27FC236}">
                <a16:creationId xmlns:a16="http://schemas.microsoft.com/office/drawing/2014/main" id="{11B95767-3A13-4FFC-998D-AC0754C0EA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2487775"/>
            <a:ext cx="3579152" cy="227293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Aft>
                <a:spcPts val="1200"/>
              </a:spcAft>
              <a:buNone/>
              <a:defRPr sz="3800" b="1">
                <a:solidFill>
                  <a:schemeClr val="bg1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grpSp>
        <p:nvGrpSpPr>
          <p:cNvPr id="195" name="Group 4">
            <a:extLst>
              <a:ext uri="{FF2B5EF4-FFF2-40B4-BE49-F238E27FC236}">
                <a16:creationId xmlns:a16="http://schemas.microsoft.com/office/drawing/2014/main" id="{839C52C0-9A6F-4427-8D48-7BB28B00B54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196" name="AutoShape 3">
              <a:extLst>
                <a:ext uri="{FF2B5EF4-FFF2-40B4-BE49-F238E27FC236}">
                  <a16:creationId xmlns:a16="http://schemas.microsoft.com/office/drawing/2014/main" id="{3CB4793C-5CCD-4F5B-BF61-B5519BB84563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7" name="Rectangle 5">
              <a:extLst>
                <a:ext uri="{FF2B5EF4-FFF2-40B4-BE49-F238E27FC236}">
                  <a16:creationId xmlns:a16="http://schemas.microsoft.com/office/drawing/2014/main" id="{9C22DE55-0539-4D47-B968-A6FFB052273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8" name="Freeform 6">
              <a:extLst>
                <a:ext uri="{FF2B5EF4-FFF2-40B4-BE49-F238E27FC236}">
                  <a16:creationId xmlns:a16="http://schemas.microsoft.com/office/drawing/2014/main" id="{839E5D8B-8155-49D3-9C68-ADDFE2B147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9" name="Freeform 7">
              <a:extLst>
                <a:ext uri="{FF2B5EF4-FFF2-40B4-BE49-F238E27FC236}">
                  <a16:creationId xmlns:a16="http://schemas.microsoft.com/office/drawing/2014/main" id="{C63B0A4A-C98F-4375-81E7-CF6DC2A71A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0" name="Freeform 8">
              <a:extLst>
                <a:ext uri="{FF2B5EF4-FFF2-40B4-BE49-F238E27FC236}">
                  <a16:creationId xmlns:a16="http://schemas.microsoft.com/office/drawing/2014/main" id="{AC870463-CB95-46E5-9190-D47D0A0AD6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1" name="Freeform 9">
              <a:extLst>
                <a:ext uri="{FF2B5EF4-FFF2-40B4-BE49-F238E27FC236}">
                  <a16:creationId xmlns:a16="http://schemas.microsoft.com/office/drawing/2014/main" id="{9C090A6E-F3FE-4492-A8E3-5CB015467A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2" name="Freeform 10">
              <a:extLst>
                <a:ext uri="{FF2B5EF4-FFF2-40B4-BE49-F238E27FC236}">
                  <a16:creationId xmlns:a16="http://schemas.microsoft.com/office/drawing/2014/main" id="{D71279E6-2329-4AFD-BC71-783C75AD0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3" name="Freeform 11">
              <a:extLst>
                <a:ext uri="{FF2B5EF4-FFF2-40B4-BE49-F238E27FC236}">
                  <a16:creationId xmlns:a16="http://schemas.microsoft.com/office/drawing/2014/main" id="{39F93875-8DCC-4364-BCAD-87D1A0395F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4" name="Freeform 12">
              <a:extLst>
                <a:ext uri="{FF2B5EF4-FFF2-40B4-BE49-F238E27FC236}">
                  <a16:creationId xmlns:a16="http://schemas.microsoft.com/office/drawing/2014/main" id="{B8A0F650-D849-4B73-9146-7E45142095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5" name="Freeform 13">
              <a:extLst>
                <a:ext uri="{FF2B5EF4-FFF2-40B4-BE49-F238E27FC236}">
                  <a16:creationId xmlns:a16="http://schemas.microsoft.com/office/drawing/2014/main" id="{696C0D3B-E372-4329-A827-83F393655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6" name="Freeform 14">
              <a:extLst>
                <a:ext uri="{FF2B5EF4-FFF2-40B4-BE49-F238E27FC236}">
                  <a16:creationId xmlns:a16="http://schemas.microsoft.com/office/drawing/2014/main" id="{09187AF8-096B-4D9D-BECF-DA1ED22144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7" name="Freeform 15">
              <a:extLst>
                <a:ext uri="{FF2B5EF4-FFF2-40B4-BE49-F238E27FC236}">
                  <a16:creationId xmlns:a16="http://schemas.microsoft.com/office/drawing/2014/main" id="{BCFC2B8D-A927-4FA6-ABAD-250666F7F9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8" name="Freeform 16">
              <a:extLst>
                <a:ext uri="{FF2B5EF4-FFF2-40B4-BE49-F238E27FC236}">
                  <a16:creationId xmlns:a16="http://schemas.microsoft.com/office/drawing/2014/main" id="{393D1A0F-7858-45C7-9640-0EA05DE962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9" name="Freeform 17">
              <a:extLst>
                <a:ext uri="{FF2B5EF4-FFF2-40B4-BE49-F238E27FC236}">
                  <a16:creationId xmlns:a16="http://schemas.microsoft.com/office/drawing/2014/main" id="{9D9CC4FD-3E79-4B80-9CDC-9026604ACE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0" name="Freeform 18">
              <a:extLst>
                <a:ext uri="{FF2B5EF4-FFF2-40B4-BE49-F238E27FC236}">
                  <a16:creationId xmlns:a16="http://schemas.microsoft.com/office/drawing/2014/main" id="{6B9EF6BE-5CAC-4584-85C5-38722586BD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1" name="Freeform 19">
              <a:extLst>
                <a:ext uri="{FF2B5EF4-FFF2-40B4-BE49-F238E27FC236}">
                  <a16:creationId xmlns:a16="http://schemas.microsoft.com/office/drawing/2014/main" id="{CE9CBF70-A08F-4B3E-933C-5B383A7A0A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2" name="Freeform 20">
              <a:extLst>
                <a:ext uri="{FF2B5EF4-FFF2-40B4-BE49-F238E27FC236}">
                  <a16:creationId xmlns:a16="http://schemas.microsoft.com/office/drawing/2014/main" id="{DCB129BA-B7EC-4145-AA2C-85E18362D5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3" name="Rectangle 21">
              <a:extLst>
                <a:ext uri="{FF2B5EF4-FFF2-40B4-BE49-F238E27FC236}">
                  <a16:creationId xmlns:a16="http://schemas.microsoft.com/office/drawing/2014/main" id="{E952D24A-E62C-4B35-A453-E2DB313C1CF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4" name="Freeform 22">
              <a:extLst>
                <a:ext uri="{FF2B5EF4-FFF2-40B4-BE49-F238E27FC236}">
                  <a16:creationId xmlns:a16="http://schemas.microsoft.com/office/drawing/2014/main" id="{A616AFE6-9BCC-48E4-8C66-4AF9903EDA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5" name="Freeform 23">
              <a:extLst>
                <a:ext uri="{FF2B5EF4-FFF2-40B4-BE49-F238E27FC236}">
                  <a16:creationId xmlns:a16="http://schemas.microsoft.com/office/drawing/2014/main" id="{14593CC9-FBBF-4EEA-A1D0-6472C18040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6" name="Freeform 24">
              <a:extLst>
                <a:ext uri="{FF2B5EF4-FFF2-40B4-BE49-F238E27FC236}">
                  <a16:creationId xmlns:a16="http://schemas.microsoft.com/office/drawing/2014/main" id="{C13B5AB5-D746-465E-AA3D-E87100FF95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7" name="Freeform 25">
              <a:extLst>
                <a:ext uri="{FF2B5EF4-FFF2-40B4-BE49-F238E27FC236}">
                  <a16:creationId xmlns:a16="http://schemas.microsoft.com/office/drawing/2014/main" id="{D8C3E3A5-B063-4156-83BE-857D9A190C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8" name="Freeform 26">
              <a:extLst>
                <a:ext uri="{FF2B5EF4-FFF2-40B4-BE49-F238E27FC236}">
                  <a16:creationId xmlns:a16="http://schemas.microsoft.com/office/drawing/2014/main" id="{F9354ACE-2667-43D9-A9E4-35AF59FB09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9" name="Freeform 27">
              <a:extLst>
                <a:ext uri="{FF2B5EF4-FFF2-40B4-BE49-F238E27FC236}">
                  <a16:creationId xmlns:a16="http://schemas.microsoft.com/office/drawing/2014/main" id="{4500720B-9FE5-4FC6-BCC6-2C7F8F4E4D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0" name="Freeform 28">
              <a:extLst>
                <a:ext uri="{FF2B5EF4-FFF2-40B4-BE49-F238E27FC236}">
                  <a16:creationId xmlns:a16="http://schemas.microsoft.com/office/drawing/2014/main" id="{84BA71E3-588E-4AA6-AB1E-3CDB10C4FB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1" name="Freeform 29">
              <a:extLst>
                <a:ext uri="{FF2B5EF4-FFF2-40B4-BE49-F238E27FC236}">
                  <a16:creationId xmlns:a16="http://schemas.microsoft.com/office/drawing/2014/main" id="{BE3254C8-814E-4952-8200-C895058BA8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2" name="Freeform 30">
              <a:extLst>
                <a:ext uri="{FF2B5EF4-FFF2-40B4-BE49-F238E27FC236}">
                  <a16:creationId xmlns:a16="http://schemas.microsoft.com/office/drawing/2014/main" id="{331888C2-72FE-4B1E-BB9E-F6E7C5762F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3" name="Freeform 31">
              <a:extLst>
                <a:ext uri="{FF2B5EF4-FFF2-40B4-BE49-F238E27FC236}">
                  <a16:creationId xmlns:a16="http://schemas.microsoft.com/office/drawing/2014/main" id="{9BDBD28C-CE53-4274-AAA7-FA2D3C043C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4" name="Freeform 32">
              <a:extLst>
                <a:ext uri="{FF2B5EF4-FFF2-40B4-BE49-F238E27FC236}">
                  <a16:creationId xmlns:a16="http://schemas.microsoft.com/office/drawing/2014/main" id="{AFC524B2-1374-4D2A-8E7E-8CEEA8756B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5" name="Freeform 34">
              <a:extLst>
                <a:ext uri="{FF2B5EF4-FFF2-40B4-BE49-F238E27FC236}">
                  <a16:creationId xmlns:a16="http://schemas.microsoft.com/office/drawing/2014/main" id="{159C63ED-119F-4995-A908-DBB2293E7D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6" name="Freeform 35">
              <a:extLst>
                <a:ext uri="{FF2B5EF4-FFF2-40B4-BE49-F238E27FC236}">
                  <a16:creationId xmlns:a16="http://schemas.microsoft.com/office/drawing/2014/main" id="{9D9FDAB1-BF5D-47C0-A4DE-38264D999D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7" name="Freeform 36">
              <a:extLst>
                <a:ext uri="{FF2B5EF4-FFF2-40B4-BE49-F238E27FC236}">
                  <a16:creationId xmlns:a16="http://schemas.microsoft.com/office/drawing/2014/main" id="{C1ABD4F8-3CE7-417B-8CCD-4879D33FA8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8" name="Freeform 37">
              <a:extLst>
                <a:ext uri="{FF2B5EF4-FFF2-40B4-BE49-F238E27FC236}">
                  <a16:creationId xmlns:a16="http://schemas.microsoft.com/office/drawing/2014/main" id="{103F22C4-1CD6-4EF0-905B-92AB362F75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9" name="Freeform 38">
              <a:extLst>
                <a:ext uri="{FF2B5EF4-FFF2-40B4-BE49-F238E27FC236}">
                  <a16:creationId xmlns:a16="http://schemas.microsoft.com/office/drawing/2014/main" id="{B6C6E0C7-2C51-494C-96A1-A7080C7BC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0" name="Freeform 39">
              <a:extLst>
                <a:ext uri="{FF2B5EF4-FFF2-40B4-BE49-F238E27FC236}">
                  <a16:creationId xmlns:a16="http://schemas.microsoft.com/office/drawing/2014/main" id="{5E3AA035-F1DE-4980-A6F9-03834D6840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1" name="Freeform 40">
              <a:extLst>
                <a:ext uri="{FF2B5EF4-FFF2-40B4-BE49-F238E27FC236}">
                  <a16:creationId xmlns:a16="http://schemas.microsoft.com/office/drawing/2014/main" id="{130ADC70-2CD1-418A-84DE-3F38ABE739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2" name="Freeform 41">
              <a:extLst>
                <a:ext uri="{FF2B5EF4-FFF2-40B4-BE49-F238E27FC236}">
                  <a16:creationId xmlns:a16="http://schemas.microsoft.com/office/drawing/2014/main" id="{B7EA4B72-1CA4-476A-B6D6-852CAC06C8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3" name="Freeform 42">
              <a:extLst>
                <a:ext uri="{FF2B5EF4-FFF2-40B4-BE49-F238E27FC236}">
                  <a16:creationId xmlns:a16="http://schemas.microsoft.com/office/drawing/2014/main" id="{9BCDC689-AB36-471E-A19F-6DF6BDFA48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4" name="Freeform 43">
              <a:extLst>
                <a:ext uri="{FF2B5EF4-FFF2-40B4-BE49-F238E27FC236}">
                  <a16:creationId xmlns:a16="http://schemas.microsoft.com/office/drawing/2014/main" id="{F84B1191-49BD-42D8-9DD8-54B1025B85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5" name="Freeform 44">
              <a:extLst>
                <a:ext uri="{FF2B5EF4-FFF2-40B4-BE49-F238E27FC236}">
                  <a16:creationId xmlns:a16="http://schemas.microsoft.com/office/drawing/2014/main" id="{3F36B0B7-B248-4C36-ACAA-F57D604F99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6" name="Freeform 45">
              <a:extLst>
                <a:ext uri="{FF2B5EF4-FFF2-40B4-BE49-F238E27FC236}">
                  <a16:creationId xmlns:a16="http://schemas.microsoft.com/office/drawing/2014/main" id="{6C40B266-66D2-4AA5-AF83-82341DD033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7" name="Freeform 46">
              <a:extLst>
                <a:ext uri="{FF2B5EF4-FFF2-40B4-BE49-F238E27FC236}">
                  <a16:creationId xmlns:a16="http://schemas.microsoft.com/office/drawing/2014/main" id="{0F6CDDCC-C889-48AC-B016-7F6405161B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8" name="Freeform 47">
              <a:extLst>
                <a:ext uri="{FF2B5EF4-FFF2-40B4-BE49-F238E27FC236}">
                  <a16:creationId xmlns:a16="http://schemas.microsoft.com/office/drawing/2014/main" id="{292792DB-44D2-43DB-9EBE-FD22D8E4DB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9" name="Freeform 48">
              <a:extLst>
                <a:ext uri="{FF2B5EF4-FFF2-40B4-BE49-F238E27FC236}">
                  <a16:creationId xmlns:a16="http://schemas.microsoft.com/office/drawing/2014/main" id="{A70696E9-E2B2-4865-A0C3-E3E4E7CAB8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0" name="Freeform 49">
              <a:extLst>
                <a:ext uri="{FF2B5EF4-FFF2-40B4-BE49-F238E27FC236}">
                  <a16:creationId xmlns:a16="http://schemas.microsoft.com/office/drawing/2014/main" id="{8131D599-F06F-4922-A462-921AB0B9CF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1" name="Freeform 50">
              <a:extLst>
                <a:ext uri="{FF2B5EF4-FFF2-40B4-BE49-F238E27FC236}">
                  <a16:creationId xmlns:a16="http://schemas.microsoft.com/office/drawing/2014/main" id="{5737B435-E8F8-4CDD-89CD-FF0682FDED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2" name="Freeform 51">
              <a:extLst>
                <a:ext uri="{FF2B5EF4-FFF2-40B4-BE49-F238E27FC236}">
                  <a16:creationId xmlns:a16="http://schemas.microsoft.com/office/drawing/2014/main" id="{BC9AEEE5-3792-4999-8681-0EA0B20F09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3" name="Freeform 52">
              <a:extLst>
                <a:ext uri="{FF2B5EF4-FFF2-40B4-BE49-F238E27FC236}">
                  <a16:creationId xmlns:a16="http://schemas.microsoft.com/office/drawing/2014/main" id="{D1D6BC8B-EF90-45E5-B12E-445E7D0308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4" name="Freeform 53">
              <a:extLst>
                <a:ext uri="{FF2B5EF4-FFF2-40B4-BE49-F238E27FC236}">
                  <a16:creationId xmlns:a16="http://schemas.microsoft.com/office/drawing/2014/main" id="{C63921BB-161E-4135-A152-58519C262B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5" name="Freeform 54">
              <a:extLst>
                <a:ext uri="{FF2B5EF4-FFF2-40B4-BE49-F238E27FC236}">
                  <a16:creationId xmlns:a16="http://schemas.microsoft.com/office/drawing/2014/main" id="{B6D7A211-0B1F-4C02-A9F3-006FB08102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6" name="Freeform 55">
              <a:extLst>
                <a:ext uri="{FF2B5EF4-FFF2-40B4-BE49-F238E27FC236}">
                  <a16:creationId xmlns:a16="http://schemas.microsoft.com/office/drawing/2014/main" id="{A0B3206B-507B-4015-A9A2-E0896DFADF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7" name="Freeform 56">
              <a:extLst>
                <a:ext uri="{FF2B5EF4-FFF2-40B4-BE49-F238E27FC236}">
                  <a16:creationId xmlns:a16="http://schemas.microsoft.com/office/drawing/2014/main" id="{984BAC3F-9CA8-4015-A952-B9446F68D3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8" name="Freeform 57">
              <a:extLst>
                <a:ext uri="{FF2B5EF4-FFF2-40B4-BE49-F238E27FC236}">
                  <a16:creationId xmlns:a16="http://schemas.microsoft.com/office/drawing/2014/main" id="{4CDFC29E-4326-4DB6-9AAB-572FEBFC94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9" name="Freeform 58">
              <a:extLst>
                <a:ext uri="{FF2B5EF4-FFF2-40B4-BE49-F238E27FC236}">
                  <a16:creationId xmlns:a16="http://schemas.microsoft.com/office/drawing/2014/main" id="{76FF4184-4BBE-41C5-9C00-615CF27EEC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50" name="Freeform 59">
              <a:extLst>
                <a:ext uri="{FF2B5EF4-FFF2-40B4-BE49-F238E27FC236}">
                  <a16:creationId xmlns:a16="http://schemas.microsoft.com/office/drawing/2014/main" id="{1DC69F4A-1996-4C8C-9C03-DD93CF4100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51" name="Freeform 60">
              <a:extLst>
                <a:ext uri="{FF2B5EF4-FFF2-40B4-BE49-F238E27FC236}">
                  <a16:creationId xmlns:a16="http://schemas.microsoft.com/office/drawing/2014/main" id="{756AAD03-1CA0-40B0-B5AC-5BA605B294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52" name="Freeform 61">
              <a:extLst>
                <a:ext uri="{FF2B5EF4-FFF2-40B4-BE49-F238E27FC236}">
                  <a16:creationId xmlns:a16="http://schemas.microsoft.com/office/drawing/2014/main" id="{5D3472D0-A7F1-4E13-9454-78B7364B2E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53" name="Freeform 62">
              <a:extLst>
                <a:ext uri="{FF2B5EF4-FFF2-40B4-BE49-F238E27FC236}">
                  <a16:creationId xmlns:a16="http://schemas.microsoft.com/office/drawing/2014/main" id="{02302272-5BAA-46C1-8B4E-932590DED0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  <p:sp>
        <p:nvSpPr>
          <p:cNvPr id="254" name="Picture Placeholder 253">
            <a:extLst>
              <a:ext uri="{FF2B5EF4-FFF2-40B4-BE49-F238E27FC236}">
                <a16:creationId xmlns:a16="http://schemas.microsoft.com/office/drawing/2014/main" id="{E5AF71EF-D58B-4930-B671-3D00D2D01AC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  <p:sp>
        <p:nvSpPr>
          <p:cNvPr id="70" name="Text Placeholder 135">
            <a:extLst>
              <a:ext uri="{FF2B5EF4-FFF2-40B4-BE49-F238E27FC236}">
                <a16:creationId xmlns:a16="http://schemas.microsoft.com/office/drawing/2014/main" id="{0443CBF0-AF90-4B9B-A3C5-CDEF3FF57F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98823" y="630906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</p:spTree>
    <p:extLst>
      <p:ext uri="{BB962C8B-B14F-4D97-AF65-F5344CB8AC3E}">
        <p14:creationId xmlns:p14="http://schemas.microsoft.com/office/powerpoint/2010/main" val="49167890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B-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890DF213-662F-4F0F-AF3A-12E90D6AB403}"/>
              </a:ext>
            </a:extLst>
          </p:cNvPr>
          <p:cNvSpPr/>
          <p:nvPr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A60525C7-BF5C-4763-BFD2-4489EB5B78B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75050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67" name="Picture Placeholder 2">
            <a:extLst>
              <a:ext uri="{FF2B5EF4-FFF2-40B4-BE49-F238E27FC236}">
                <a16:creationId xmlns:a16="http://schemas.microsoft.com/office/drawing/2014/main" id="{2B0AC9A8-08B7-4674-84A9-EE81504DB88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51398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68" name="Picture Placeholder 2">
            <a:extLst>
              <a:ext uri="{FF2B5EF4-FFF2-40B4-BE49-F238E27FC236}">
                <a16:creationId xmlns:a16="http://schemas.microsoft.com/office/drawing/2014/main" id="{05998953-BBE0-4246-B9BC-50453554F00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527746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132" name="Text Placeholder 140">
            <a:extLst>
              <a:ext uri="{FF2B5EF4-FFF2-40B4-BE49-F238E27FC236}">
                <a16:creationId xmlns:a16="http://schemas.microsoft.com/office/drawing/2014/main" id="{CF59814C-B444-4ECE-A32B-683E53AD20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79326" y="686887"/>
            <a:ext cx="2832628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74" name="Text Placeholder 135">
            <a:extLst>
              <a:ext uri="{FF2B5EF4-FFF2-40B4-BE49-F238E27FC236}">
                <a16:creationId xmlns:a16="http://schemas.microsoft.com/office/drawing/2014/main" id="{4AA778C4-F038-4603-85A2-34141147C1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59719" y="630906"/>
            <a:ext cx="216000" cy="10800"/>
          </a:xfrm>
          <a:solidFill>
            <a:schemeClr val="tx2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69" name="Subtitle 139">
            <a:extLst>
              <a:ext uri="{FF2B5EF4-FFF2-40B4-BE49-F238E27FC236}">
                <a16:creationId xmlns:a16="http://schemas.microsoft.com/office/drawing/2014/main" id="{DFE50FBB-C502-4D0B-8245-7273FBAD151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6083" y="2487775"/>
            <a:ext cx="3579152" cy="227293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Aft>
                <a:spcPts val="600"/>
              </a:spcAft>
              <a:buNone/>
              <a:defRPr sz="3800" b="1">
                <a:solidFill>
                  <a:schemeClr val="tx2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75" name="Picture Placeholder 74">
            <a:extLst>
              <a:ext uri="{FF2B5EF4-FFF2-40B4-BE49-F238E27FC236}">
                <a16:creationId xmlns:a16="http://schemas.microsoft.com/office/drawing/2014/main" id="{8A8C76C3-30D3-442D-B999-658DC30E69C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  <p:grpSp>
        <p:nvGrpSpPr>
          <p:cNvPr id="133" name="Group 4">
            <a:extLst>
              <a:ext uri="{FF2B5EF4-FFF2-40B4-BE49-F238E27FC236}">
                <a16:creationId xmlns:a16="http://schemas.microsoft.com/office/drawing/2014/main" id="{EEDF0969-53B1-44A0-8DF6-45900D9BEAD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7255" y="616633"/>
            <a:ext cx="1440000" cy="1443689"/>
            <a:chOff x="2864" y="1181"/>
            <a:chExt cx="1952" cy="1957"/>
          </a:xfrm>
        </p:grpSpPr>
        <p:sp>
          <p:nvSpPr>
            <p:cNvPr id="134" name="AutoShape 3">
              <a:extLst>
                <a:ext uri="{FF2B5EF4-FFF2-40B4-BE49-F238E27FC236}">
                  <a16:creationId xmlns:a16="http://schemas.microsoft.com/office/drawing/2014/main" id="{19A2099F-82AC-4D5D-888B-DAC48F1CB4E5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5" name="Rectangle 5">
              <a:extLst>
                <a:ext uri="{FF2B5EF4-FFF2-40B4-BE49-F238E27FC236}">
                  <a16:creationId xmlns:a16="http://schemas.microsoft.com/office/drawing/2014/main" id="{9C4B9C5A-B965-44B1-98B9-93B0F1DE6C4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6" name="Freeform 6">
              <a:extLst>
                <a:ext uri="{FF2B5EF4-FFF2-40B4-BE49-F238E27FC236}">
                  <a16:creationId xmlns:a16="http://schemas.microsoft.com/office/drawing/2014/main" id="{1434A23D-964B-4295-A535-D6F6200C3B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7" name="Freeform 7">
              <a:extLst>
                <a:ext uri="{FF2B5EF4-FFF2-40B4-BE49-F238E27FC236}">
                  <a16:creationId xmlns:a16="http://schemas.microsoft.com/office/drawing/2014/main" id="{C2D4040B-8648-488A-BDE6-76C3F00ED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8" name="Freeform 8">
              <a:extLst>
                <a:ext uri="{FF2B5EF4-FFF2-40B4-BE49-F238E27FC236}">
                  <a16:creationId xmlns:a16="http://schemas.microsoft.com/office/drawing/2014/main" id="{7FE6A7EF-7042-4DC5-9A82-F864CB0E46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9" name="Freeform 9">
              <a:extLst>
                <a:ext uri="{FF2B5EF4-FFF2-40B4-BE49-F238E27FC236}">
                  <a16:creationId xmlns:a16="http://schemas.microsoft.com/office/drawing/2014/main" id="{6BA327C1-0C20-453C-9685-9A19D675B0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1" name="Freeform 10">
              <a:extLst>
                <a:ext uri="{FF2B5EF4-FFF2-40B4-BE49-F238E27FC236}">
                  <a16:creationId xmlns:a16="http://schemas.microsoft.com/office/drawing/2014/main" id="{151E8CF1-6536-4EB0-9227-43CEFBC2A6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7D548CD7-C4F1-4E62-BD11-89EB371404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8AAA7435-15EA-4DD0-8C4E-DF397F4B44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AC444245-DBBD-4EF5-8527-BC5A6B9554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6A7700CB-1749-4000-8712-7576E3E202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6" name="Freeform 15">
              <a:extLst>
                <a:ext uri="{FF2B5EF4-FFF2-40B4-BE49-F238E27FC236}">
                  <a16:creationId xmlns:a16="http://schemas.microsoft.com/office/drawing/2014/main" id="{E8284FDE-7D59-4F7E-A593-FE357C23FE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56E97FD3-2439-495E-9CED-B00FAC87BE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9BF69514-4C74-4903-A556-4786BFFB2D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94FB72D9-3941-4D63-AAEA-5D8C875869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A44BEDB4-0E40-4309-98BA-2B022616CA9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4894922E-9BB1-42DC-B154-0D2FA6C2B8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2" name="Rectangle 21">
              <a:extLst>
                <a:ext uri="{FF2B5EF4-FFF2-40B4-BE49-F238E27FC236}">
                  <a16:creationId xmlns:a16="http://schemas.microsoft.com/office/drawing/2014/main" id="{8F0B02EF-6CD7-497A-8416-9203D706EA2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FFFE5A6E-BE44-427B-A63B-1348792C90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A9D95AD4-51FD-4BC1-A944-5D9801DF8E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A85240E6-E7EA-467F-8D5D-FC29EAEC5B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6" name="Freeform 25">
              <a:extLst>
                <a:ext uri="{FF2B5EF4-FFF2-40B4-BE49-F238E27FC236}">
                  <a16:creationId xmlns:a16="http://schemas.microsoft.com/office/drawing/2014/main" id="{5B1224C5-9D05-4DA3-9D8A-DD247B08EC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7" name="Freeform 26">
              <a:extLst>
                <a:ext uri="{FF2B5EF4-FFF2-40B4-BE49-F238E27FC236}">
                  <a16:creationId xmlns:a16="http://schemas.microsoft.com/office/drawing/2014/main" id="{C9B8D699-7174-463A-8FA0-E5F1B1CD0E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30768851-5318-4231-853F-76C3CDCD77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76B467BB-EC25-4D2C-BCA4-8EEBD39994A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755C1353-4105-459D-8005-34E7D71B46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3DB7C414-4406-47EA-B728-C38B71F56A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A729E131-6F71-49FE-BA08-211DAD99A1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CBD93934-EDB7-4A50-8DB8-8623D46DF0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4" name="Freeform 34">
              <a:extLst>
                <a:ext uri="{FF2B5EF4-FFF2-40B4-BE49-F238E27FC236}">
                  <a16:creationId xmlns:a16="http://schemas.microsoft.com/office/drawing/2014/main" id="{F2FD5D12-6BF8-4582-B136-199C190B9B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5" name="Freeform 35">
              <a:extLst>
                <a:ext uri="{FF2B5EF4-FFF2-40B4-BE49-F238E27FC236}">
                  <a16:creationId xmlns:a16="http://schemas.microsoft.com/office/drawing/2014/main" id="{D5C054A4-8FF7-4C7F-8ABF-E4992E80E8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6" name="Freeform 36">
              <a:extLst>
                <a:ext uri="{FF2B5EF4-FFF2-40B4-BE49-F238E27FC236}">
                  <a16:creationId xmlns:a16="http://schemas.microsoft.com/office/drawing/2014/main" id="{E9EEDCCE-A760-4104-8468-DF6CD487F1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7" name="Freeform 37">
              <a:extLst>
                <a:ext uri="{FF2B5EF4-FFF2-40B4-BE49-F238E27FC236}">
                  <a16:creationId xmlns:a16="http://schemas.microsoft.com/office/drawing/2014/main" id="{C9FAD36D-4558-4126-BD35-1EF559FCF6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8" name="Freeform 38">
              <a:extLst>
                <a:ext uri="{FF2B5EF4-FFF2-40B4-BE49-F238E27FC236}">
                  <a16:creationId xmlns:a16="http://schemas.microsoft.com/office/drawing/2014/main" id="{A31A7B4A-DD9A-4DD1-9F38-8B1678CF70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9" name="Freeform 39">
              <a:extLst>
                <a:ext uri="{FF2B5EF4-FFF2-40B4-BE49-F238E27FC236}">
                  <a16:creationId xmlns:a16="http://schemas.microsoft.com/office/drawing/2014/main" id="{E7413065-3D87-4A2E-A803-75E056CE79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0" name="Freeform 40">
              <a:extLst>
                <a:ext uri="{FF2B5EF4-FFF2-40B4-BE49-F238E27FC236}">
                  <a16:creationId xmlns:a16="http://schemas.microsoft.com/office/drawing/2014/main" id="{E55D8205-6E61-4CA7-A32D-442F3B1D08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1" name="Freeform 41">
              <a:extLst>
                <a:ext uri="{FF2B5EF4-FFF2-40B4-BE49-F238E27FC236}">
                  <a16:creationId xmlns:a16="http://schemas.microsoft.com/office/drawing/2014/main" id="{EFF0C211-5D10-47DF-974A-A4AD21C5DC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2" name="Freeform 42">
              <a:extLst>
                <a:ext uri="{FF2B5EF4-FFF2-40B4-BE49-F238E27FC236}">
                  <a16:creationId xmlns:a16="http://schemas.microsoft.com/office/drawing/2014/main" id="{04AED5B5-2D67-4755-A04D-C8B2E7D9BF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3" name="Freeform 43">
              <a:extLst>
                <a:ext uri="{FF2B5EF4-FFF2-40B4-BE49-F238E27FC236}">
                  <a16:creationId xmlns:a16="http://schemas.microsoft.com/office/drawing/2014/main" id="{9B4E303C-6126-4141-BD8E-481DF95E82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4" name="Freeform 44">
              <a:extLst>
                <a:ext uri="{FF2B5EF4-FFF2-40B4-BE49-F238E27FC236}">
                  <a16:creationId xmlns:a16="http://schemas.microsoft.com/office/drawing/2014/main" id="{C715DB69-1A15-4523-9BC8-241609E0F7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5" name="Freeform 45">
              <a:extLst>
                <a:ext uri="{FF2B5EF4-FFF2-40B4-BE49-F238E27FC236}">
                  <a16:creationId xmlns:a16="http://schemas.microsoft.com/office/drawing/2014/main" id="{30CFD044-8BA0-4B49-8F46-6CF46E0477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6" name="Freeform 46">
              <a:extLst>
                <a:ext uri="{FF2B5EF4-FFF2-40B4-BE49-F238E27FC236}">
                  <a16:creationId xmlns:a16="http://schemas.microsoft.com/office/drawing/2014/main" id="{D0535F04-7016-48AE-B2AD-1D5F985BD1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7" name="Freeform 47">
              <a:extLst>
                <a:ext uri="{FF2B5EF4-FFF2-40B4-BE49-F238E27FC236}">
                  <a16:creationId xmlns:a16="http://schemas.microsoft.com/office/drawing/2014/main" id="{915B7E9C-CA44-4FC9-B5F5-E68A95D8B7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8" name="Freeform 48">
              <a:extLst>
                <a:ext uri="{FF2B5EF4-FFF2-40B4-BE49-F238E27FC236}">
                  <a16:creationId xmlns:a16="http://schemas.microsoft.com/office/drawing/2014/main" id="{A2EA4CD8-905E-4664-8D87-C6552A00E2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9" name="Freeform 49">
              <a:extLst>
                <a:ext uri="{FF2B5EF4-FFF2-40B4-BE49-F238E27FC236}">
                  <a16:creationId xmlns:a16="http://schemas.microsoft.com/office/drawing/2014/main" id="{38ADEC8B-DC21-45BF-B053-9704A696DC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0" name="Freeform 50">
              <a:extLst>
                <a:ext uri="{FF2B5EF4-FFF2-40B4-BE49-F238E27FC236}">
                  <a16:creationId xmlns:a16="http://schemas.microsoft.com/office/drawing/2014/main" id="{0C84EF33-43EC-4714-A146-9ECBD876935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1" name="Freeform 51">
              <a:extLst>
                <a:ext uri="{FF2B5EF4-FFF2-40B4-BE49-F238E27FC236}">
                  <a16:creationId xmlns:a16="http://schemas.microsoft.com/office/drawing/2014/main" id="{45197129-06CE-4542-847D-60EB4B46CF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2" name="Freeform 52">
              <a:extLst>
                <a:ext uri="{FF2B5EF4-FFF2-40B4-BE49-F238E27FC236}">
                  <a16:creationId xmlns:a16="http://schemas.microsoft.com/office/drawing/2014/main" id="{49724149-D986-4562-81EA-4450338111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3" name="Freeform 53">
              <a:extLst>
                <a:ext uri="{FF2B5EF4-FFF2-40B4-BE49-F238E27FC236}">
                  <a16:creationId xmlns:a16="http://schemas.microsoft.com/office/drawing/2014/main" id="{33DD1268-DBDE-40B0-B3B0-FFBE574C5C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4" name="Freeform 54">
              <a:extLst>
                <a:ext uri="{FF2B5EF4-FFF2-40B4-BE49-F238E27FC236}">
                  <a16:creationId xmlns:a16="http://schemas.microsoft.com/office/drawing/2014/main" id="{59DEFC8A-7E72-434B-89E0-D3DE02631E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5" name="Freeform 55">
              <a:extLst>
                <a:ext uri="{FF2B5EF4-FFF2-40B4-BE49-F238E27FC236}">
                  <a16:creationId xmlns:a16="http://schemas.microsoft.com/office/drawing/2014/main" id="{F637DA00-54E2-444C-A560-F54995B314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6" name="Freeform 56">
              <a:extLst>
                <a:ext uri="{FF2B5EF4-FFF2-40B4-BE49-F238E27FC236}">
                  <a16:creationId xmlns:a16="http://schemas.microsoft.com/office/drawing/2014/main" id="{BFDB6D14-5F2A-43F1-BEF4-71D0E63A43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7" name="Freeform 57">
              <a:extLst>
                <a:ext uri="{FF2B5EF4-FFF2-40B4-BE49-F238E27FC236}">
                  <a16:creationId xmlns:a16="http://schemas.microsoft.com/office/drawing/2014/main" id="{5AE0B8F0-9F84-4595-9CCC-4CB85326FD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8" name="Freeform 58">
              <a:extLst>
                <a:ext uri="{FF2B5EF4-FFF2-40B4-BE49-F238E27FC236}">
                  <a16:creationId xmlns:a16="http://schemas.microsoft.com/office/drawing/2014/main" id="{D9847DD5-AE1F-4448-A4F2-1CAFB69277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9" name="Freeform 59">
              <a:extLst>
                <a:ext uri="{FF2B5EF4-FFF2-40B4-BE49-F238E27FC236}">
                  <a16:creationId xmlns:a16="http://schemas.microsoft.com/office/drawing/2014/main" id="{76E7736D-FA04-4EB4-ACA3-36DF0EE2CB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0" name="Freeform 60">
              <a:extLst>
                <a:ext uri="{FF2B5EF4-FFF2-40B4-BE49-F238E27FC236}">
                  <a16:creationId xmlns:a16="http://schemas.microsoft.com/office/drawing/2014/main" id="{4D630A59-AEBF-44F1-9BEF-D9655EBCC1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1" name="Freeform 61">
              <a:extLst>
                <a:ext uri="{FF2B5EF4-FFF2-40B4-BE49-F238E27FC236}">
                  <a16:creationId xmlns:a16="http://schemas.microsoft.com/office/drawing/2014/main" id="{1E1D60D2-3F4A-4107-8038-2277529B5C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2" name="Freeform 62">
              <a:extLst>
                <a:ext uri="{FF2B5EF4-FFF2-40B4-BE49-F238E27FC236}">
                  <a16:creationId xmlns:a16="http://schemas.microsoft.com/office/drawing/2014/main" id="{B112D252-340C-479F-BFBF-018D7C240D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282189217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7AD5C-27FE-4927-A5C6-D642B489CA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6571" y="1532415"/>
            <a:ext cx="8467006" cy="4376944"/>
          </a:xfrm>
        </p:spPr>
        <p:txBody>
          <a:bodyPr/>
          <a:lstStyle>
            <a:lvl1pPr marL="0" marR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noProof="0" dirty="0"/>
              <a:t>Click to add text, or click on the relevant icon at the centre of the placeholder to add: Table / Chart / SmartArt / Image / Media. There are five type style levels. To access the type styles, click on the text and press the ‘Increase / Decrease List Level’ buttons in the Paragraph section of the Home ribbon.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3E2C-891A-4EFA-B177-79A203A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9B32D-F9FA-4261-B185-C59FA1578162}" type="datetime1">
              <a:rPr lang="en-AU" noProof="0" smtClean="0"/>
              <a:t>10/7/2023</a:t>
            </a:fld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8311-B38F-4316-93C3-A38E25C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B2E-0337-4FDD-956F-BDAC9ED1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‹#›</a:t>
            </a:fld>
            <a:endParaRPr lang="en-AU" noProof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6D70131-8A9F-45A2-829C-77B95B4CC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49724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7AD5C-27FE-4927-A5C6-D642B489CA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6570" y="1532415"/>
            <a:ext cx="3960697" cy="4376944"/>
          </a:xfrm>
        </p:spPr>
        <p:txBody>
          <a:bodyPr/>
          <a:lstStyle>
            <a:lvl1pPr marL="0" marR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noProof="0" dirty="0"/>
              <a:t>Click to add text, or click on the relevant icon at the centre of the placeholder to add: Table / Chart / SmartArt / Image / Media. There are five type style levels. To access the type styles, click on the text and press the ‘Increase / Decrease List Level’ buttons in the Paragraph section of the Home ribbon.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3E2C-891A-4EFA-B177-79A203A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9B32D-F9FA-4261-B185-C59FA1578162}" type="datetime1">
              <a:rPr lang="en-AU" noProof="0" smtClean="0"/>
              <a:t>10/7/2023</a:t>
            </a:fld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8311-B38F-4316-93C3-A38E25C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B2E-0337-4FDD-956F-BDAC9ED1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‹#›</a:t>
            </a:fld>
            <a:endParaRPr lang="en-AU" noProof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A73130-BD65-49F1-9021-B2537853096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43574" y="1532415"/>
            <a:ext cx="4050000" cy="4376944"/>
          </a:xfrm>
        </p:spPr>
        <p:txBody>
          <a:bodyPr/>
          <a:lstStyle>
            <a:lvl1pPr marL="0" marR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noProof="0" dirty="0"/>
              <a:t>Click to add text, or click on the relevant icon at the centre of the placeholder to add: Table / Chart / SmartArt / Image / Media. There are five type style levels. To access the type styles, click on the text and press the ‘Increase / Decrease List Level’ buttons in the Paragraph section of the Home ribbon.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9D4E990-62AF-46B4-A31C-611ACC34E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807375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3E2C-891A-4EFA-B177-79A203A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3400A-F88E-43AE-A990-A2146D650ECD}" type="datetime1">
              <a:rPr lang="en-AU" noProof="0" smtClean="0"/>
              <a:t>10/7/2023</a:t>
            </a:fld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8311-B38F-4316-93C3-A38E25C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B2E-0337-4FDD-956F-BDAC9ED1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‹#›</a:t>
            </a:fld>
            <a:endParaRPr lang="en-AU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6570" y="1532415"/>
            <a:ext cx="8467003" cy="4459190"/>
          </a:xfrm>
        </p:spPr>
        <p:txBody>
          <a:bodyPr numCol="2" spcCol="360000"/>
          <a:lstStyle>
            <a:lvl1pPr>
              <a:defRPr/>
            </a:lvl1pPr>
          </a:lstStyle>
          <a:p>
            <a:pPr lvl="0"/>
            <a:r>
              <a:rPr lang="en-AU" noProof="0" dirty="0"/>
              <a:t>There are five type style levels. To access the type styles, click on the text and press the ‘Increase / Decrease List Level’ buttons in the Paragraph section of the Home ribbon.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2D306C-AC12-4BE2-9FF4-865AD1190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903254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3E2C-891A-4EFA-B177-79A203A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7AC4-CA73-4AA5-94CF-7FC707DB7435}" type="datetime1">
              <a:rPr lang="en-AU" noProof="0" smtClean="0"/>
              <a:t>10/7/2023</a:t>
            </a:fld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8311-B38F-4316-93C3-A38E25C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B2E-0337-4FDD-956F-BDAC9ED1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‹#›</a:t>
            </a:fld>
            <a:endParaRPr lang="en-AU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0" y="1532415"/>
            <a:ext cx="8467003" cy="4459189"/>
          </a:xfrm>
        </p:spPr>
        <p:txBody>
          <a:bodyPr numCol="3" spcCol="36000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F5CCD1-CC6B-4701-871E-0AE3CFE64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661072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icture Placeholder 74">
            <a:extLst>
              <a:ext uri="{FF2B5EF4-FFF2-40B4-BE49-F238E27FC236}">
                <a16:creationId xmlns:a16="http://schemas.microsoft.com/office/drawing/2014/main" id="{3E2304DD-D55D-458E-8153-0D330BDFEF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4903986" cy="6857998"/>
          </a:xfrm>
          <a:solidFill>
            <a:schemeClr val="bg1">
              <a:lumMod val="85000"/>
            </a:schemeClr>
          </a:solidFill>
        </p:spPr>
        <p:txBody>
          <a:bodyPr lIns="360000" tIns="360000" rIns="720000" bIns="360000">
            <a:normAutofit/>
          </a:bodyPr>
          <a:lstStyle>
            <a:lvl1pPr algn="r">
              <a:defRPr lang="en-AU" noProof="0"/>
            </a:lvl1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1BB3B2C9-CFDB-4AF2-BE63-E2AF8B0E7505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611168" y="0"/>
            <a:ext cx="554235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sz="1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4EF96-63A5-4D4A-9682-3643FC1F9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/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768AD39D-5774-4D47-839D-1B36BB540E37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197229" y="1167586"/>
            <a:ext cx="3412331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sz="1800"/>
          </a:p>
        </p:txBody>
      </p:sp>
      <p:sp>
        <p:nvSpPr>
          <p:cNvPr id="25" name="Text Placeholder 140">
            <a:extLst>
              <a:ext uri="{FF2B5EF4-FFF2-40B4-BE49-F238E27FC236}">
                <a16:creationId xmlns:a16="http://schemas.microsoft.com/office/drawing/2014/main" id="{1E7CA0C9-C706-491C-A6A8-FDB0B12A21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5048" y="5394944"/>
            <a:ext cx="2086868" cy="707231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11" name="Text Placeholder 135">
            <a:extLst>
              <a:ext uri="{FF2B5EF4-FFF2-40B4-BE49-F238E27FC236}">
                <a16:creationId xmlns:a16="http://schemas.microsoft.com/office/drawing/2014/main" id="{17A51544-3ECD-4ABC-8447-3699A67ACC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5441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12" name="Text Placeholder 135">
            <a:extLst>
              <a:ext uri="{FF2B5EF4-FFF2-40B4-BE49-F238E27FC236}">
                <a16:creationId xmlns:a16="http://schemas.microsoft.com/office/drawing/2014/main" id="{B7B6EA53-04A3-48B6-AB9E-AE88845B6A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7255" y="616633"/>
            <a:ext cx="1260000" cy="1260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200">
                <a:solidFill>
                  <a:schemeClr val="tx2"/>
                </a:solidFill>
              </a:defRPr>
            </a:lvl1pPr>
            <a:lvl2pPr marL="0" indent="0">
              <a:defRPr sz="200">
                <a:solidFill>
                  <a:schemeClr val="tx2"/>
                </a:solidFill>
              </a:defRPr>
            </a:lvl2pPr>
            <a:lvl3pPr marL="0" indent="0">
              <a:defRPr sz="200">
                <a:solidFill>
                  <a:schemeClr val="tx2"/>
                </a:solidFill>
              </a:defRPr>
            </a:lvl3pPr>
            <a:lvl4pPr>
              <a:defRPr sz="200">
                <a:solidFill>
                  <a:schemeClr val="tx2"/>
                </a:solidFill>
              </a:defRPr>
            </a:lvl4pPr>
            <a:lvl5pPr>
              <a:defRPr sz="200">
                <a:solidFill>
                  <a:schemeClr val="tx2"/>
                </a:solidFill>
              </a:defRPr>
            </a:lvl5pPr>
            <a:lvl6pPr>
              <a:defRPr sz="200">
                <a:solidFill>
                  <a:schemeClr val="tx2"/>
                </a:solidFill>
              </a:defRPr>
            </a:lvl6pPr>
            <a:lvl7pPr>
              <a:defRPr sz="200">
                <a:solidFill>
                  <a:schemeClr val="tx2"/>
                </a:solidFill>
              </a:defRPr>
            </a:lvl7pPr>
            <a:lvl8pPr>
              <a:defRPr sz="200">
                <a:solidFill>
                  <a:schemeClr val="tx2"/>
                </a:solidFill>
              </a:defRPr>
            </a:lvl8pPr>
            <a:lvl9pPr>
              <a:defRPr sz="2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/>
              <a:t>       </a:t>
            </a:r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6EEB2435-9CCC-4FE5-8E11-8FE65430F0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69170" y="0"/>
            <a:ext cx="6084357" cy="6879660"/>
          </a:xfrm>
          <a:custGeom>
            <a:avLst/>
            <a:gdLst>
              <a:gd name="connsiteX0" fmla="*/ 1684339 w 6084357"/>
              <a:gd name="connsiteY0" fmla="*/ 0 h 6879660"/>
              <a:gd name="connsiteX1" fmla="*/ 6084357 w 6084357"/>
              <a:gd name="connsiteY1" fmla="*/ 0 h 6879660"/>
              <a:gd name="connsiteX2" fmla="*/ 6084357 w 6084357"/>
              <a:gd name="connsiteY2" fmla="*/ 6879660 h 6879660"/>
              <a:gd name="connsiteX3" fmla="*/ 1684339 w 6084357"/>
              <a:gd name="connsiteY3" fmla="*/ 6879660 h 6879660"/>
              <a:gd name="connsiteX4" fmla="*/ 0 w 6084357"/>
              <a:gd name="connsiteY4" fmla="*/ 6437231 h 687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4357" h="6879660">
                <a:moveTo>
                  <a:pt x="1684339" y="0"/>
                </a:moveTo>
                <a:lnTo>
                  <a:pt x="6084357" y="0"/>
                </a:lnTo>
                <a:lnTo>
                  <a:pt x="6084357" y="6879660"/>
                </a:lnTo>
                <a:lnTo>
                  <a:pt x="1684339" y="6879660"/>
                </a:lnTo>
                <a:lnTo>
                  <a:pt x="0" y="643723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304000" tIns="2700000" rIns="720000" bIns="180000" anchor="t" anchorCtr="0">
            <a:noAutofit/>
          </a:bodyPr>
          <a:lstStyle>
            <a:lvl1pPr marL="0" indent="0" algn="l">
              <a:spcAft>
                <a:spcPts val="1200"/>
              </a:spcAft>
              <a:buNone/>
              <a:defRPr sz="3800" b="1">
                <a:solidFill>
                  <a:schemeClr val="bg1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Divider slide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</p:spTree>
    <p:extLst>
      <p:ext uri="{BB962C8B-B14F-4D97-AF65-F5344CB8AC3E}">
        <p14:creationId xmlns:p14="http://schemas.microsoft.com/office/powerpoint/2010/main" val="360312028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ED45A0A4-174E-49D1-AFFA-8BAA5D9DAA82}"/>
              </a:ext>
            </a:extLst>
          </p:cNvPr>
          <p:cNvSpPr/>
          <p:nvPr/>
        </p:nvSpPr>
        <p:spPr>
          <a:xfrm>
            <a:off x="0" y="-1"/>
            <a:ext cx="9153002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/>
          </a:p>
        </p:txBody>
      </p:sp>
      <p:grpSp>
        <p:nvGrpSpPr>
          <p:cNvPr id="80" name="Group 4">
            <a:extLst>
              <a:ext uri="{FF2B5EF4-FFF2-40B4-BE49-F238E27FC236}">
                <a16:creationId xmlns:a16="http://schemas.microsoft.com/office/drawing/2014/main" id="{37897F24-DF87-4E8C-B6E6-84ACE89698D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81" name="AutoShape 3">
              <a:extLst>
                <a:ext uri="{FF2B5EF4-FFF2-40B4-BE49-F238E27FC236}">
                  <a16:creationId xmlns:a16="http://schemas.microsoft.com/office/drawing/2014/main" id="{C3489EAF-F8D9-4809-8ED8-CA8FC381617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2" name="Rectangle 5">
              <a:extLst>
                <a:ext uri="{FF2B5EF4-FFF2-40B4-BE49-F238E27FC236}">
                  <a16:creationId xmlns:a16="http://schemas.microsoft.com/office/drawing/2014/main" id="{E188D0CE-6AD7-4ED5-84C7-F8441A63FCB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3" name="Freeform 6">
              <a:extLst>
                <a:ext uri="{FF2B5EF4-FFF2-40B4-BE49-F238E27FC236}">
                  <a16:creationId xmlns:a16="http://schemas.microsoft.com/office/drawing/2014/main" id="{8B32A4EB-35BB-41CF-AEE9-23374677DA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4" name="Freeform 7">
              <a:extLst>
                <a:ext uri="{FF2B5EF4-FFF2-40B4-BE49-F238E27FC236}">
                  <a16:creationId xmlns:a16="http://schemas.microsoft.com/office/drawing/2014/main" id="{34350D2F-D10C-448A-84B4-0C2AAAF155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5" name="Freeform 8">
              <a:extLst>
                <a:ext uri="{FF2B5EF4-FFF2-40B4-BE49-F238E27FC236}">
                  <a16:creationId xmlns:a16="http://schemas.microsoft.com/office/drawing/2014/main" id="{87442180-3B44-4131-A01F-50CDB6873C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6" name="Freeform 9">
              <a:extLst>
                <a:ext uri="{FF2B5EF4-FFF2-40B4-BE49-F238E27FC236}">
                  <a16:creationId xmlns:a16="http://schemas.microsoft.com/office/drawing/2014/main" id="{92E27D8F-E45D-424E-B690-E9D6FDD207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7" name="Freeform 10">
              <a:extLst>
                <a:ext uri="{FF2B5EF4-FFF2-40B4-BE49-F238E27FC236}">
                  <a16:creationId xmlns:a16="http://schemas.microsoft.com/office/drawing/2014/main" id="{CE2282AC-63FC-4968-9EE5-3854BECCC5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8" name="Freeform 11">
              <a:extLst>
                <a:ext uri="{FF2B5EF4-FFF2-40B4-BE49-F238E27FC236}">
                  <a16:creationId xmlns:a16="http://schemas.microsoft.com/office/drawing/2014/main" id="{9614E605-56C7-4203-88F7-A249DD372F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9" name="Freeform 12">
              <a:extLst>
                <a:ext uri="{FF2B5EF4-FFF2-40B4-BE49-F238E27FC236}">
                  <a16:creationId xmlns:a16="http://schemas.microsoft.com/office/drawing/2014/main" id="{1435CB18-F431-488B-8432-F0E31B702F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0" name="Freeform 13">
              <a:extLst>
                <a:ext uri="{FF2B5EF4-FFF2-40B4-BE49-F238E27FC236}">
                  <a16:creationId xmlns:a16="http://schemas.microsoft.com/office/drawing/2014/main" id="{F4CED4D6-709F-485D-BF96-D587F46124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1" name="Freeform 14">
              <a:extLst>
                <a:ext uri="{FF2B5EF4-FFF2-40B4-BE49-F238E27FC236}">
                  <a16:creationId xmlns:a16="http://schemas.microsoft.com/office/drawing/2014/main" id="{960C9BFD-13B6-462B-A28C-D59B3AE961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2" name="Freeform 15">
              <a:extLst>
                <a:ext uri="{FF2B5EF4-FFF2-40B4-BE49-F238E27FC236}">
                  <a16:creationId xmlns:a16="http://schemas.microsoft.com/office/drawing/2014/main" id="{38E33990-C726-43C6-AAE9-3042C6086C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3" name="Freeform 16">
              <a:extLst>
                <a:ext uri="{FF2B5EF4-FFF2-40B4-BE49-F238E27FC236}">
                  <a16:creationId xmlns:a16="http://schemas.microsoft.com/office/drawing/2014/main" id="{28AD98D8-8750-428F-AEDB-9E3B072B04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4" name="Freeform 17">
              <a:extLst>
                <a:ext uri="{FF2B5EF4-FFF2-40B4-BE49-F238E27FC236}">
                  <a16:creationId xmlns:a16="http://schemas.microsoft.com/office/drawing/2014/main" id="{65DFD512-B7BC-4460-98F2-580FE2DEB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5" name="Freeform 18">
              <a:extLst>
                <a:ext uri="{FF2B5EF4-FFF2-40B4-BE49-F238E27FC236}">
                  <a16:creationId xmlns:a16="http://schemas.microsoft.com/office/drawing/2014/main" id="{816B12A3-B6E3-4C94-A503-F805AFA52E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6" name="Freeform 19">
              <a:extLst>
                <a:ext uri="{FF2B5EF4-FFF2-40B4-BE49-F238E27FC236}">
                  <a16:creationId xmlns:a16="http://schemas.microsoft.com/office/drawing/2014/main" id="{52E838E1-95FA-4863-A612-5CD074D835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7" name="Freeform 20">
              <a:extLst>
                <a:ext uri="{FF2B5EF4-FFF2-40B4-BE49-F238E27FC236}">
                  <a16:creationId xmlns:a16="http://schemas.microsoft.com/office/drawing/2014/main" id="{3757F951-EC8B-4808-89A7-F72EE6B318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8" name="Rectangle 21">
              <a:extLst>
                <a:ext uri="{FF2B5EF4-FFF2-40B4-BE49-F238E27FC236}">
                  <a16:creationId xmlns:a16="http://schemas.microsoft.com/office/drawing/2014/main" id="{1455BC2A-95E3-4B3A-B766-F9B3448544A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9" name="Freeform 22">
              <a:extLst>
                <a:ext uri="{FF2B5EF4-FFF2-40B4-BE49-F238E27FC236}">
                  <a16:creationId xmlns:a16="http://schemas.microsoft.com/office/drawing/2014/main" id="{AE15192B-445F-460F-85D4-DE1D65481B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0" name="Freeform 23">
              <a:extLst>
                <a:ext uri="{FF2B5EF4-FFF2-40B4-BE49-F238E27FC236}">
                  <a16:creationId xmlns:a16="http://schemas.microsoft.com/office/drawing/2014/main" id="{02FC4BA9-60CC-4EA7-9E2C-A5781AF9ED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1" name="Freeform 24">
              <a:extLst>
                <a:ext uri="{FF2B5EF4-FFF2-40B4-BE49-F238E27FC236}">
                  <a16:creationId xmlns:a16="http://schemas.microsoft.com/office/drawing/2014/main" id="{F867C6F2-77CB-454F-AD03-4AF6BCD318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2" name="Freeform 25">
              <a:extLst>
                <a:ext uri="{FF2B5EF4-FFF2-40B4-BE49-F238E27FC236}">
                  <a16:creationId xmlns:a16="http://schemas.microsoft.com/office/drawing/2014/main" id="{45C184A9-C9A7-4BE9-B8AA-670D53F495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3" name="Freeform 26">
              <a:extLst>
                <a:ext uri="{FF2B5EF4-FFF2-40B4-BE49-F238E27FC236}">
                  <a16:creationId xmlns:a16="http://schemas.microsoft.com/office/drawing/2014/main" id="{639F1355-F9BF-4E35-ACCA-3CF569604C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4" name="Freeform 27">
              <a:extLst>
                <a:ext uri="{FF2B5EF4-FFF2-40B4-BE49-F238E27FC236}">
                  <a16:creationId xmlns:a16="http://schemas.microsoft.com/office/drawing/2014/main" id="{0BB969C3-B2B2-4A95-9E0D-147BDC6AB6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5" name="Freeform 28">
              <a:extLst>
                <a:ext uri="{FF2B5EF4-FFF2-40B4-BE49-F238E27FC236}">
                  <a16:creationId xmlns:a16="http://schemas.microsoft.com/office/drawing/2014/main" id="{57AB5BEA-00D2-4949-A82F-228D2DF5D6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6" name="Freeform 29">
              <a:extLst>
                <a:ext uri="{FF2B5EF4-FFF2-40B4-BE49-F238E27FC236}">
                  <a16:creationId xmlns:a16="http://schemas.microsoft.com/office/drawing/2014/main" id="{55839B15-6AD5-4624-97BA-D5F76E026A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7" name="Freeform 30">
              <a:extLst>
                <a:ext uri="{FF2B5EF4-FFF2-40B4-BE49-F238E27FC236}">
                  <a16:creationId xmlns:a16="http://schemas.microsoft.com/office/drawing/2014/main" id="{F1AECCAA-F917-4046-A275-45746EE148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8" name="Freeform 31">
              <a:extLst>
                <a:ext uri="{FF2B5EF4-FFF2-40B4-BE49-F238E27FC236}">
                  <a16:creationId xmlns:a16="http://schemas.microsoft.com/office/drawing/2014/main" id="{EFC2605C-AC3F-4985-9EAA-9D07535AD8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9" name="Freeform 32">
              <a:extLst>
                <a:ext uri="{FF2B5EF4-FFF2-40B4-BE49-F238E27FC236}">
                  <a16:creationId xmlns:a16="http://schemas.microsoft.com/office/drawing/2014/main" id="{DD2FD06C-F665-400C-A2DA-05B4080530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0" name="Freeform 34">
              <a:extLst>
                <a:ext uri="{FF2B5EF4-FFF2-40B4-BE49-F238E27FC236}">
                  <a16:creationId xmlns:a16="http://schemas.microsoft.com/office/drawing/2014/main" id="{F9D84D94-901A-4825-AE62-4D5E6B758B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1" name="Freeform 35">
              <a:extLst>
                <a:ext uri="{FF2B5EF4-FFF2-40B4-BE49-F238E27FC236}">
                  <a16:creationId xmlns:a16="http://schemas.microsoft.com/office/drawing/2014/main" id="{E697AA8F-F3A2-4AA2-82F7-C12FDEB951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2" name="Freeform 36">
              <a:extLst>
                <a:ext uri="{FF2B5EF4-FFF2-40B4-BE49-F238E27FC236}">
                  <a16:creationId xmlns:a16="http://schemas.microsoft.com/office/drawing/2014/main" id="{6663BAD3-DE57-4E7D-8928-8A3D293591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3" name="Freeform 37">
              <a:extLst>
                <a:ext uri="{FF2B5EF4-FFF2-40B4-BE49-F238E27FC236}">
                  <a16:creationId xmlns:a16="http://schemas.microsoft.com/office/drawing/2014/main" id="{588E81B4-B58F-4FB1-BD66-9303C62B06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4" name="Freeform 38">
              <a:extLst>
                <a:ext uri="{FF2B5EF4-FFF2-40B4-BE49-F238E27FC236}">
                  <a16:creationId xmlns:a16="http://schemas.microsoft.com/office/drawing/2014/main" id="{A594E9CB-B4F5-4674-B6D8-8EA0AEB5AF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5" name="Freeform 39">
              <a:extLst>
                <a:ext uri="{FF2B5EF4-FFF2-40B4-BE49-F238E27FC236}">
                  <a16:creationId xmlns:a16="http://schemas.microsoft.com/office/drawing/2014/main" id="{E9EE944B-2537-4E86-BB79-01B08A98BD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6" name="Freeform 40">
              <a:extLst>
                <a:ext uri="{FF2B5EF4-FFF2-40B4-BE49-F238E27FC236}">
                  <a16:creationId xmlns:a16="http://schemas.microsoft.com/office/drawing/2014/main" id="{37F641CA-A99B-4BD2-A7F3-C62EB5FA53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7" name="Freeform 41">
              <a:extLst>
                <a:ext uri="{FF2B5EF4-FFF2-40B4-BE49-F238E27FC236}">
                  <a16:creationId xmlns:a16="http://schemas.microsoft.com/office/drawing/2014/main" id="{3F7E6118-0496-4290-AA76-92DD7696A7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8" name="Freeform 42">
              <a:extLst>
                <a:ext uri="{FF2B5EF4-FFF2-40B4-BE49-F238E27FC236}">
                  <a16:creationId xmlns:a16="http://schemas.microsoft.com/office/drawing/2014/main" id="{CDEB2522-C9F4-45AB-B832-03D7C27907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9" name="Freeform 43">
              <a:extLst>
                <a:ext uri="{FF2B5EF4-FFF2-40B4-BE49-F238E27FC236}">
                  <a16:creationId xmlns:a16="http://schemas.microsoft.com/office/drawing/2014/main" id="{057DAF99-B071-4689-AE85-49CF17FFE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0" name="Freeform 44">
              <a:extLst>
                <a:ext uri="{FF2B5EF4-FFF2-40B4-BE49-F238E27FC236}">
                  <a16:creationId xmlns:a16="http://schemas.microsoft.com/office/drawing/2014/main" id="{2AD55BEA-5647-4233-8812-D97172F30D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1" name="Freeform 45">
              <a:extLst>
                <a:ext uri="{FF2B5EF4-FFF2-40B4-BE49-F238E27FC236}">
                  <a16:creationId xmlns:a16="http://schemas.microsoft.com/office/drawing/2014/main" id="{B7A2A249-84E7-4314-BA61-DBCDCB58DA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2" name="Freeform 46">
              <a:extLst>
                <a:ext uri="{FF2B5EF4-FFF2-40B4-BE49-F238E27FC236}">
                  <a16:creationId xmlns:a16="http://schemas.microsoft.com/office/drawing/2014/main" id="{080CB9C7-879F-4C5F-B900-E42905A1A8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3" name="Freeform 47">
              <a:extLst>
                <a:ext uri="{FF2B5EF4-FFF2-40B4-BE49-F238E27FC236}">
                  <a16:creationId xmlns:a16="http://schemas.microsoft.com/office/drawing/2014/main" id="{85D5ED3B-6B44-4242-8789-CFAE143293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4" name="Freeform 48">
              <a:extLst>
                <a:ext uri="{FF2B5EF4-FFF2-40B4-BE49-F238E27FC236}">
                  <a16:creationId xmlns:a16="http://schemas.microsoft.com/office/drawing/2014/main" id="{44123FC8-6160-45EE-9F87-6181F127D5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5" name="Freeform 49">
              <a:extLst>
                <a:ext uri="{FF2B5EF4-FFF2-40B4-BE49-F238E27FC236}">
                  <a16:creationId xmlns:a16="http://schemas.microsoft.com/office/drawing/2014/main" id="{8E63F81C-B7AD-447D-82E2-F6A801B1AB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6" name="Freeform 50">
              <a:extLst>
                <a:ext uri="{FF2B5EF4-FFF2-40B4-BE49-F238E27FC236}">
                  <a16:creationId xmlns:a16="http://schemas.microsoft.com/office/drawing/2014/main" id="{1B215EF7-12A0-4E3D-B169-EC7F61B8CC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7" name="Freeform 51">
              <a:extLst>
                <a:ext uri="{FF2B5EF4-FFF2-40B4-BE49-F238E27FC236}">
                  <a16:creationId xmlns:a16="http://schemas.microsoft.com/office/drawing/2014/main" id="{1AB5A98F-EEF6-4431-A296-5210F55AF8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8" name="Freeform 52">
              <a:extLst>
                <a:ext uri="{FF2B5EF4-FFF2-40B4-BE49-F238E27FC236}">
                  <a16:creationId xmlns:a16="http://schemas.microsoft.com/office/drawing/2014/main" id="{AE991A24-3E0D-4D0F-B18B-E90EACF85D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9" name="Freeform 53">
              <a:extLst>
                <a:ext uri="{FF2B5EF4-FFF2-40B4-BE49-F238E27FC236}">
                  <a16:creationId xmlns:a16="http://schemas.microsoft.com/office/drawing/2014/main" id="{917F8D29-F091-40D7-83CB-7973CF99E4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0" name="Freeform 54">
              <a:extLst>
                <a:ext uri="{FF2B5EF4-FFF2-40B4-BE49-F238E27FC236}">
                  <a16:creationId xmlns:a16="http://schemas.microsoft.com/office/drawing/2014/main" id="{8B994471-93F7-4139-8030-677E01D4D2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1" name="Freeform 55">
              <a:extLst>
                <a:ext uri="{FF2B5EF4-FFF2-40B4-BE49-F238E27FC236}">
                  <a16:creationId xmlns:a16="http://schemas.microsoft.com/office/drawing/2014/main" id="{05E330A0-5581-4F4F-A039-823CBB4C2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2" name="Freeform 56">
              <a:extLst>
                <a:ext uri="{FF2B5EF4-FFF2-40B4-BE49-F238E27FC236}">
                  <a16:creationId xmlns:a16="http://schemas.microsoft.com/office/drawing/2014/main" id="{E73C40F5-7283-4E3D-A087-181455AA59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3" name="Freeform 57">
              <a:extLst>
                <a:ext uri="{FF2B5EF4-FFF2-40B4-BE49-F238E27FC236}">
                  <a16:creationId xmlns:a16="http://schemas.microsoft.com/office/drawing/2014/main" id="{64EEF324-5B97-42E0-8919-10228AFBF0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4" name="Freeform 58">
              <a:extLst>
                <a:ext uri="{FF2B5EF4-FFF2-40B4-BE49-F238E27FC236}">
                  <a16:creationId xmlns:a16="http://schemas.microsoft.com/office/drawing/2014/main" id="{F2CA6A11-D1E3-4E3C-8A26-2E66CE9229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5" name="Freeform 59">
              <a:extLst>
                <a:ext uri="{FF2B5EF4-FFF2-40B4-BE49-F238E27FC236}">
                  <a16:creationId xmlns:a16="http://schemas.microsoft.com/office/drawing/2014/main" id="{478F9720-5495-467D-974F-AB6027FFB1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6" name="Freeform 60">
              <a:extLst>
                <a:ext uri="{FF2B5EF4-FFF2-40B4-BE49-F238E27FC236}">
                  <a16:creationId xmlns:a16="http://schemas.microsoft.com/office/drawing/2014/main" id="{F57D5781-C76E-4D29-8622-D9AEF8EBA2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8" name="Freeform 61">
              <a:extLst>
                <a:ext uri="{FF2B5EF4-FFF2-40B4-BE49-F238E27FC236}">
                  <a16:creationId xmlns:a16="http://schemas.microsoft.com/office/drawing/2014/main" id="{84BDD055-1F96-4693-89A0-C50330B044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0" name="Freeform 62">
              <a:extLst>
                <a:ext uri="{FF2B5EF4-FFF2-40B4-BE49-F238E27FC236}">
                  <a16:creationId xmlns:a16="http://schemas.microsoft.com/office/drawing/2014/main" id="{C96029DA-312F-4980-9972-EFCDC3310E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4EF96-63A5-4D4A-9682-3643FC1F9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/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2487775"/>
            <a:ext cx="3579152" cy="227293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Aft>
                <a:spcPts val="1200"/>
              </a:spcAft>
              <a:buNone/>
              <a:defRPr sz="3800" b="1">
                <a:solidFill>
                  <a:schemeClr val="bg1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194" name="Picture Placeholder 193">
            <a:extLst>
              <a:ext uri="{FF2B5EF4-FFF2-40B4-BE49-F238E27FC236}">
                <a16:creationId xmlns:a16="http://schemas.microsoft.com/office/drawing/2014/main" id="{377C17A3-B515-4A5D-8E36-2ADFC9B9D4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32992" y="-2"/>
            <a:ext cx="4820009" cy="6879660"/>
          </a:xfrm>
          <a:custGeom>
            <a:avLst/>
            <a:gdLst>
              <a:gd name="connsiteX0" fmla="*/ 1684339 w 4820009"/>
              <a:gd name="connsiteY0" fmla="*/ 0 h 6879660"/>
              <a:gd name="connsiteX1" fmla="*/ 4820009 w 4820009"/>
              <a:gd name="connsiteY1" fmla="*/ 0 h 6879660"/>
              <a:gd name="connsiteX2" fmla="*/ 4820009 w 4820009"/>
              <a:gd name="connsiteY2" fmla="*/ 6879660 h 6879660"/>
              <a:gd name="connsiteX3" fmla="*/ 1684339 w 4820009"/>
              <a:gd name="connsiteY3" fmla="*/ 6879660 h 6879660"/>
              <a:gd name="connsiteX4" fmla="*/ 0 w 4820009"/>
              <a:gd name="connsiteY4" fmla="*/ 6437231 h 687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20009" h="6879660">
                <a:moveTo>
                  <a:pt x="1684339" y="0"/>
                </a:moveTo>
                <a:lnTo>
                  <a:pt x="4820009" y="0"/>
                </a:lnTo>
                <a:lnTo>
                  <a:pt x="4820009" y="6879660"/>
                </a:lnTo>
                <a:lnTo>
                  <a:pt x="1684339" y="6879660"/>
                </a:lnTo>
                <a:lnTo>
                  <a:pt x="0" y="643723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r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  <p:sp>
        <p:nvSpPr>
          <p:cNvPr id="70" name="Text Placeholder 135">
            <a:extLst>
              <a:ext uri="{FF2B5EF4-FFF2-40B4-BE49-F238E27FC236}">
                <a16:creationId xmlns:a16="http://schemas.microsoft.com/office/drawing/2014/main" id="{39EEEB41-070B-4D49-8171-7FAFC7D938A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7867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71" name="Text Placeholder 140">
            <a:extLst>
              <a:ext uri="{FF2B5EF4-FFF2-40B4-BE49-F238E27FC236}">
                <a16:creationId xmlns:a16="http://schemas.microsoft.com/office/drawing/2014/main" id="{1D0C5B8E-9987-4DD1-A424-38B5EB8B98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747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204913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890DF213-662F-4F0F-AF3A-12E90D6AB403}"/>
              </a:ext>
            </a:extLst>
          </p:cNvPr>
          <p:cNvSpPr/>
          <p:nvPr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4855" y="2487775"/>
            <a:ext cx="4499468" cy="227293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Aft>
                <a:spcPts val="600"/>
              </a:spcAft>
              <a:buNone/>
              <a:defRPr sz="3800" b="1">
                <a:solidFill>
                  <a:schemeClr val="tx2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67" name="Text Placeholder 140">
            <a:extLst>
              <a:ext uri="{FF2B5EF4-FFF2-40B4-BE49-F238E27FC236}">
                <a16:creationId xmlns:a16="http://schemas.microsoft.com/office/drawing/2014/main" id="{F997F199-0CF9-40C8-9EAA-1BE7B409F1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485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68" name="Text Placeholder 135">
            <a:extLst>
              <a:ext uri="{FF2B5EF4-FFF2-40B4-BE49-F238E27FC236}">
                <a16:creationId xmlns:a16="http://schemas.microsoft.com/office/drawing/2014/main" id="{6020C5ED-8684-4963-B702-A20B7E17DD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5247" y="5338960"/>
            <a:ext cx="216000" cy="10800"/>
          </a:xfrm>
          <a:solidFill>
            <a:schemeClr val="tx2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grpSp>
        <p:nvGrpSpPr>
          <p:cNvPr id="66" name="Group 4">
            <a:extLst>
              <a:ext uri="{FF2B5EF4-FFF2-40B4-BE49-F238E27FC236}">
                <a16:creationId xmlns:a16="http://schemas.microsoft.com/office/drawing/2014/main" id="{704F5866-81AF-49E6-B4EB-DD6D2560FEC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7255" y="616633"/>
            <a:ext cx="1256780" cy="1260000"/>
            <a:chOff x="2864" y="1181"/>
            <a:chExt cx="1952" cy="1957"/>
          </a:xfrm>
        </p:grpSpPr>
        <p:sp>
          <p:nvSpPr>
            <p:cNvPr id="69" name="AutoShape 3">
              <a:extLst>
                <a:ext uri="{FF2B5EF4-FFF2-40B4-BE49-F238E27FC236}">
                  <a16:creationId xmlns:a16="http://schemas.microsoft.com/office/drawing/2014/main" id="{00867E46-1BF5-442D-A0A5-F8E783CBEF7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0" name="Rectangle 5">
              <a:extLst>
                <a:ext uri="{FF2B5EF4-FFF2-40B4-BE49-F238E27FC236}">
                  <a16:creationId xmlns:a16="http://schemas.microsoft.com/office/drawing/2014/main" id="{E992B825-3444-4976-BADD-449241902E4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2" name="Freeform 6">
              <a:extLst>
                <a:ext uri="{FF2B5EF4-FFF2-40B4-BE49-F238E27FC236}">
                  <a16:creationId xmlns:a16="http://schemas.microsoft.com/office/drawing/2014/main" id="{B7A36325-C8C8-43D7-8F3C-B7ADCF806F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3" name="Freeform 7">
              <a:extLst>
                <a:ext uri="{FF2B5EF4-FFF2-40B4-BE49-F238E27FC236}">
                  <a16:creationId xmlns:a16="http://schemas.microsoft.com/office/drawing/2014/main" id="{02EBE5C1-67B0-4021-A4D6-F36C1E2076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4" name="Freeform 8">
              <a:extLst>
                <a:ext uri="{FF2B5EF4-FFF2-40B4-BE49-F238E27FC236}">
                  <a16:creationId xmlns:a16="http://schemas.microsoft.com/office/drawing/2014/main" id="{3AC9CC64-EED2-41B1-9D70-62F468B5EF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5" name="Freeform 9">
              <a:extLst>
                <a:ext uri="{FF2B5EF4-FFF2-40B4-BE49-F238E27FC236}">
                  <a16:creationId xmlns:a16="http://schemas.microsoft.com/office/drawing/2014/main" id="{2C369124-A4C6-43AF-BEE0-D0484F771B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6" name="Freeform 10">
              <a:extLst>
                <a:ext uri="{FF2B5EF4-FFF2-40B4-BE49-F238E27FC236}">
                  <a16:creationId xmlns:a16="http://schemas.microsoft.com/office/drawing/2014/main" id="{DA2B60C1-4D9C-4921-A53E-CB741140BA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7" name="Freeform 11">
              <a:extLst>
                <a:ext uri="{FF2B5EF4-FFF2-40B4-BE49-F238E27FC236}">
                  <a16:creationId xmlns:a16="http://schemas.microsoft.com/office/drawing/2014/main" id="{516687D2-F9EB-40A6-8C33-4628B952AA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8" name="Freeform 12">
              <a:extLst>
                <a:ext uri="{FF2B5EF4-FFF2-40B4-BE49-F238E27FC236}">
                  <a16:creationId xmlns:a16="http://schemas.microsoft.com/office/drawing/2014/main" id="{1F98E951-E4F5-4244-A392-06F4C5CBE3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9" name="Freeform 13">
              <a:extLst>
                <a:ext uri="{FF2B5EF4-FFF2-40B4-BE49-F238E27FC236}">
                  <a16:creationId xmlns:a16="http://schemas.microsoft.com/office/drawing/2014/main" id="{D73B3FAF-1360-400B-A34D-DE7FA61DA5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0" name="Freeform 14">
              <a:extLst>
                <a:ext uri="{FF2B5EF4-FFF2-40B4-BE49-F238E27FC236}">
                  <a16:creationId xmlns:a16="http://schemas.microsoft.com/office/drawing/2014/main" id="{0E3E0443-559E-40A4-AC83-B7C7B46D62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1" name="Freeform 15">
              <a:extLst>
                <a:ext uri="{FF2B5EF4-FFF2-40B4-BE49-F238E27FC236}">
                  <a16:creationId xmlns:a16="http://schemas.microsoft.com/office/drawing/2014/main" id="{3B6D64C0-503A-4A3E-8856-A2D00080CB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344E608E-FA53-4EE6-8B32-A176787AD1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3" name="Freeform 17">
              <a:extLst>
                <a:ext uri="{FF2B5EF4-FFF2-40B4-BE49-F238E27FC236}">
                  <a16:creationId xmlns:a16="http://schemas.microsoft.com/office/drawing/2014/main" id="{82E59E1A-FE23-4484-A602-50A63C2BB8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4" name="Freeform 18">
              <a:extLst>
                <a:ext uri="{FF2B5EF4-FFF2-40B4-BE49-F238E27FC236}">
                  <a16:creationId xmlns:a16="http://schemas.microsoft.com/office/drawing/2014/main" id="{AB8B48A5-027C-4C8C-B2BA-66106412CD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5" name="Freeform 19">
              <a:extLst>
                <a:ext uri="{FF2B5EF4-FFF2-40B4-BE49-F238E27FC236}">
                  <a16:creationId xmlns:a16="http://schemas.microsoft.com/office/drawing/2014/main" id="{18367D32-5FB5-44FE-BF95-D094631A27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6" name="Freeform 20">
              <a:extLst>
                <a:ext uri="{FF2B5EF4-FFF2-40B4-BE49-F238E27FC236}">
                  <a16:creationId xmlns:a16="http://schemas.microsoft.com/office/drawing/2014/main" id="{EFD63C50-7B28-4BB5-96CD-4FC0FA7C44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7" name="Rectangle 21">
              <a:extLst>
                <a:ext uri="{FF2B5EF4-FFF2-40B4-BE49-F238E27FC236}">
                  <a16:creationId xmlns:a16="http://schemas.microsoft.com/office/drawing/2014/main" id="{0CFDB50E-769E-4CC4-959A-767A1BD5C6D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8" name="Freeform 22">
              <a:extLst>
                <a:ext uri="{FF2B5EF4-FFF2-40B4-BE49-F238E27FC236}">
                  <a16:creationId xmlns:a16="http://schemas.microsoft.com/office/drawing/2014/main" id="{B25B96F8-0F1A-443B-A745-968636FB76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9" name="Freeform 23">
              <a:extLst>
                <a:ext uri="{FF2B5EF4-FFF2-40B4-BE49-F238E27FC236}">
                  <a16:creationId xmlns:a16="http://schemas.microsoft.com/office/drawing/2014/main" id="{B3CE29F3-B1CB-4E2E-8D44-BD05F8C9E4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0" name="Freeform 24">
              <a:extLst>
                <a:ext uri="{FF2B5EF4-FFF2-40B4-BE49-F238E27FC236}">
                  <a16:creationId xmlns:a16="http://schemas.microsoft.com/office/drawing/2014/main" id="{5F2BD262-D743-46CB-A02D-8FC6A20BA9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1" name="Freeform 25">
              <a:extLst>
                <a:ext uri="{FF2B5EF4-FFF2-40B4-BE49-F238E27FC236}">
                  <a16:creationId xmlns:a16="http://schemas.microsoft.com/office/drawing/2014/main" id="{27696AC0-6BD9-4800-AD55-9D14D1D92F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2" name="Freeform 26">
              <a:extLst>
                <a:ext uri="{FF2B5EF4-FFF2-40B4-BE49-F238E27FC236}">
                  <a16:creationId xmlns:a16="http://schemas.microsoft.com/office/drawing/2014/main" id="{0DFCE9BD-D104-4F2A-B32B-3F10C6285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3" name="Freeform 27">
              <a:extLst>
                <a:ext uri="{FF2B5EF4-FFF2-40B4-BE49-F238E27FC236}">
                  <a16:creationId xmlns:a16="http://schemas.microsoft.com/office/drawing/2014/main" id="{B84E4709-431B-4D50-A86F-228E2DDFDF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4" name="Freeform 28">
              <a:extLst>
                <a:ext uri="{FF2B5EF4-FFF2-40B4-BE49-F238E27FC236}">
                  <a16:creationId xmlns:a16="http://schemas.microsoft.com/office/drawing/2014/main" id="{460EDE2F-28EA-4986-8B02-E77F134F97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5" name="Freeform 29">
              <a:extLst>
                <a:ext uri="{FF2B5EF4-FFF2-40B4-BE49-F238E27FC236}">
                  <a16:creationId xmlns:a16="http://schemas.microsoft.com/office/drawing/2014/main" id="{4E929A16-7E2A-435C-BC1F-5DBB58D2F2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6" name="Freeform 30">
              <a:extLst>
                <a:ext uri="{FF2B5EF4-FFF2-40B4-BE49-F238E27FC236}">
                  <a16:creationId xmlns:a16="http://schemas.microsoft.com/office/drawing/2014/main" id="{419B1465-08DD-43B7-BA12-F0249462AA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7" name="Freeform 31">
              <a:extLst>
                <a:ext uri="{FF2B5EF4-FFF2-40B4-BE49-F238E27FC236}">
                  <a16:creationId xmlns:a16="http://schemas.microsoft.com/office/drawing/2014/main" id="{7E485DB7-2FC6-4F7D-8FD2-0683F19940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8" name="Freeform 32">
              <a:extLst>
                <a:ext uri="{FF2B5EF4-FFF2-40B4-BE49-F238E27FC236}">
                  <a16:creationId xmlns:a16="http://schemas.microsoft.com/office/drawing/2014/main" id="{8930586B-B0D5-4F03-BE69-A95CA228DF8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9" name="Freeform 34">
              <a:extLst>
                <a:ext uri="{FF2B5EF4-FFF2-40B4-BE49-F238E27FC236}">
                  <a16:creationId xmlns:a16="http://schemas.microsoft.com/office/drawing/2014/main" id="{29527089-AB6C-4BA1-8CA4-BBEF23F00C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0" name="Freeform 35">
              <a:extLst>
                <a:ext uri="{FF2B5EF4-FFF2-40B4-BE49-F238E27FC236}">
                  <a16:creationId xmlns:a16="http://schemas.microsoft.com/office/drawing/2014/main" id="{4A16389F-042C-4CD5-9594-F9963A5A01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1" name="Freeform 36">
              <a:extLst>
                <a:ext uri="{FF2B5EF4-FFF2-40B4-BE49-F238E27FC236}">
                  <a16:creationId xmlns:a16="http://schemas.microsoft.com/office/drawing/2014/main" id="{6B904AFC-1AE6-4549-BD77-A401BAE5E4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2" name="Freeform 37">
              <a:extLst>
                <a:ext uri="{FF2B5EF4-FFF2-40B4-BE49-F238E27FC236}">
                  <a16:creationId xmlns:a16="http://schemas.microsoft.com/office/drawing/2014/main" id="{0CA5B956-56EC-4BDE-B2E4-66104DACFC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3" name="Freeform 38">
              <a:extLst>
                <a:ext uri="{FF2B5EF4-FFF2-40B4-BE49-F238E27FC236}">
                  <a16:creationId xmlns:a16="http://schemas.microsoft.com/office/drawing/2014/main" id="{A80A7CDF-090E-4E2A-8816-160E0CF0DE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4" name="Freeform 39">
              <a:extLst>
                <a:ext uri="{FF2B5EF4-FFF2-40B4-BE49-F238E27FC236}">
                  <a16:creationId xmlns:a16="http://schemas.microsoft.com/office/drawing/2014/main" id="{A72A4A94-54E6-4069-90FB-67FA293A48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5" name="Freeform 40">
              <a:extLst>
                <a:ext uri="{FF2B5EF4-FFF2-40B4-BE49-F238E27FC236}">
                  <a16:creationId xmlns:a16="http://schemas.microsoft.com/office/drawing/2014/main" id="{717900C0-C738-43B9-8986-FD0513356E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6" name="Freeform 41">
              <a:extLst>
                <a:ext uri="{FF2B5EF4-FFF2-40B4-BE49-F238E27FC236}">
                  <a16:creationId xmlns:a16="http://schemas.microsoft.com/office/drawing/2014/main" id="{A9AD3EAD-6FD9-4AD6-B87E-7C8FBAAF6B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7" name="Freeform 42">
              <a:extLst>
                <a:ext uri="{FF2B5EF4-FFF2-40B4-BE49-F238E27FC236}">
                  <a16:creationId xmlns:a16="http://schemas.microsoft.com/office/drawing/2014/main" id="{B63EE469-D93B-4B30-9FDA-B2065EE1B1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8" name="Freeform 43">
              <a:extLst>
                <a:ext uri="{FF2B5EF4-FFF2-40B4-BE49-F238E27FC236}">
                  <a16:creationId xmlns:a16="http://schemas.microsoft.com/office/drawing/2014/main" id="{B7606B58-2606-4B88-84C4-EAAB3AF23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9" name="Freeform 44">
              <a:extLst>
                <a:ext uri="{FF2B5EF4-FFF2-40B4-BE49-F238E27FC236}">
                  <a16:creationId xmlns:a16="http://schemas.microsoft.com/office/drawing/2014/main" id="{266CC504-A588-4948-8EBD-4372737221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0" name="Freeform 45">
              <a:extLst>
                <a:ext uri="{FF2B5EF4-FFF2-40B4-BE49-F238E27FC236}">
                  <a16:creationId xmlns:a16="http://schemas.microsoft.com/office/drawing/2014/main" id="{23C151DC-68CD-499A-80C6-5C2AF3A48B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1" name="Freeform 46">
              <a:extLst>
                <a:ext uri="{FF2B5EF4-FFF2-40B4-BE49-F238E27FC236}">
                  <a16:creationId xmlns:a16="http://schemas.microsoft.com/office/drawing/2014/main" id="{806EDA6A-E4B6-4F25-AD2F-2250B0716E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2" name="Freeform 47">
              <a:extLst>
                <a:ext uri="{FF2B5EF4-FFF2-40B4-BE49-F238E27FC236}">
                  <a16:creationId xmlns:a16="http://schemas.microsoft.com/office/drawing/2014/main" id="{F18D44B4-FCDE-44F0-ACF1-E4C6F64EA8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3" name="Freeform 48">
              <a:extLst>
                <a:ext uri="{FF2B5EF4-FFF2-40B4-BE49-F238E27FC236}">
                  <a16:creationId xmlns:a16="http://schemas.microsoft.com/office/drawing/2014/main" id="{9F466797-5B15-462F-9437-F17E5A6BB8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4" name="Freeform 49">
              <a:extLst>
                <a:ext uri="{FF2B5EF4-FFF2-40B4-BE49-F238E27FC236}">
                  <a16:creationId xmlns:a16="http://schemas.microsoft.com/office/drawing/2014/main" id="{4D1E115A-6AF3-4FED-86D0-CFA159F32B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5" name="Freeform 50">
              <a:extLst>
                <a:ext uri="{FF2B5EF4-FFF2-40B4-BE49-F238E27FC236}">
                  <a16:creationId xmlns:a16="http://schemas.microsoft.com/office/drawing/2014/main" id="{E4CD996B-6CC2-4A56-9EA0-3F04EF82D1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6" name="Freeform 51">
              <a:extLst>
                <a:ext uri="{FF2B5EF4-FFF2-40B4-BE49-F238E27FC236}">
                  <a16:creationId xmlns:a16="http://schemas.microsoft.com/office/drawing/2014/main" id="{24F2446F-3849-4482-BC3E-97124235EA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7" name="Freeform 52">
              <a:extLst>
                <a:ext uri="{FF2B5EF4-FFF2-40B4-BE49-F238E27FC236}">
                  <a16:creationId xmlns:a16="http://schemas.microsoft.com/office/drawing/2014/main" id="{B7067752-2A5D-42B1-AB3E-18B76107FF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8" name="Freeform 53">
              <a:extLst>
                <a:ext uri="{FF2B5EF4-FFF2-40B4-BE49-F238E27FC236}">
                  <a16:creationId xmlns:a16="http://schemas.microsoft.com/office/drawing/2014/main" id="{2ACA393E-A1C2-44C6-85A5-959CB0AA5E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9" name="Freeform 54">
              <a:extLst>
                <a:ext uri="{FF2B5EF4-FFF2-40B4-BE49-F238E27FC236}">
                  <a16:creationId xmlns:a16="http://schemas.microsoft.com/office/drawing/2014/main" id="{1E50F933-A102-49FE-AB89-70881685B1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0" name="Freeform 55">
              <a:extLst>
                <a:ext uri="{FF2B5EF4-FFF2-40B4-BE49-F238E27FC236}">
                  <a16:creationId xmlns:a16="http://schemas.microsoft.com/office/drawing/2014/main" id="{2BC9D408-EA8E-4927-9492-AA7CC2BC8D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1" name="Freeform 56">
              <a:extLst>
                <a:ext uri="{FF2B5EF4-FFF2-40B4-BE49-F238E27FC236}">
                  <a16:creationId xmlns:a16="http://schemas.microsoft.com/office/drawing/2014/main" id="{2487F5FE-51F0-495F-AFF4-E22ACE07DA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2" name="Freeform 57">
              <a:extLst>
                <a:ext uri="{FF2B5EF4-FFF2-40B4-BE49-F238E27FC236}">
                  <a16:creationId xmlns:a16="http://schemas.microsoft.com/office/drawing/2014/main" id="{FB77AC1E-2A05-497E-83E5-DAA9D70F92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3" name="Freeform 58">
              <a:extLst>
                <a:ext uri="{FF2B5EF4-FFF2-40B4-BE49-F238E27FC236}">
                  <a16:creationId xmlns:a16="http://schemas.microsoft.com/office/drawing/2014/main" id="{E2BD8910-DFF4-4AD1-8A40-97BDA381D9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4" name="Freeform 59">
              <a:extLst>
                <a:ext uri="{FF2B5EF4-FFF2-40B4-BE49-F238E27FC236}">
                  <a16:creationId xmlns:a16="http://schemas.microsoft.com/office/drawing/2014/main" id="{899643D0-C3C9-4998-9D80-AA99C6A504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5" name="Freeform 60">
              <a:extLst>
                <a:ext uri="{FF2B5EF4-FFF2-40B4-BE49-F238E27FC236}">
                  <a16:creationId xmlns:a16="http://schemas.microsoft.com/office/drawing/2014/main" id="{19732CFA-0521-4732-8A1F-048BD1F88A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6" name="Freeform 61">
              <a:extLst>
                <a:ext uri="{FF2B5EF4-FFF2-40B4-BE49-F238E27FC236}">
                  <a16:creationId xmlns:a16="http://schemas.microsoft.com/office/drawing/2014/main" id="{80783DB2-E8C8-4A4E-8CA6-9504991B73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7" name="Freeform 62">
              <a:extLst>
                <a:ext uri="{FF2B5EF4-FFF2-40B4-BE49-F238E27FC236}">
                  <a16:creationId xmlns:a16="http://schemas.microsoft.com/office/drawing/2014/main" id="{C0B3A882-66E9-4B1D-80B4-2CAA3F1B10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  <p:sp>
        <p:nvSpPr>
          <p:cNvPr id="128" name="Picture Placeholder 127">
            <a:extLst>
              <a:ext uri="{FF2B5EF4-FFF2-40B4-BE49-F238E27FC236}">
                <a16:creationId xmlns:a16="http://schemas.microsoft.com/office/drawing/2014/main" id="{31FF7547-DB01-4846-AA48-477E9E9AD8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32992" y="-2"/>
            <a:ext cx="4820009" cy="6879660"/>
          </a:xfrm>
          <a:custGeom>
            <a:avLst/>
            <a:gdLst>
              <a:gd name="connsiteX0" fmla="*/ 1684339 w 4820009"/>
              <a:gd name="connsiteY0" fmla="*/ 0 h 6879660"/>
              <a:gd name="connsiteX1" fmla="*/ 4820009 w 4820009"/>
              <a:gd name="connsiteY1" fmla="*/ 0 h 6879660"/>
              <a:gd name="connsiteX2" fmla="*/ 4820009 w 4820009"/>
              <a:gd name="connsiteY2" fmla="*/ 6879660 h 6879660"/>
              <a:gd name="connsiteX3" fmla="*/ 1684339 w 4820009"/>
              <a:gd name="connsiteY3" fmla="*/ 6879660 h 6879660"/>
              <a:gd name="connsiteX4" fmla="*/ 0 w 4820009"/>
              <a:gd name="connsiteY4" fmla="*/ 6437231 h 687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20009" h="6879660">
                <a:moveTo>
                  <a:pt x="1684339" y="0"/>
                </a:moveTo>
                <a:lnTo>
                  <a:pt x="4820009" y="0"/>
                </a:lnTo>
                <a:lnTo>
                  <a:pt x="4820009" y="6879660"/>
                </a:lnTo>
                <a:lnTo>
                  <a:pt x="1684339" y="6879660"/>
                </a:lnTo>
                <a:lnTo>
                  <a:pt x="0" y="6437231"/>
                </a:lnTo>
                <a:close/>
              </a:path>
            </a:pathLst>
          </a:custGeom>
          <a:noFill/>
        </p:spPr>
        <p:txBody>
          <a:bodyPr wrap="square" lIns="360000" tIns="360000" rIns="360000" bIns="360000">
            <a:noAutofit/>
          </a:bodyPr>
          <a:lstStyle>
            <a:lvl1pPr algn="r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248162732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and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09105" y="433468"/>
            <a:ext cx="4201425" cy="6424532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19758" t="-6747" r="-21524" b="-1345"/>
            </a:stretch>
          </a:blip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Click icon to add image of presenter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0ED71-D102-4A47-8D49-527E513DAA1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4EEBE-3DFE-49C7-A0BD-46E115FF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3" y="395066"/>
            <a:ext cx="2979114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E88FB60-9BD8-44D2-8E99-9179BF91B62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25099" y="1531937"/>
            <a:ext cx="3927587" cy="449666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743880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5100" y="1532415"/>
            <a:ext cx="4657171" cy="4459190"/>
          </a:xfrm>
        </p:spPr>
        <p:txBody>
          <a:bodyPr numCol="1" spcCol="36000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872" y="433469"/>
            <a:ext cx="3513658" cy="5739039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4EEBE-3DFE-49C7-A0BD-46E115FF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2" y="395066"/>
            <a:ext cx="3708699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C063AA-F11D-434D-BF4B-6BEC7C09DE7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5C1EA3C-26E9-4B87-838B-C7B127160328}" type="datetime1">
              <a:rPr lang="en-AU" noProof="0" smtClean="0"/>
              <a:t>10/7/2023</a:t>
            </a:fld>
            <a:endParaRPr lang="en-AU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28B481F-F48B-4165-9994-0C92BB7AD6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03F73FE-784F-4046-9FDF-D1F44B5631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3893425587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0" y="1532415"/>
            <a:ext cx="4655701" cy="4459190"/>
          </a:xfrm>
        </p:spPr>
        <p:txBody>
          <a:bodyPr numCol="1" spcCol="36000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872" y="433470"/>
            <a:ext cx="3513658" cy="278050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7F567229-93F4-4028-9012-070DD0F840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6872" y="3394577"/>
            <a:ext cx="3513658" cy="277793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65CCD6-E84C-46D8-B655-FF2A3AA24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3" y="395066"/>
            <a:ext cx="3708700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E36CDA-AA08-4310-819C-A57DD13C891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5C1EA3C-26E9-4B87-838B-C7B127160328}" type="datetime1">
              <a:rPr lang="en-AU" noProof="0" smtClean="0"/>
              <a:t>10/7/2023</a:t>
            </a:fld>
            <a:endParaRPr lang="en-AU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6647F71-61AB-4F70-949E-DB7E75E787E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A11B402-7956-4408-A9AD-6233932E377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590540800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0" y="1532415"/>
            <a:ext cx="4655701" cy="4459190"/>
          </a:xfrm>
        </p:spPr>
        <p:txBody>
          <a:bodyPr numCol="1" spcCol="36000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870" y="433469"/>
            <a:ext cx="1755000" cy="278050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7F567229-93F4-4028-9012-070DD0F840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6872" y="3394578"/>
            <a:ext cx="3513658" cy="277793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9" name="Picture Placeholder 8">
            <a:extLst>
              <a:ext uri="{FF2B5EF4-FFF2-40B4-BE49-F238E27FC236}">
                <a16:creationId xmlns:a16="http://schemas.microsoft.com/office/drawing/2014/main" id="{6216071A-78A2-4FC2-B4B9-1FB87C0B30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17616" y="433469"/>
            <a:ext cx="1592913" cy="278050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FBC23-2E1D-42B9-B06F-441D2E530D6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46986A-A45F-4DE0-B24B-35B0EAD47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3" y="395066"/>
            <a:ext cx="3708700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9B7D2-3266-43A3-90E3-F519CAA0028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15C1EA3C-26E9-4B87-838B-C7B127160328}" type="datetime1">
              <a:rPr lang="en-AU" noProof="0" smtClean="0"/>
              <a:t>10/7/2023</a:t>
            </a:fld>
            <a:endParaRPr lang="en-AU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3AEE1-F4C5-412B-8057-91CD0766066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276567920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0" y="1532415"/>
            <a:ext cx="4655701" cy="4459190"/>
          </a:xfrm>
        </p:spPr>
        <p:txBody>
          <a:bodyPr numCol="1" spcCol="36000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870" y="433469"/>
            <a:ext cx="1755000" cy="277793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7F567229-93F4-4028-9012-070DD0F840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6872" y="3394577"/>
            <a:ext cx="3513658" cy="2775359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9" name="Picture Placeholder 8">
            <a:extLst>
              <a:ext uri="{FF2B5EF4-FFF2-40B4-BE49-F238E27FC236}">
                <a16:creationId xmlns:a16="http://schemas.microsoft.com/office/drawing/2014/main" id="{6216071A-78A2-4FC2-B4B9-1FB87C0B30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17616" y="433477"/>
            <a:ext cx="1592913" cy="132242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0" name="Picture Placeholder 8">
            <a:extLst>
              <a:ext uri="{FF2B5EF4-FFF2-40B4-BE49-F238E27FC236}">
                <a16:creationId xmlns:a16="http://schemas.microsoft.com/office/drawing/2014/main" id="{FA4A79D4-E349-4EBC-AEB1-516796BF6A3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117616" y="1939078"/>
            <a:ext cx="1592913" cy="127232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2DDF1-862D-4D1D-A8F8-0AA91E60F74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E60E68-1A09-4860-801B-1E090EA01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3" y="395066"/>
            <a:ext cx="3708700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83492-1660-44F3-B16E-E09C0EEDF9E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15C1EA3C-26E9-4B87-838B-C7B127160328}" type="datetime1">
              <a:rPr lang="en-AU" noProof="0" smtClean="0"/>
              <a:t>10/7/2023</a:t>
            </a:fld>
            <a:endParaRPr lang="en-AU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487AC-7944-4F9E-83A1-02B02A7742F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379632166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471" y="433473"/>
            <a:ext cx="8277066" cy="5991061"/>
          </a:xfrm>
          <a:solidFill>
            <a:schemeClr val="bg1">
              <a:lumMod val="85000"/>
            </a:schemeClr>
          </a:solidFill>
        </p:spPr>
        <p:txBody>
          <a:bodyPr lIns="936000" tIns="180000" rIns="180000" bIns="180000">
            <a:normAutofit/>
          </a:bodyPr>
          <a:lstStyle>
            <a:lvl1pPr algn="l"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9" name="Text Placeholder 140">
            <a:extLst>
              <a:ext uri="{FF2B5EF4-FFF2-40B4-BE49-F238E27FC236}">
                <a16:creationId xmlns:a16="http://schemas.microsoft.com/office/drawing/2014/main" id="{74E4AFED-1C0E-4349-B4D8-5619735862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35339" y="2007045"/>
            <a:ext cx="2224340" cy="826466"/>
          </a:xfrm>
        </p:spPr>
        <p:txBody>
          <a:bodyPr/>
          <a:lstStyle>
            <a:lvl1pPr>
              <a:spcBef>
                <a:spcPts val="500"/>
              </a:spcBef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 sz="2000">
                <a:solidFill>
                  <a:schemeClr val="bg1"/>
                </a:solidFill>
              </a:defRPr>
            </a:lvl2pPr>
            <a:lvl3pPr marL="0" indent="0">
              <a:buNone/>
              <a:defRPr sz="2000" b="0">
                <a:solidFill>
                  <a:schemeClr val="bg1"/>
                </a:solidFill>
              </a:defRPr>
            </a:lvl3pPr>
            <a:lvl4pPr>
              <a:defRPr sz="2000" b="0">
                <a:solidFill>
                  <a:schemeClr val="bg1"/>
                </a:solidFill>
              </a:defRPr>
            </a:lvl4pPr>
            <a:lvl5pPr>
              <a:defRPr sz="2000" b="0">
                <a:solidFill>
                  <a:schemeClr val="bg1"/>
                </a:solidFill>
              </a:defRPr>
            </a:lvl5pPr>
            <a:lvl6pPr>
              <a:defRPr sz="2000" b="0">
                <a:solidFill>
                  <a:schemeClr val="bg1"/>
                </a:solidFill>
              </a:defRPr>
            </a:lvl6pPr>
            <a:lvl7pPr>
              <a:defRPr sz="2000" b="0">
                <a:solidFill>
                  <a:schemeClr val="bg1"/>
                </a:solidFill>
              </a:defRPr>
            </a:lvl7pPr>
            <a:lvl8pPr>
              <a:defRPr sz="2000">
                <a:solidFill>
                  <a:schemeClr val="bg1"/>
                </a:solidFill>
              </a:defRPr>
            </a:lvl8pPr>
            <a:lvl9pPr>
              <a:defRPr sz="20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Use this for dark images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131" name="Text Placeholder 140">
            <a:extLst>
              <a:ext uri="{FF2B5EF4-FFF2-40B4-BE49-F238E27FC236}">
                <a16:creationId xmlns:a16="http://schemas.microsoft.com/office/drawing/2014/main" id="{3990CB9E-67EF-4DD1-AF68-044AF2AC02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09243" y="2007045"/>
            <a:ext cx="2224340" cy="826466"/>
          </a:xfrm>
        </p:spPr>
        <p:txBody>
          <a:bodyPr/>
          <a:lstStyle>
            <a:lvl1pPr>
              <a:spcBef>
                <a:spcPts val="500"/>
              </a:spcBef>
              <a:defRPr b="1">
                <a:solidFill>
                  <a:schemeClr val="tx2"/>
                </a:solidFill>
              </a:defRPr>
            </a:lvl1pPr>
            <a:lvl2pPr marL="0" indent="0">
              <a:buNone/>
              <a:defRPr sz="2000">
                <a:solidFill>
                  <a:schemeClr val="tx2"/>
                </a:solidFill>
              </a:defRPr>
            </a:lvl2pPr>
            <a:lvl3pPr marL="0" indent="0">
              <a:buNone/>
              <a:defRPr sz="2000" b="0">
                <a:solidFill>
                  <a:schemeClr val="tx2"/>
                </a:solidFill>
              </a:defRPr>
            </a:lvl3pPr>
            <a:lvl4pPr>
              <a:defRPr sz="2000" b="0">
                <a:solidFill>
                  <a:schemeClr val="tx2"/>
                </a:solidFill>
              </a:defRPr>
            </a:lvl4pPr>
            <a:lvl5pPr>
              <a:defRPr sz="2000" b="0">
                <a:solidFill>
                  <a:schemeClr val="tx2"/>
                </a:solidFill>
              </a:defRPr>
            </a:lvl5pPr>
            <a:lvl6pPr>
              <a:defRPr sz="2000" b="0">
                <a:solidFill>
                  <a:schemeClr val="tx2"/>
                </a:solidFill>
              </a:defRPr>
            </a:lvl6pPr>
            <a:lvl7pPr>
              <a:defRPr sz="2000" b="0">
                <a:solidFill>
                  <a:schemeClr val="tx2"/>
                </a:solidFill>
              </a:defRPr>
            </a:lvl7pPr>
            <a:lvl8pPr>
              <a:defRPr sz="2000">
                <a:solidFill>
                  <a:schemeClr val="tx2"/>
                </a:solidFill>
              </a:defRPr>
            </a:lvl8pPr>
            <a:lvl9pPr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Use this for light images</a:t>
            </a:r>
            <a:br>
              <a:rPr lang="en-AU" noProof="0" dirty="0"/>
            </a:br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7" name="Text Placeholder 135">
            <a:extLst>
              <a:ext uri="{FF2B5EF4-FFF2-40B4-BE49-F238E27FC236}">
                <a16:creationId xmlns:a16="http://schemas.microsoft.com/office/drawing/2014/main" id="{101E6B8E-059C-4DCE-8053-9C813CD48538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433470" y="433470"/>
            <a:ext cx="720000" cy="720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200">
                <a:solidFill>
                  <a:schemeClr val="tx2"/>
                </a:solidFill>
              </a:defRPr>
            </a:lvl1pPr>
            <a:lvl2pPr marL="0" indent="0">
              <a:defRPr sz="200">
                <a:solidFill>
                  <a:schemeClr val="tx2"/>
                </a:solidFill>
              </a:defRPr>
            </a:lvl2pPr>
            <a:lvl3pPr marL="0" indent="0">
              <a:defRPr sz="200">
                <a:solidFill>
                  <a:schemeClr val="tx2"/>
                </a:solidFill>
              </a:defRPr>
            </a:lvl3pPr>
            <a:lvl4pPr>
              <a:defRPr sz="200">
                <a:solidFill>
                  <a:schemeClr val="tx2"/>
                </a:solidFill>
              </a:defRPr>
            </a:lvl4pPr>
            <a:lvl5pPr>
              <a:defRPr sz="200">
                <a:solidFill>
                  <a:schemeClr val="tx2"/>
                </a:solidFill>
              </a:defRPr>
            </a:lvl5pPr>
            <a:lvl6pPr>
              <a:defRPr sz="200">
                <a:solidFill>
                  <a:schemeClr val="tx2"/>
                </a:solidFill>
              </a:defRPr>
            </a:lvl6pPr>
            <a:lvl7pPr>
              <a:defRPr sz="200">
                <a:solidFill>
                  <a:schemeClr val="tx2"/>
                </a:solidFill>
              </a:defRPr>
            </a:lvl7pPr>
            <a:lvl8pPr>
              <a:defRPr sz="200">
                <a:solidFill>
                  <a:schemeClr val="tx2"/>
                </a:solidFill>
              </a:defRPr>
            </a:lvl8pPr>
            <a:lvl9pPr>
              <a:defRPr sz="2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3167070934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3F1C04-3200-4425-86D0-2F9E2EAC9EF4}"/>
              </a:ext>
            </a:extLst>
          </p:cNvPr>
          <p:cNvSpPr/>
          <p:nvPr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96D528-3F8C-4131-B8C8-D41C96117732}"/>
              </a:ext>
            </a:extLst>
          </p:cNvPr>
          <p:cNvSpPr txBox="1"/>
          <p:nvPr/>
        </p:nvSpPr>
        <p:spPr>
          <a:xfrm>
            <a:off x="487474" y="2525878"/>
            <a:ext cx="357915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Thank you</a:t>
            </a:r>
          </a:p>
        </p:txBody>
      </p:sp>
      <p:sp>
        <p:nvSpPr>
          <p:cNvPr id="79" name="Text Placeholder 135">
            <a:extLst>
              <a:ext uri="{FF2B5EF4-FFF2-40B4-BE49-F238E27FC236}">
                <a16:creationId xmlns:a16="http://schemas.microsoft.com/office/drawing/2014/main" id="{E87707C1-F769-4D39-9A1C-1D073FF6F9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7867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80" name="Text Placeholder 140">
            <a:extLst>
              <a:ext uri="{FF2B5EF4-FFF2-40B4-BE49-F238E27FC236}">
                <a16:creationId xmlns:a16="http://schemas.microsoft.com/office/drawing/2014/main" id="{53B70884-5EDB-4D16-B565-71037E500B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47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grpSp>
        <p:nvGrpSpPr>
          <p:cNvPr id="81" name="Group 4">
            <a:extLst>
              <a:ext uri="{FF2B5EF4-FFF2-40B4-BE49-F238E27FC236}">
                <a16:creationId xmlns:a16="http://schemas.microsoft.com/office/drawing/2014/main" id="{73D7045A-1CF1-44F6-8E2E-B9405FED9E2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82" name="AutoShape 3">
              <a:extLst>
                <a:ext uri="{FF2B5EF4-FFF2-40B4-BE49-F238E27FC236}">
                  <a16:creationId xmlns:a16="http://schemas.microsoft.com/office/drawing/2014/main" id="{04BEA57A-8E7B-4E24-BE7A-E0AADB5DBA8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3" name="Rectangle 5">
              <a:extLst>
                <a:ext uri="{FF2B5EF4-FFF2-40B4-BE49-F238E27FC236}">
                  <a16:creationId xmlns:a16="http://schemas.microsoft.com/office/drawing/2014/main" id="{EFF044F0-4B98-4888-9641-C41102F0A95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A4F2A23F-5984-4111-AD9E-E308218812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5" name="Freeform 7">
              <a:extLst>
                <a:ext uri="{FF2B5EF4-FFF2-40B4-BE49-F238E27FC236}">
                  <a16:creationId xmlns:a16="http://schemas.microsoft.com/office/drawing/2014/main" id="{B3AE443D-FE04-4EDC-80FC-B314325A12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6" name="Freeform 8">
              <a:extLst>
                <a:ext uri="{FF2B5EF4-FFF2-40B4-BE49-F238E27FC236}">
                  <a16:creationId xmlns:a16="http://schemas.microsoft.com/office/drawing/2014/main" id="{79C7F0E7-88D6-4E4A-A312-AE6964CBA4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7" name="Freeform 9">
              <a:extLst>
                <a:ext uri="{FF2B5EF4-FFF2-40B4-BE49-F238E27FC236}">
                  <a16:creationId xmlns:a16="http://schemas.microsoft.com/office/drawing/2014/main" id="{F73247B3-9572-4E50-A9F9-D9B42DC0DF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8" name="Freeform 10">
              <a:extLst>
                <a:ext uri="{FF2B5EF4-FFF2-40B4-BE49-F238E27FC236}">
                  <a16:creationId xmlns:a16="http://schemas.microsoft.com/office/drawing/2014/main" id="{3259D609-76D9-45D0-B15F-0FA397DBBF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9" name="Freeform 11">
              <a:extLst>
                <a:ext uri="{FF2B5EF4-FFF2-40B4-BE49-F238E27FC236}">
                  <a16:creationId xmlns:a16="http://schemas.microsoft.com/office/drawing/2014/main" id="{5C2E2C7F-FF30-4A56-8534-D9965DD5E0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0" name="Freeform 12">
              <a:extLst>
                <a:ext uri="{FF2B5EF4-FFF2-40B4-BE49-F238E27FC236}">
                  <a16:creationId xmlns:a16="http://schemas.microsoft.com/office/drawing/2014/main" id="{F687FBAE-B910-4327-B1A4-6FD6E81AB0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1" name="Freeform 13">
              <a:extLst>
                <a:ext uri="{FF2B5EF4-FFF2-40B4-BE49-F238E27FC236}">
                  <a16:creationId xmlns:a16="http://schemas.microsoft.com/office/drawing/2014/main" id="{1B1BC6E6-2BD9-4CA8-AD54-CC72783F8C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2" name="Freeform 14">
              <a:extLst>
                <a:ext uri="{FF2B5EF4-FFF2-40B4-BE49-F238E27FC236}">
                  <a16:creationId xmlns:a16="http://schemas.microsoft.com/office/drawing/2014/main" id="{0CDCD004-D1EF-443A-A818-883EEB3F37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3" name="Freeform 15">
              <a:extLst>
                <a:ext uri="{FF2B5EF4-FFF2-40B4-BE49-F238E27FC236}">
                  <a16:creationId xmlns:a16="http://schemas.microsoft.com/office/drawing/2014/main" id="{1E965659-AF38-4929-8B73-B87840A6AF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4" name="Freeform 16">
              <a:extLst>
                <a:ext uri="{FF2B5EF4-FFF2-40B4-BE49-F238E27FC236}">
                  <a16:creationId xmlns:a16="http://schemas.microsoft.com/office/drawing/2014/main" id="{A3D4EF62-702A-477E-B94D-96320B008A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5" name="Freeform 17">
              <a:extLst>
                <a:ext uri="{FF2B5EF4-FFF2-40B4-BE49-F238E27FC236}">
                  <a16:creationId xmlns:a16="http://schemas.microsoft.com/office/drawing/2014/main" id="{27C56C97-AC3A-4214-A776-9FF21C875E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6" name="Freeform 18">
              <a:extLst>
                <a:ext uri="{FF2B5EF4-FFF2-40B4-BE49-F238E27FC236}">
                  <a16:creationId xmlns:a16="http://schemas.microsoft.com/office/drawing/2014/main" id="{E9D54D47-364F-4F9A-BAE3-C930CC7651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7" name="Freeform 19">
              <a:extLst>
                <a:ext uri="{FF2B5EF4-FFF2-40B4-BE49-F238E27FC236}">
                  <a16:creationId xmlns:a16="http://schemas.microsoft.com/office/drawing/2014/main" id="{0D8D1571-B8DF-4AF6-B70F-82B9CB7139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8" name="Freeform 20">
              <a:extLst>
                <a:ext uri="{FF2B5EF4-FFF2-40B4-BE49-F238E27FC236}">
                  <a16:creationId xmlns:a16="http://schemas.microsoft.com/office/drawing/2014/main" id="{FFFA97D6-566E-417D-A763-A6F698AD3F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9" name="Rectangle 21">
              <a:extLst>
                <a:ext uri="{FF2B5EF4-FFF2-40B4-BE49-F238E27FC236}">
                  <a16:creationId xmlns:a16="http://schemas.microsoft.com/office/drawing/2014/main" id="{D26DF387-B00F-4137-B22B-FFA49E0825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0" name="Freeform 22">
              <a:extLst>
                <a:ext uri="{FF2B5EF4-FFF2-40B4-BE49-F238E27FC236}">
                  <a16:creationId xmlns:a16="http://schemas.microsoft.com/office/drawing/2014/main" id="{3DB8FBAB-4331-4D07-A90E-A7D5F0A46F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1" name="Freeform 23">
              <a:extLst>
                <a:ext uri="{FF2B5EF4-FFF2-40B4-BE49-F238E27FC236}">
                  <a16:creationId xmlns:a16="http://schemas.microsoft.com/office/drawing/2014/main" id="{2F259DE1-FFBE-4450-A752-4EC257B513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2" name="Freeform 24">
              <a:extLst>
                <a:ext uri="{FF2B5EF4-FFF2-40B4-BE49-F238E27FC236}">
                  <a16:creationId xmlns:a16="http://schemas.microsoft.com/office/drawing/2014/main" id="{A32957BA-13D6-4ED9-977D-0C89E970E0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3" name="Freeform 25">
              <a:extLst>
                <a:ext uri="{FF2B5EF4-FFF2-40B4-BE49-F238E27FC236}">
                  <a16:creationId xmlns:a16="http://schemas.microsoft.com/office/drawing/2014/main" id="{B5BFEAC1-4E37-49A2-B67D-2BC8D109AF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4" name="Freeform 26">
              <a:extLst>
                <a:ext uri="{FF2B5EF4-FFF2-40B4-BE49-F238E27FC236}">
                  <a16:creationId xmlns:a16="http://schemas.microsoft.com/office/drawing/2014/main" id="{788C1048-9836-47D1-BF7E-9959787A63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5" name="Freeform 27">
              <a:extLst>
                <a:ext uri="{FF2B5EF4-FFF2-40B4-BE49-F238E27FC236}">
                  <a16:creationId xmlns:a16="http://schemas.microsoft.com/office/drawing/2014/main" id="{C494BEF8-5481-49D8-A1DB-26A618F8D7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6" name="Freeform 28">
              <a:extLst>
                <a:ext uri="{FF2B5EF4-FFF2-40B4-BE49-F238E27FC236}">
                  <a16:creationId xmlns:a16="http://schemas.microsoft.com/office/drawing/2014/main" id="{FF78676F-BD80-4152-AF8A-17C051377F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7" name="Freeform 29">
              <a:extLst>
                <a:ext uri="{FF2B5EF4-FFF2-40B4-BE49-F238E27FC236}">
                  <a16:creationId xmlns:a16="http://schemas.microsoft.com/office/drawing/2014/main" id="{A9BCBAEE-0E8B-4E88-B3AB-F4B67DAC31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8" name="Freeform 30">
              <a:extLst>
                <a:ext uri="{FF2B5EF4-FFF2-40B4-BE49-F238E27FC236}">
                  <a16:creationId xmlns:a16="http://schemas.microsoft.com/office/drawing/2014/main" id="{0491E6F5-E006-496A-9B9D-6B4FD0E3CB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9" name="Freeform 31">
              <a:extLst>
                <a:ext uri="{FF2B5EF4-FFF2-40B4-BE49-F238E27FC236}">
                  <a16:creationId xmlns:a16="http://schemas.microsoft.com/office/drawing/2014/main" id="{7CEC1DFB-4708-49E7-81F5-C199ABD915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0" name="Freeform 32">
              <a:extLst>
                <a:ext uri="{FF2B5EF4-FFF2-40B4-BE49-F238E27FC236}">
                  <a16:creationId xmlns:a16="http://schemas.microsoft.com/office/drawing/2014/main" id="{EA921ED2-8301-42A8-A841-5319A0E91E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1" name="Freeform 34">
              <a:extLst>
                <a:ext uri="{FF2B5EF4-FFF2-40B4-BE49-F238E27FC236}">
                  <a16:creationId xmlns:a16="http://schemas.microsoft.com/office/drawing/2014/main" id="{8E486F39-3893-4DC2-838D-2B51F0E741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2" name="Freeform 35">
              <a:extLst>
                <a:ext uri="{FF2B5EF4-FFF2-40B4-BE49-F238E27FC236}">
                  <a16:creationId xmlns:a16="http://schemas.microsoft.com/office/drawing/2014/main" id="{CB2A0A8E-24F6-45A5-A95A-481A465538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3" name="Freeform 36">
              <a:extLst>
                <a:ext uri="{FF2B5EF4-FFF2-40B4-BE49-F238E27FC236}">
                  <a16:creationId xmlns:a16="http://schemas.microsoft.com/office/drawing/2014/main" id="{04341E2F-C06C-4F36-8B74-BB7BF852FC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4" name="Freeform 37">
              <a:extLst>
                <a:ext uri="{FF2B5EF4-FFF2-40B4-BE49-F238E27FC236}">
                  <a16:creationId xmlns:a16="http://schemas.microsoft.com/office/drawing/2014/main" id="{388F3EB0-17D8-4898-B8B9-58FD6F76CB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5" name="Freeform 38">
              <a:extLst>
                <a:ext uri="{FF2B5EF4-FFF2-40B4-BE49-F238E27FC236}">
                  <a16:creationId xmlns:a16="http://schemas.microsoft.com/office/drawing/2014/main" id="{37E8FFD8-89F7-4657-9947-47E219EAFC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6" name="Freeform 39">
              <a:extLst>
                <a:ext uri="{FF2B5EF4-FFF2-40B4-BE49-F238E27FC236}">
                  <a16:creationId xmlns:a16="http://schemas.microsoft.com/office/drawing/2014/main" id="{23962857-2355-43B5-BA46-7156E544AE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7" name="Freeform 40">
              <a:extLst>
                <a:ext uri="{FF2B5EF4-FFF2-40B4-BE49-F238E27FC236}">
                  <a16:creationId xmlns:a16="http://schemas.microsoft.com/office/drawing/2014/main" id="{C0C7C601-CD63-4A4C-987C-7C70F465AB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8" name="Freeform 41">
              <a:extLst>
                <a:ext uri="{FF2B5EF4-FFF2-40B4-BE49-F238E27FC236}">
                  <a16:creationId xmlns:a16="http://schemas.microsoft.com/office/drawing/2014/main" id="{58E2A667-5C9E-492E-88B9-428AE35876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9" name="Freeform 42">
              <a:extLst>
                <a:ext uri="{FF2B5EF4-FFF2-40B4-BE49-F238E27FC236}">
                  <a16:creationId xmlns:a16="http://schemas.microsoft.com/office/drawing/2014/main" id="{72A6983F-C2E1-40AE-B7C0-E427349DC5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0" name="Freeform 43">
              <a:extLst>
                <a:ext uri="{FF2B5EF4-FFF2-40B4-BE49-F238E27FC236}">
                  <a16:creationId xmlns:a16="http://schemas.microsoft.com/office/drawing/2014/main" id="{6CCF0988-C833-445A-94CB-07EF590C34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1" name="Freeform 44">
              <a:extLst>
                <a:ext uri="{FF2B5EF4-FFF2-40B4-BE49-F238E27FC236}">
                  <a16:creationId xmlns:a16="http://schemas.microsoft.com/office/drawing/2014/main" id="{3A188AE4-9B9C-4C34-9F86-AF304C2850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2" name="Freeform 45">
              <a:extLst>
                <a:ext uri="{FF2B5EF4-FFF2-40B4-BE49-F238E27FC236}">
                  <a16:creationId xmlns:a16="http://schemas.microsoft.com/office/drawing/2014/main" id="{A89453D6-85C4-4E2D-8FA0-72A14EA515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3" name="Freeform 46">
              <a:extLst>
                <a:ext uri="{FF2B5EF4-FFF2-40B4-BE49-F238E27FC236}">
                  <a16:creationId xmlns:a16="http://schemas.microsoft.com/office/drawing/2014/main" id="{BD6BC0F7-C21F-400B-9ED4-BF35CE7FED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4" name="Freeform 47">
              <a:extLst>
                <a:ext uri="{FF2B5EF4-FFF2-40B4-BE49-F238E27FC236}">
                  <a16:creationId xmlns:a16="http://schemas.microsoft.com/office/drawing/2014/main" id="{0B5CBA8E-8322-4660-BE10-0D7C40BBF5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5" name="Freeform 48">
              <a:extLst>
                <a:ext uri="{FF2B5EF4-FFF2-40B4-BE49-F238E27FC236}">
                  <a16:creationId xmlns:a16="http://schemas.microsoft.com/office/drawing/2014/main" id="{DEB21783-D296-4A05-BE34-BFE7D5553C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6" name="Freeform 49">
              <a:extLst>
                <a:ext uri="{FF2B5EF4-FFF2-40B4-BE49-F238E27FC236}">
                  <a16:creationId xmlns:a16="http://schemas.microsoft.com/office/drawing/2014/main" id="{18535967-D3E3-48C2-A56E-FAB7015A90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7" name="Freeform 50">
              <a:extLst>
                <a:ext uri="{FF2B5EF4-FFF2-40B4-BE49-F238E27FC236}">
                  <a16:creationId xmlns:a16="http://schemas.microsoft.com/office/drawing/2014/main" id="{F0D8AE3F-FC91-4265-87AE-A22989B4E4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8" name="Freeform 51">
              <a:extLst>
                <a:ext uri="{FF2B5EF4-FFF2-40B4-BE49-F238E27FC236}">
                  <a16:creationId xmlns:a16="http://schemas.microsoft.com/office/drawing/2014/main" id="{CB3036C3-8B8F-466E-A40B-9F31B9B539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9" name="Freeform 52">
              <a:extLst>
                <a:ext uri="{FF2B5EF4-FFF2-40B4-BE49-F238E27FC236}">
                  <a16:creationId xmlns:a16="http://schemas.microsoft.com/office/drawing/2014/main" id="{51B64F91-1250-42C8-B692-DBEE837B5E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0" name="Freeform 53">
              <a:extLst>
                <a:ext uri="{FF2B5EF4-FFF2-40B4-BE49-F238E27FC236}">
                  <a16:creationId xmlns:a16="http://schemas.microsoft.com/office/drawing/2014/main" id="{7A5E8821-26A6-4A47-9441-123CB1CD9D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1" name="Freeform 54">
              <a:extLst>
                <a:ext uri="{FF2B5EF4-FFF2-40B4-BE49-F238E27FC236}">
                  <a16:creationId xmlns:a16="http://schemas.microsoft.com/office/drawing/2014/main" id="{C9AD4000-AE32-4994-A808-D65FCD6671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2" name="Freeform 55">
              <a:extLst>
                <a:ext uri="{FF2B5EF4-FFF2-40B4-BE49-F238E27FC236}">
                  <a16:creationId xmlns:a16="http://schemas.microsoft.com/office/drawing/2014/main" id="{A73E2B1C-573F-4515-B15A-5415B63E2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3" name="Freeform 56">
              <a:extLst>
                <a:ext uri="{FF2B5EF4-FFF2-40B4-BE49-F238E27FC236}">
                  <a16:creationId xmlns:a16="http://schemas.microsoft.com/office/drawing/2014/main" id="{8B4526F5-E3C2-477E-A9BA-5C3B9B1BFF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4" name="Freeform 57">
              <a:extLst>
                <a:ext uri="{FF2B5EF4-FFF2-40B4-BE49-F238E27FC236}">
                  <a16:creationId xmlns:a16="http://schemas.microsoft.com/office/drawing/2014/main" id="{E6C1F2F2-0690-4896-8B3E-7E5711AE70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5" name="Freeform 58">
              <a:extLst>
                <a:ext uri="{FF2B5EF4-FFF2-40B4-BE49-F238E27FC236}">
                  <a16:creationId xmlns:a16="http://schemas.microsoft.com/office/drawing/2014/main" id="{2644BE99-447A-436A-ABB5-29D00547F7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6" name="Freeform 59">
              <a:extLst>
                <a:ext uri="{FF2B5EF4-FFF2-40B4-BE49-F238E27FC236}">
                  <a16:creationId xmlns:a16="http://schemas.microsoft.com/office/drawing/2014/main" id="{6B5285F8-7FA1-4849-9832-32B623D59C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8" name="Freeform 60">
              <a:extLst>
                <a:ext uri="{FF2B5EF4-FFF2-40B4-BE49-F238E27FC236}">
                  <a16:creationId xmlns:a16="http://schemas.microsoft.com/office/drawing/2014/main" id="{F258FBFF-3560-4321-9C39-990AB7BA50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0" name="Freeform 61">
              <a:extLst>
                <a:ext uri="{FF2B5EF4-FFF2-40B4-BE49-F238E27FC236}">
                  <a16:creationId xmlns:a16="http://schemas.microsoft.com/office/drawing/2014/main" id="{9543B324-060D-43F0-A83B-E3C6BBB4AB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1" name="Freeform 62">
              <a:extLst>
                <a:ext uri="{FF2B5EF4-FFF2-40B4-BE49-F238E27FC236}">
                  <a16:creationId xmlns:a16="http://schemas.microsoft.com/office/drawing/2014/main" id="{487AEC3D-AFC0-4B04-BCF3-E63D6E8C82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  <p:sp>
        <p:nvSpPr>
          <p:cNvPr id="192" name="Picture Placeholder 191">
            <a:extLst>
              <a:ext uri="{FF2B5EF4-FFF2-40B4-BE49-F238E27FC236}">
                <a16:creationId xmlns:a16="http://schemas.microsoft.com/office/drawing/2014/main" id="{B93F5C33-3854-4C6B-9539-F8B8FD2316A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</p:spTree>
    <p:extLst>
      <p:ext uri="{BB962C8B-B14F-4D97-AF65-F5344CB8AC3E}">
        <p14:creationId xmlns:p14="http://schemas.microsoft.com/office/powerpoint/2010/main" val="2255660794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C5FD4-26B4-4C9F-9FC8-80D375B3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670B07-410E-4D96-88F0-B617572F9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4930975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5416322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ackground">
            <a:extLst>
              <a:ext uri="{FF2B5EF4-FFF2-40B4-BE49-F238E27FC236}">
                <a16:creationId xmlns:a16="http://schemas.microsoft.com/office/drawing/2014/main" id="{4A3F1C04-3200-4425-86D0-2F9E2EAC9EF4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015A35-5194-4638-B210-9AAA080525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4100400"/>
            <a:ext cx="3579152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147" name="Text Placeholder 140">
            <a:extLst>
              <a:ext uri="{FF2B5EF4-FFF2-40B4-BE49-F238E27FC236}">
                <a16:creationId xmlns:a16="http://schemas.microsoft.com/office/drawing/2014/main" id="{74859718-6497-4295-886B-BD752B23C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47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146" name="Text Placeholder 135">
            <a:extLst>
              <a:ext uri="{FF2B5EF4-FFF2-40B4-BE49-F238E27FC236}">
                <a16:creationId xmlns:a16="http://schemas.microsoft.com/office/drawing/2014/main" id="{56E7987E-D425-4641-A476-A2F2AFEFA9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6247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252" name="Picture Placeholder 251">
            <a:extLst>
              <a:ext uri="{FF2B5EF4-FFF2-40B4-BE49-F238E27FC236}">
                <a16:creationId xmlns:a16="http://schemas.microsoft.com/office/drawing/2014/main" id="{9543297A-9A00-45E2-9D6B-76630245E46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  <p:grpSp>
        <p:nvGrpSpPr>
          <p:cNvPr id="139" name="Logo" descr="The University of Melbourne logo">
            <a:extLst>
              <a:ext uri="{FF2B5EF4-FFF2-40B4-BE49-F238E27FC236}">
                <a16:creationId xmlns:a16="http://schemas.microsoft.com/office/drawing/2014/main" id="{D3C3B792-698C-4BC7-AB47-C8E71AA3445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189" name="AutoShape 3">
              <a:extLst>
                <a:ext uri="{FF2B5EF4-FFF2-40B4-BE49-F238E27FC236}">
                  <a16:creationId xmlns:a16="http://schemas.microsoft.com/office/drawing/2014/main" id="{F1144B68-F3AB-4FC0-BDB5-7E64FCFA89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0" name="Rectangle 5">
              <a:extLst>
                <a:ext uri="{FF2B5EF4-FFF2-40B4-BE49-F238E27FC236}">
                  <a16:creationId xmlns:a16="http://schemas.microsoft.com/office/drawing/2014/main" id="{DB1CA0BC-10A9-4815-AEF4-80A802AE1AE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1" name="Freeform 6">
              <a:extLst>
                <a:ext uri="{FF2B5EF4-FFF2-40B4-BE49-F238E27FC236}">
                  <a16:creationId xmlns:a16="http://schemas.microsoft.com/office/drawing/2014/main" id="{6E1FC530-9D25-4AFE-92F1-AA5B48437B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2" name="Freeform 7">
              <a:extLst>
                <a:ext uri="{FF2B5EF4-FFF2-40B4-BE49-F238E27FC236}">
                  <a16:creationId xmlns:a16="http://schemas.microsoft.com/office/drawing/2014/main" id="{E5C9C0C4-A825-47A4-80DA-189FD4CDE7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3" name="Freeform 8">
              <a:extLst>
                <a:ext uri="{FF2B5EF4-FFF2-40B4-BE49-F238E27FC236}">
                  <a16:creationId xmlns:a16="http://schemas.microsoft.com/office/drawing/2014/main" id="{BF404745-ED8B-4880-AA08-7FB593373B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4" name="Freeform 9">
              <a:extLst>
                <a:ext uri="{FF2B5EF4-FFF2-40B4-BE49-F238E27FC236}">
                  <a16:creationId xmlns:a16="http://schemas.microsoft.com/office/drawing/2014/main" id="{3012DFAC-9036-4733-B93A-67CAA6065A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5" name="Freeform 10">
              <a:extLst>
                <a:ext uri="{FF2B5EF4-FFF2-40B4-BE49-F238E27FC236}">
                  <a16:creationId xmlns:a16="http://schemas.microsoft.com/office/drawing/2014/main" id="{62CE831A-B761-4D49-94FE-CD1FF83810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6" name="Freeform 11">
              <a:extLst>
                <a:ext uri="{FF2B5EF4-FFF2-40B4-BE49-F238E27FC236}">
                  <a16:creationId xmlns:a16="http://schemas.microsoft.com/office/drawing/2014/main" id="{4060AB50-F13B-4CAE-901B-119BFD5541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7" name="Freeform 12">
              <a:extLst>
                <a:ext uri="{FF2B5EF4-FFF2-40B4-BE49-F238E27FC236}">
                  <a16:creationId xmlns:a16="http://schemas.microsoft.com/office/drawing/2014/main" id="{162D76C8-1A91-43A1-B2FA-120613EAC3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8" name="Freeform 13">
              <a:extLst>
                <a:ext uri="{FF2B5EF4-FFF2-40B4-BE49-F238E27FC236}">
                  <a16:creationId xmlns:a16="http://schemas.microsoft.com/office/drawing/2014/main" id="{A867129F-9514-4F98-861D-4935041756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9" name="Freeform 14">
              <a:extLst>
                <a:ext uri="{FF2B5EF4-FFF2-40B4-BE49-F238E27FC236}">
                  <a16:creationId xmlns:a16="http://schemas.microsoft.com/office/drawing/2014/main" id="{179BCBE1-F15B-452A-9454-5A9D9263443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0" name="Freeform 15">
              <a:extLst>
                <a:ext uri="{FF2B5EF4-FFF2-40B4-BE49-F238E27FC236}">
                  <a16:creationId xmlns:a16="http://schemas.microsoft.com/office/drawing/2014/main" id="{DE02BC67-4E10-445C-9BF2-905266BF2A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1" name="Freeform 16">
              <a:extLst>
                <a:ext uri="{FF2B5EF4-FFF2-40B4-BE49-F238E27FC236}">
                  <a16:creationId xmlns:a16="http://schemas.microsoft.com/office/drawing/2014/main" id="{D1CDDC45-84E7-48D0-A493-CB35939ACA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2" name="Freeform 17">
              <a:extLst>
                <a:ext uri="{FF2B5EF4-FFF2-40B4-BE49-F238E27FC236}">
                  <a16:creationId xmlns:a16="http://schemas.microsoft.com/office/drawing/2014/main" id="{FA8704D9-4A78-426D-B194-AB6AEAFA46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3" name="Freeform 18">
              <a:extLst>
                <a:ext uri="{FF2B5EF4-FFF2-40B4-BE49-F238E27FC236}">
                  <a16:creationId xmlns:a16="http://schemas.microsoft.com/office/drawing/2014/main" id="{5E07D196-8F38-4460-8C15-EECBE3088D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4" name="Freeform 19">
              <a:extLst>
                <a:ext uri="{FF2B5EF4-FFF2-40B4-BE49-F238E27FC236}">
                  <a16:creationId xmlns:a16="http://schemas.microsoft.com/office/drawing/2014/main" id="{DDD09126-BC8A-4A4C-87B0-84175BDD6E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5" name="Freeform 20">
              <a:extLst>
                <a:ext uri="{FF2B5EF4-FFF2-40B4-BE49-F238E27FC236}">
                  <a16:creationId xmlns:a16="http://schemas.microsoft.com/office/drawing/2014/main" id="{0AC35AB2-A2B5-43E4-8A07-5FF76AB1D9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6" name="Rectangle 21">
              <a:extLst>
                <a:ext uri="{FF2B5EF4-FFF2-40B4-BE49-F238E27FC236}">
                  <a16:creationId xmlns:a16="http://schemas.microsoft.com/office/drawing/2014/main" id="{000AEDDA-4FA6-4D65-B88F-9E0DEA65B80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7" name="Freeform 22">
              <a:extLst>
                <a:ext uri="{FF2B5EF4-FFF2-40B4-BE49-F238E27FC236}">
                  <a16:creationId xmlns:a16="http://schemas.microsoft.com/office/drawing/2014/main" id="{DBB97ECE-A7A8-4866-A47B-56068F861A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8" name="Freeform 23">
              <a:extLst>
                <a:ext uri="{FF2B5EF4-FFF2-40B4-BE49-F238E27FC236}">
                  <a16:creationId xmlns:a16="http://schemas.microsoft.com/office/drawing/2014/main" id="{2ACF1A60-34FB-44A0-86D7-072E098CB5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9" name="Freeform 24">
              <a:extLst>
                <a:ext uri="{FF2B5EF4-FFF2-40B4-BE49-F238E27FC236}">
                  <a16:creationId xmlns:a16="http://schemas.microsoft.com/office/drawing/2014/main" id="{D86E9C6F-1848-4525-9384-03368E8DC2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0" name="Freeform 25">
              <a:extLst>
                <a:ext uri="{FF2B5EF4-FFF2-40B4-BE49-F238E27FC236}">
                  <a16:creationId xmlns:a16="http://schemas.microsoft.com/office/drawing/2014/main" id="{F0B2A1C4-4775-40E9-B622-F705310060C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1" name="Freeform 26">
              <a:extLst>
                <a:ext uri="{FF2B5EF4-FFF2-40B4-BE49-F238E27FC236}">
                  <a16:creationId xmlns:a16="http://schemas.microsoft.com/office/drawing/2014/main" id="{426AD5F6-C8F1-4CB7-AC8A-23C1BA42CD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2" name="Freeform 27">
              <a:extLst>
                <a:ext uri="{FF2B5EF4-FFF2-40B4-BE49-F238E27FC236}">
                  <a16:creationId xmlns:a16="http://schemas.microsoft.com/office/drawing/2014/main" id="{B0ECAB00-918C-4065-B7EB-7655CD9CF0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3" name="Freeform 28">
              <a:extLst>
                <a:ext uri="{FF2B5EF4-FFF2-40B4-BE49-F238E27FC236}">
                  <a16:creationId xmlns:a16="http://schemas.microsoft.com/office/drawing/2014/main" id="{D1D8B02A-1DB2-480F-B6EE-3A23974B89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4" name="Freeform 29">
              <a:extLst>
                <a:ext uri="{FF2B5EF4-FFF2-40B4-BE49-F238E27FC236}">
                  <a16:creationId xmlns:a16="http://schemas.microsoft.com/office/drawing/2014/main" id="{982FB33C-4F8F-439A-A771-348BF42D86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5" name="Freeform 30">
              <a:extLst>
                <a:ext uri="{FF2B5EF4-FFF2-40B4-BE49-F238E27FC236}">
                  <a16:creationId xmlns:a16="http://schemas.microsoft.com/office/drawing/2014/main" id="{D454DB91-C669-405D-AD62-F96718703A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6" name="Freeform 31">
              <a:extLst>
                <a:ext uri="{FF2B5EF4-FFF2-40B4-BE49-F238E27FC236}">
                  <a16:creationId xmlns:a16="http://schemas.microsoft.com/office/drawing/2014/main" id="{0285A4AF-21DD-4EB1-AA08-762FBD3A20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7" name="Freeform 32">
              <a:extLst>
                <a:ext uri="{FF2B5EF4-FFF2-40B4-BE49-F238E27FC236}">
                  <a16:creationId xmlns:a16="http://schemas.microsoft.com/office/drawing/2014/main" id="{0A30254D-7806-43F0-A801-9DE9A17AE7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8" name="Freeform 34">
              <a:extLst>
                <a:ext uri="{FF2B5EF4-FFF2-40B4-BE49-F238E27FC236}">
                  <a16:creationId xmlns:a16="http://schemas.microsoft.com/office/drawing/2014/main" id="{00710D5E-0C7C-405D-8C3E-1B138A2726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9" name="Freeform 35">
              <a:extLst>
                <a:ext uri="{FF2B5EF4-FFF2-40B4-BE49-F238E27FC236}">
                  <a16:creationId xmlns:a16="http://schemas.microsoft.com/office/drawing/2014/main" id="{45980DE5-A695-41D4-B58E-41388D6C9C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0" name="Freeform 36">
              <a:extLst>
                <a:ext uri="{FF2B5EF4-FFF2-40B4-BE49-F238E27FC236}">
                  <a16:creationId xmlns:a16="http://schemas.microsoft.com/office/drawing/2014/main" id="{9F5515FD-58D3-49B5-8DCA-A2C0612500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1" name="Freeform 37">
              <a:extLst>
                <a:ext uri="{FF2B5EF4-FFF2-40B4-BE49-F238E27FC236}">
                  <a16:creationId xmlns:a16="http://schemas.microsoft.com/office/drawing/2014/main" id="{E65F5310-B34D-48B6-BB72-5824A90CA7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2" name="Freeform 38">
              <a:extLst>
                <a:ext uri="{FF2B5EF4-FFF2-40B4-BE49-F238E27FC236}">
                  <a16:creationId xmlns:a16="http://schemas.microsoft.com/office/drawing/2014/main" id="{34B7A193-8B0F-4830-B860-04F654C0EF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3" name="Freeform 39">
              <a:extLst>
                <a:ext uri="{FF2B5EF4-FFF2-40B4-BE49-F238E27FC236}">
                  <a16:creationId xmlns:a16="http://schemas.microsoft.com/office/drawing/2014/main" id="{E17F19F7-E66B-4348-9126-4760CECBB2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4" name="Freeform 40">
              <a:extLst>
                <a:ext uri="{FF2B5EF4-FFF2-40B4-BE49-F238E27FC236}">
                  <a16:creationId xmlns:a16="http://schemas.microsoft.com/office/drawing/2014/main" id="{B1A5512D-9F93-43B4-8866-823F4D2000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5" name="Freeform 41">
              <a:extLst>
                <a:ext uri="{FF2B5EF4-FFF2-40B4-BE49-F238E27FC236}">
                  <a16:creationId xmlns:a16="http://schemas.microsoft.com/office/drawing/2014/main" id="{0B1CF15D-B9CB-41DB-B8CC-E7782B62C6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6" name="Freeform 42">
              <a:extLst>
                <a:ext uri="{FF2B5EF4-FFF2-40B4-BE49-F238E27FC236}">
                  <a16:creationId xmlns:a16="http://schemas.microsoft.com/office/drawing/2014/main" id="{29F228CC-1FD8-4363-AE7A-88B9DE20A6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7" name="Freeform 43">
              <a:extLst>
                <a:ext uri="{FF2B5EF4-FFF2-40B4-BE49-F238E27FC236}">
                  <a16:creationId xmlns:a16="http://schemas.microsoft.com/office/drawing/2014/main" id="{5C5ABF27-F04C-4B3A-8D23-99291DA991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8" name="Freeform 44">
              <a:extLst>
                <a:ext uri="{FF2B5EF4-FFF2-40B4-BE49-F238E27FC236}">
                  <a16:creationId xmlns:a16="http://schemas.microsoft.com/office/drawing/2014/main" id="{73849F8F-BA7F-4A94-BC3D-74DDA3CA02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9" name="Freeform 45">
              <a:extLst>
                <a:ext uri="{FF2B5EF4-FFF2-40B4-BE49-F238E27FC236}">
                  <a16:creationId xmlns:a16="http://schemas.microsoft.com/office/drawing/2014/main" id="{D57F78E2-9509-4870-B404-467A5C44C2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0" name="Freeform 46">
              <a:extLst>
                <a:ext uri="{FF2B5EF4-FFF2-40B4-BE49-F238E27FC236}">
                  <a16:creationId xmlns:a16="http://schemas.microsoft.com/office/drawing/2014/main" id="{2A6B04D5-A08E-4CE2-AD1F-DBA8858BEB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1" name="Freeform 47">
              <a:extLst>
                <a:ext uri="{FF2B5EF4-FFF2-40B4-BE49-F238E27FC236}">
                  <a16:creationId xmlns:a16="http://schemas.microsoft.com/office/drawing/2014/main" id="{0CA78EF8-ED6E-45F1-A49B-6DD19E31D4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2" name="Freeform 48">
              <a:extLst>
                <a:ext uri="{FF2B5EF4-FFF2-40B4-BE49-F238E27FC236}">
                  <a16:creationId xmlns:a16="http://schemas.microsoft.com/office/drawing/2014/main" id="{A57AD615-01C2-47B5-A0EB-A98FAB2420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3" name="Freeform 49">
              <a:extLst>
                <a:ext uri="{FF2B5EF4-FFF2-40B4-BE49-F238E27FC236}">
                  <a16:creationId xmlns:a16="http://schemas.microsoft.com/office/drawing/2014/main" id="{55F52E64-BCB6-450A-A3B9-C5856F86FD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4" name="Freeform 50">
              <a:extLst>
                <a:ext uri="{FF2B5EF4-FFF2-40B4-BE49-F238E27FC236}">
                  <a16:creationId xmlns:a16="http://schemas.microsoft.com/office/drawing/2014/main" id="{FE8DED9C-BC2F-4E90-AF3B-4FF92BFBEA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5" name="Freeform 51">
              <a:extLst>
                <a:ext uri="{FF2B5EF4-FFF2-40B4-BE49-F238E27FC236}">
                  <a16:creationId xmlns:a16="http://schemas.microsoft.com/office/drawing/2014/main" id="{DFAC6AEA-F0C8-49D8-8D23-8F1ABED54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6" name="Freeform 52">
              <a:extLst>
                <a:ext uri="{FF2B5EF4-FFF2-40B4-BE49-F238E27FC236}">
                  <a16:creationId xmlns:a16="http://schemas.microsoft.com/office/drawing/2014/main" id="{94784C7C-B8A9-41FB-B6DD-07C0D21FE9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7" name="Freeform 53">
              <a:extLst>
                <a:ext uri="{FF2B5EF4-FFF2-40B4-BE49-F238E27FC236}">
                  <a16:creationId xmlns:a16="http://schemas.microsoft.com/office/drawing/2014/main" id="{DD3A09B1-9740-4B7F-ADCB-6967BBD872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8" name="Freeform 54">
              <a:extLst>
                <a:ext uri="{FF2B5EF4-FFF2-40B4-BE49-F238E27FC236}">
                  <a16:creationId xmlns:a16="http://schemas.microsoft.com/office/drawing/2014/main" id="{5D76697D-E67D-4DBE-9B4E-C9C6303D13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9" name="Freeform 55">
              <a:extLst>
                <a:ext uri="{FF2B5EF4-FFF2-40B4-BE49-F238E27FC236}">
                  <a16:creationId xmlns:a16="http://schemas.microsoft.com/office/drawing/2014/main" id="{3D6D6FE0-1DC5-4D12-9C4D-F201F793AC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0" name="Freeform 56">
              <a:extLst>
                <a:ext uri="{FF2B5EF4-FFF2-40B4-BE49-F238E27FC236}">
                  <a16:creationId xmlns:a16="http://schemas.microsoft.com/office/drawing/2014/main" id="{F97BE177-7241-4BB5-95E3-C738C0DEA2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1" name="Freeform 57">
              <a:extLst>
                <a:ext uri="{FF2B5EF4-FFF2-40B4-BE49-F238E27FC236}">
                  <a16:creationId xmlns:a16="http://schemas.microsoft.com/office/drawing/2014/main" id="{B312547D-8055-4202-B3C2-8163B48F6E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2" name="Freeform 58">
              <a:extLst>
                <a:ext uri="{FF2B5EF4-FFF2-40B4-BE49-F238E27FC236}">
                  <a16:creationId xmlns:a16="http://schemas.microsoft.com/office/drawing/2014/main" id="{C48F8059-7D4B-4B04-8A12-C162D91D5D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3" name="Freeform 59">
              <a:extLst>
                <a:ext uri="{FF2B5EF4-FFF2-40B4-BE49-F238E27FC236}">
                  <a16:creationId xmlns:a16="http://schemas.microsoft.com/office/drawing/2014/main" id="{E26410F2-EB45-4288-9F0D-893860511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4" name="Freeform 60">
              <a:extLst>
                <a:ext uri="{FF2B5EF4-FFF2-40B4-BE49-F238E27FC236}">
                  <a16:creationId xmlns:a16="http://schemas.microsoft.com/office/drawing/2014/main" id="{6C0E53F1-9B8F-4865-85ED-193C56960D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5" name="Freeform 61">
              <a:extLst>
                <a:ext uri="{FF2B5EF4-FFF2-40B4-BE49-F238E27FC236}">
                  <a16:creationId xmlns:a16="http://schemas.microsoft.com/office/drawing/2014/main" id="{59D3D0CD-1B8D-4C2B-8D0A-D68187B7D4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6" name="Freeform 62">
              <a:extLst>
                <a:ext uri="{FF2B5EF4-FFF2-40B4-BE49-F238E27FC236}">
                  <a16:creationId xmlns:a16="http://schemas.microsoft.com/office/drawing/2014/main" id="{0A819554-1D18-455B-B0DB-80E67DC04F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5713783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ackground">
            <a:extLst>
              <a:ext uri="{FF2B5EF4-FFF2-40B4-BE49-F238E27FC236}">
                <a16:creationId xmlns:a16="http://schemas.microsoft.com/office/drawing/2014/main" id="{890DF213-662F-4F0F-AF3A-12E90D6AB403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6FAA80-D3AC-4FBF-AAA7-DEDEA87CAB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6083" y="4100400"/>
            <a:ext cx="3579152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4"/>
                </a:solidFill>
              </a:defRPr>
            </a:lvl2pPr>
            <a:lvl3pPr marL="0" indent="0" algn="l">
              <a:buNone/>
              <a:defRPr sz="1800">
                <a:solidFill>
                  <a:schemeClr val="accent4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4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75" name="Text Placeholder 140">
            <a:extLst>
              <a:ext uri="{FF2B5EF4-FFF2-40B4-BE49-F238E27FC236}">
                <a16:creationId xmlns:a16="http://schemas.microsoft.com/office/drawing/2014/main" id="{F8C9875D-6ED4-4691-B4EE-6BE289CEFD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6083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66" name="Text Placeholder 135">
            <a:extLst>
              <a:ext uri="{FF2B5EF4-FFF2-40B4-BE49-F238E27FC236}">
                <a16:creationId xmlns:a16="http://schemas.microsoft.com/office/drawing/2014/main" id="{601F3602-2361-40F0-A995-ABA050961A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855" y="5338960"/>
            <a:ext cx="216000" cy="10800"/>
          </a:xfrm>
          <a:solidFill>
            <a:schemeClr val="tx2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id="{8FD03934-1038-48BB-99F7-5E65A0E0DE7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  <p:grpSp>
        <p:nvGrpSpPr>
          <p:cNvPr id="68" name="Logo" descr="The University of Melbourne logo">
            <a:extLst>
              <a:ext uri="{FF2B5EF4-FFF2-40B4-BE49-F238E27FC236}">
                <a16:creationId xmlns:a16="http://schemas.microsoft.com/office/drawing/2014/main" id="{D8028177-8E83-432F-BACB-E807F3191E7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607255" y="616633"/>
            <a:ext cx="1440000" cy="1443689"/>
            <a:chOff x="2864" y="1181"/>
            <a:chExt cx="1952" cy="1957"/>
          </a:xfrm>
        </p:grpSpPr>
        <p:sp>
          <p:nvSpPr>
            <p:cNvPr id="69" name="AutoShape 3">
              <a:extLst>
                <a:ext uri="{FF2B5EF4-FFF2-40B4-BE49-F238E27FC236}">
                  <a16:creationId xmlns:a16="http://schemas.microsoft.com/office/drawing/2014/main" id="{E52450A5-24E9-4A2A-9608-6B511DFE44D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4" name="Rectangle 5">
              <a:extLst>
                <a:ext uri="{FF2B5EF4-FFF2-40B4-BE49-F238E27FC236}">
                  <a16:creationId xmlns:a16="http://schemas.microsoft.com/office/drawing/2014/main" id="{8F6E39B7-21CE-4EC7-8450-0C807EEC365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2" name="Freeform 6">
              <a:extLst>
                <a:ext uri="{FF2B5EF4-FFF2-40B4-BE49-F238E27FC236}">
                  <a16:creationId xmlns:a16="http://schemas.microsoft.com/office/drawing/2014/main" id="{B9D0D64D-2220-47E1-BBEE-2BB809DDCF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3" name="Freeform 7">
              <a:extLst>
                <a:ext uri="{FF2B5EF4-FFF2-40B4-BE49-F238E27FC236}">
                  <a16:creationId xmlns:a16="http://schemas.microsoft.com/office/drawing/2014/main" id="{EC7F13C6-30B5-4789-A9CA-C5D5358E92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4" name="Freeform 8">
              <a:extLst>
                <a:ext uri="{FF2B5EF4-FFF2-40B4-BE49-F238E27FC236}">
                  <a16:creationId xmlns:a16="http://schemas.microsoft.com/office/drawing/2014/main" id="{A3083010-51A6-4BBD-B2CD-80A24C3B2A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5" name="Freeform 9">
              <a:extLst>
                <a:ext uri="{FF2B5EF4-FFF2-40B4-BE49-F238E27FC236}">
                  <a16:creationId xmlns:a16="http://schemas.microsoft.com/office/drawing/2014/main" id="{5E898951-C5EB-4B83-A8D2-16B7645D31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6" name="Freeform 10">
              <a:extLst>
                <a:ext uri="{FF2B5EF4-FFF2-40B4-BE49-F238E27FC236}">
                  <a16:creationId xmlns:a16="http://schemas.microsoft.com/office/drawing/2014/main" id="{BFA480E4-F894-4BFB-B82D-99C8CEF8FC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7" name="Freeform 11">
              <a:extLst>
                <a:ext uri="{FF2B5EF4-FFF2-40B4-BE49-F238E27FC236}">
                  <a16:creationId xmlns:a16="http://schemas.microsoft.com/office/drawing/2014/main" id="{D3190D5E-F207-4CD9-B0B9-790E48047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8" name="Freeform 12">
              <a:extLst>
                <a:ext uri="{FF2B5EF4-FFF2-40B4-BE49-F238E27FC236}">
                  <a16:creationId xmlns:a16="http://schemas.microsoft.com/office/drawing/2014/main" id="{93786209-7857-466A-86D1-A8269FDF21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9" name="Freeform 13">
              <a:extLst>
                <a:ext uri="{FF2B5EF4-FFF2-40B4-BE49-F238E27FC236}">
                  <a16:creationId xmlns:a16="http://schemas.microsoft.com/office/drawing/2014/main" id="{9CEFA7CF-3571-499B-B975-97CD9F48DA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1" name="Freeform 14">
              <a:extLst>
                <a:ext uri="{FF2B5EF4-FFF2-40B4-BE49-F238E27FC236}">
                  <a16:creationId xmlns:a16="http://schemas.microsoft.com/office/drawing/2014/main" id="{E2D21E27-3698-4A5C-80DB-06E7B72F1F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2" name="Freeform 15">
              <a:extLst>
                <a:ext uri="{FF2B5EF4-FFF2-40B4-BE49-F238E27FC236}">
                  <a16:creationId xmlns:a16="http://schemas.microsoft.com/office/drawing/2014/main" id="{12F5D869-32E2-4A28-9341-A5FF3235FE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3" name="Freeform 16">
              <a:extLst>
                <a:ext uri="{FF2B5EF4-FFF2-40B4-BE49-F238E27FC236}">
                  <a16:creationId xmlns:a16="http://schemas.microsoft.com/office/drawing/2014/main" id="{46C5A8B1-884D-404F-ADBE-CF206C6E9A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4" name="Freeform 17">
              <a:extLst>
                <a:ext uri="{FF2B5EF4-FFF2-40B4-BE49-F238E27FC236}">
                  <a16:creationId xmlns:a16="http://schemas.microsoft.com/office/drawing/2014/main" id="{F226FACD-A8F6-460B-BD87-A87B75EC05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5" name="Freeform 18">
              <a:extLst>
                <a:ext uri="{FF2B5EF4-FFF2-40B4-BE49-F238E27FC236}">
                  <a16:creationId xmlns:a16="http://schemas.microsoft.com/office/drawing/2014/main" id="{8B5F0318-B82F-4B24-8BEA-FA118C276C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6" name="Freeform 19">
              <a:extLst>
                <a:ext uri="{FF2B5EF4-FFF2-40B4-BE49-F238E27FC236}">
                  <a16:creationId xmlns:a16="http://schemas.microsoft.com/office/drawing/2014/main" id="{FBADB5E1-ABB1-420D-B065-10A007FED9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7" name="Freeform 20">
              <a:extLst>
                <a:ext uri="{FF2B5EF4-FFF2-40B4-BE49-F238E27FC236}">
                  <a16:creationId xmlns:a16="http://schemas.microsoft.com/office/drawing/2014/main" id="{972885BC-1538-42CC-ACB0-44375E4125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8" name="Rectangle 21">
              <a:extLst>
                <a:ext uri="{FF2B5EF4-FFF2-40B4-BE49-F238E27FC236}">
                  <a16:creationId xmlns:a16="http://schemas.microsoft.com/office/drawing/2014/main" id="{C99AFF5E-4521-4A7F-B4FD-D598115508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9" name="Freeform 22">
              <a:extLst>
                <a:ext uri="{FF2B5EF4-FFF2-40B4-BE49-F238E27FC236}">
                  <a16:creationId xmlns:a16="http://schemas.microsoft.com/office/drawing/2014/main" id="{C61E904B-66BB-4FDE-A7DB-9DDBA0E201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0" name="Freeform 23">
              <a:extLst>
                <a:ext uri="{FF2B5EF4-FFF2-40B4-BE49-F238E27FC236}">
                  <a16:creationId xmlns:a16="http://schemas.microsoft.com/office/drawing/2014/main" id="{0E70CA99-897A-4256-A90A-FFCFB226B8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1" name="Freeform 24">
              <a:extLst>
                <a:ext uri="{FF2B5EF4-FFF2-40B4-BE49-F238E27FC236}">
                  <a16:creationId xmlns:a16="http://schemas.microsoft.com/office/drawing/2014/main" id="{BEE4EB4C-A787-45D5-86C1-FB4972DE07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2" name="Freeform 25">
              <a:extLst>
                <a:ext uri="{FF2B5EF4-FFF2-40B4-BE49-F238E27FC236}">
                  <a16:creationId xmlns:a16="http://schemas.microsoft.com/office/drawing/2014/main" id="{97612278-5E29-430B-8711-1FFE425882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3" name="Freeform 26">
              <a:extLst>
                <a:ext uri="{FF2B5EF4-FFF2-40B4-BE49-F238E27FC236}">
                  <a16:creationId xmlns:a16="http://schemas.microsoft.com/office/drawing/2014/main" id="{4A817AF0-9F6D-4225-B5E8-028D8BE968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4" name="Freeform 27">
              <a:extLst>
                <a:ext uri="{FF2B5EF4-FFF2-40B4-BE49-F238E27FC236}">
                  <a16:creationId xmlns:a16="http://schemas.microsoft.com/office/drawing/2014/main" id="{5FC0D95E-4634-4CF4-81CD-F97C445B3F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5" name="Freeform 28">
              <a:extLst>
                <a:ext uri="{FF2B5EF4-FFF2-40B4-BE49-F238E27FC236}">
                  <a16:creationId xmlns:a16="http://schemas.microsoft.com/office/drawing/2014/main" id="{BFDA76B1-4296-466F-B8D3-59BE03C3C8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6" name="Freeform 29">
              <a:extLst>
                <a:ext uri="{FF2B5EF4-FFF2-40B4-BE49-F238E27FC236}">
                  <a16:creationId xmlns:a16="http://schemas.microsoft.com/office/drawing/2014/main" id="{523E1371-4810-4B97-A162-BD09ADFE20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7" name="Freeform 30">
              <a:extLst>
                <a:ext uri="{FF2B5EF4-FFF2-40B4-BE49-F238E27FC236}">
                  <a16:creationId xmlns:a16="http://schemas.microsoft.com/office/drawing/2014/main" id="{0C62F7A3-C883-4866-8777-CB0193E03A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8" name="Freeform 31">
              <a:extLst>
                <a:ext uri="{FF2B5EF4-FFF2-40B4-BE49-F238E27FC236}">
                  <a16:creationId xmlns:a16="http://schemas.microsoft.com/office/drawing/2014/main" id="{0A565D83-C19C-431C-965B-BD12E5AC16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9" name="Freeform 32">
              <a:extLst>
                <a:ext uri="{FF2B5EF4-FFF2-40B4-BE49-F238E27FC236}">
                  <a16:creationId xmlns:a16="http://schemas.microsoft.com/office/drawing/2014/main" id="{610466EB-4655-492E-955B-548189535D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0" name="Freeform 34">
              <a:extLst>
                <a:ext uri="{FF2B5EF4-FFF2-40B4-BE49-F238E27FC236}">
                  <a16:creationId xmlns:a16="http://schemas.microsoft.com/office/drawing/2014/main" id="{E2C57738-1257-4C3A-A7FA-EA653FB70D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1" name="Freeform 35">
              <a:extLst>
                <a:ext uri="{FF2B5EF4-FFF2-40B4-BE49-F238E27FC236}">
                  <a16:creationId xmlns:a16="http://schemas.microsoft.com/office/drawing/2014/main" id="{84FF9AB7-2451-4AD8-B43A-265371D37D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2" name="Freeform 36">
              <a:extLst>
                <a:ext uri="{FF2B5EF4-FFF2-40B4-BE49-F238E27FC236}">
                  <a16:creationId xmlns:a16="http://schemas.microsoft.com/office/drawing/2014/main" id="{4A615ACA-91B0-4A7D-B92E-9764FFB145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3" name="Freeform 37">
              <a:extLst>
                <a:ext uri="{FF2B5EF4-FFF2-40B4-BE49-F238E27FC236}">
                  <a16:creationId xmlns:a16="http://schemas.microsoft.com/office/drawing/2014/main" id="{FA488F50-DDFF-49CC-9BD8-0AE268ECF1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4" name="Freeform 38">
              <a:extLst>
                <a:ext uri="{FF2B5EF4-FFF2-40B4-BE49-F238E27FC236}">
                  <a16:creationId xmlns:a16="http://schemas.microsoft.com/office/drawing/2014/main" id="{9B423368-4192-4F14-960D-6C2C126061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5" name="Freeform 39">
              <a:extLst>
                <a:ext uri="{FF2B5EF4-FFF2-40B4-BE49-F238E27FC236}">
                  <a16:creationId xmlns:a16="http://schemas.microsoft.com/office/drawing/2014/main" id="{C004167E-2022-45FA-AD88-F3A6D7EEA5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6" name="Freeform 40">
              <a:extLst>
                <a:ext uri="{FF2B5EF4-FFF2-40B4-BE49-F238E27FC236}">
                  <a16:creationId xmlns:a16="http://schemas.microsoft.com/office/drawing/2014/main" id="{E5CFE2C5-1FEB-4415-AD8E-3F12077DCE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7" name="Freeform 41">
              <a:extLst>
                <a:ext uri="{FF2B5EF4-FFF2-40B4-BE49-F238E27FC236}">
                  <a16:creationId xmlns:a16="http://schemas.microsoft.com/office/drawing/2014/main" id="{1FF69E99-6C70-40BC-BCE2-20612480D1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8" name="Freeform 42">
              <a:extLst>
                <a:ext uri="{FF2B5EF4-FFF2-40B4-BE49-F238E27FC236}">
                  <a16:creationId xmlns:a16="http://schemas.microsoft.com/office/drawing/2014/main" id="{FF3D6994-DA2E-45C5-9E0F-7547E4BCE9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9" name="Freeform 43">
              <a:extLst>
                <a:ext uri="{FF2B5EF4-FFF2-40B4-BE49-F238E27FC236}">
                  <a16:creationId xmlns:a16="http://schemas.microsoft.com/office/drawing/2014/main" id="{811C2317-AB25-47F8-A023-32CD5905F4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0" name="Freeform 44">
              <a:extLst>
                <a:ext uri="{FF2B5EF4-FFF2-40B4-BE49-F238E27FC236}">
                  <a16:creationId xmlns:a16="http://schemas.microsoft.com/office/drawing/2014/main" id="{CF2799DB-155A-4DE7-A026-4448C8490B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1" name="Freeform 45">
              <a:extLst>
                <a:ext uri="{FF2B5EF4-FFF2-40B4-BE49-F238E27FC236}">
                  <a16:creationId xmlns:a16="http://schemas.microsoft.com/office/drawing/2014/main" id="{1A9CE4CF-8B2F-4B83-ABE3-A9DDE97D77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2" name="Freeform 46">
              <a:extLst>
                <a:ext uri="{FF2B5EF4-FFF2-40B4-BE49-F238E27FC236}">
                  <a16:creationId xmlns:a16="http://schemas.microsoft.com/office/drawing/2014/main" id="{E9393C8C-5791-43BB-8D1F-17FFFA2F6C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3" name="Freeform 47">
              <a:extLst>
                <a:ext uri="{FF2B5EF4-FFF2-40B4-BE49-F238E27FC236}">
                  <a16:creationId xmlns:a16="http://schemas.microsoft.com/office/drawing/2014/main" id="{C0D9B013-B46B-4D8E-956A-00922496A8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4" name="Freeform 48">
              <a:extLst>
                <a:ext uri="{FF2B5EF4-FFF2-40B4-BE49-F238E27FC236}">
                  <a16:creationId xmlns:a16="http://schemas.microsoft.com/office/drawing/2014/main" id="{A9DF028E-61BE-49A6-AB22-B1396BCEF9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5" name="Freeform 49">
              <a:extLst>
                <a:ext uri="{FF2B5EF4-FFF2-40B4-BE49-F238E27FC236}">
                  <a16:creationId xmlns:a16="http://schemas.microsoft.com/office/drawing/2014/main" id="{1BE8B055-3428-4E6F-B44A-A97E70B6E0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6" name="Freeform 50">
              <a:extLst>
                <a:ext uri="{FF2B5EF4-FFF2-40B4-BE49-F238E27FC236}">
                  <a16:creationId xmlns:a16="http://schemas.microsoft.com/office/drawing/2014/main" id="{5DF4C3AA-8B80-4E0A-A607-E09B8BFDB5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7" name="Freeform 51">
              <a:extLst>
                <a:ext uri="{FF2B5EF4-FFF2-40B4-BE49-F238E27FC236}">
                  <a16:creationId xmlns:a16="http://schemas.microsoft.com/office/drawing/2014/main" id="{8D4A8B2E-226D-4C2F-AF2F-EA40FA24DB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8" name="Freeform 52">
              <a:extLst>
                <a:ext uri="{FF2B5EF4-FFF2-40B4-BE49-F238E27FC236}">
                  <a16:creationId xmlns:a16="http://schemas.microsoft.com/office/drawing/2014/main" id="{4707D8EC-CDF2-4F4C-BEC4-F1123438AE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9" name="Freeform 53">
              <a:extLst>
                <a:ext uri="{FF2B5EF4-FFF2-40B4-BE49-F238E27FC236}">
                  <a16:creationId xmlns:a16="http://schemas.microsoft.com/office/drawing/2014/main" id="{3BABCCF3-6967-4924-ABE6-1D8CCD6AD3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0" name="Freeform 54">
              <a:extLst>
                <a:ext uri="{FF2B5EF4-FFF2-40B4-BE49-F238E27FC236}">
                  <a16:creationId xmlns:a16="http://schemas.microsoft.com/office/drawing/2014/main" id="{06584F31-18E1-4AAA-9212-E89DD2C32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1" name="Freeform 55">
              <a:extLst>
                <a:ext uri="{FF2B5EF4-FFF2-40B4-BE49-F238E27FC236}">
                  <a16:creationId xmlns:a16="http://schemas.microsoft.com/office/drawing/2014/main" id="{FDDEF5CF-37DB-4384-ACB2-BCE9E83AE3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2" name="Freeform 56">
              <a:extLst>
                <a:ext uri="{FF2B5EF4-FFF2-40B4-BE49-F238E27FC236}">
                  <a16:creationId xmlns:a16="http://schemas.microsoft.com/office/drawing/2014/main" id="{D830E2B0-83FD-4E0F-BD1A-043F72866C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3" name="Freeform 57">
              <a:extLst>
                <a:ext uri="{FF2B5EF4-FFF2-40B4-BE49-F238E27FC236}">
                  <a16:creationId xmlns:a16="http://schemas.microsoft.com/office/drawing/2014/main" id="{E75B0DEF-3E13-40F8-B101-9599E9EA93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4" name="Freeform 58">
              <a:extLst>
                <a:ext uri="{FF2B5EF4-FFF2-40B4-BE49-F238E27FC236}">
                  <a16:creationId xmlns:a16="http://schemas.microsoft.com/office/drawing/2014/main" id="{7074C629-B269-48DD-A199-3A11E15ECF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5" name="Freeform 59">
              <a:extLst>
                <a:ext uri="{FF2B5EF4-FFF2-40B4-BE49-F238E27FC236}">
                  <a16:creationId xmlns:a16="http://schemas.microsoft.com/office/drawing/2014/main" id="{09AEA492-6B43-46AD-AAD7-51F7268EC0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6" name="Freeform 60">
              <a:extLst>
                <a:ext uri="{FF2B5EF4-FFF2-40B4-BE49-F238E27FC236}">
                  <a16:creationId xmlns:a16="http://schemas.microsoft.com/office/drawing/2014/main" id="{87A55503-C3B5-4B2D-82BD-D9F26A23F4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7" name="Freeform 61">
              <a:extLst>
                <a:ext uri="{FF2B5EF4-FFF2-40B4-BE49-F238E27FC236}">
                  <a16:creationId xmlns:a16="http://schemas.microsoft.com/office/drawing/2014/main" id="{1841E6E1-2310-44E5-ADC9-6739C11E93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8" name="Freeform 62">
              <a:extLst>
                <a:ext uri="{FF2B5EF4-FFF2-40B4-BE49-F238E27FC236}">
                  <a16:creationId xmlns:a16="http://schemas.microsoft.com/office/drawing/2014/main" id="{33BE81D8-054A-4244-A15C-B9884E2108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13806259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ackground picture">
            <a:extLst>
              <a:ext uri="{FF2B5EF4-FFF2-40B4-BE49-F238E27FC236}">
                <a16:creationId xmlns:a16="http://schemas.microsoft.com/office/drawing/2014/main" id="{3E2304DD-D55D-458E-8153-0D330BDFEF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9153000" cy="6857998"/>
          </a:xfrm>
          <a:solidFill>
            <a:schemeClr val="bg1">
              <a:lumMod val="85000"/>
            </a:schemeClr>
          </a:solidFill>
        </p:spPr>
        <p:txBody>
          <a:bodyPr lIns="360000" tIns="360000" rIns="360000" bIns="360000">
            <a:normAutofit/>
          </a:bodyPr>
          <a:lstStyle>
            <a:lvl1pPr algn="r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  <p:sp>
        <p:nvSpPr>
          <p:cNvPr id="7" name="Subtitle 72">
            <a:extLst>
              <a:ext uri="{FF2B5EF4-FFF2-40B4-BE49-F238E27FC236}">
                <a16:creationId xmlns:a16="http://schemas.microsoft.com/office/drawing/2014/main" id="{F275BFD4-1048-470B-8246-6C18CB5CAD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0"/>
            <a:ext cx="5729283" cy="6857998"/>
          </a:xfrm>
          <a:custGeom>
            <a:avLst/>
            <a:gdLst>
              <a:gd name="connsiteX0" fmla="*/ 0 w 5729283"/>
              <a:gd name="connsiteY0" fmla="*/ 0 h 6857998"/>
              <a:gd name="connsiteX1" fmla="*/ 4311112 w 5729283"/>
              <a:gd name="connsiteY1" fmla="*/ 0 h 6857998"/>
              <a:gd name="connsiteX2" fmla="*/ 5729283 w 5729283"/>
              <a:gd name="connsiteY2" fmla="*/ 5316930 h 6857998"/>
              <a:gd name="connsiteX3" fmla="*/ 0 w 5729283"/>
              <a:gd name="connsiteY3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29283" h="6857998">
                <a:moveTo>
                  <a:pt x="0" y="0"/>
                </a:moveTo>
                <a:lnTo>
                  <a:pt x="4311112" y="0"/>
                </a:lnTo>
                <a:lnTo>
                  <a:pt x="5729283" y="5316930"/>
                </a:lnTo>
                <a:lnTo>
                  <a:pt x="0" y="6857998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</p:spPr>
        <p:txBody>
          <a:bodyPr wrap="square" lIns="576000" tIns="4140000" rIns="1404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4"/>
                </a:solidFill>
              </a:defRPr>
            </a:lvl2pPr>
            <a:lvl3pPr marL="0" indent="0" algn="l">
              <a:buNone/>
              <a:defRPr sz="1800">
                <a:solidFill>
                  <a:schemeClr val="accent4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4"/>
                </a:solidFill>
              </a:defRPr>
            </a:lvl9pPr>
          </a:lstStyle>
          <a:p>
            <a:pPr lvl="0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BDCEFD-E5FA-4450-9247-B76C31B9B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0" name="Text Placeholder 140">
            <a:extLst>
              <a:ext uri="{FF2B5EF4-FFF2-40B4-BE49-F238E27FC236}">
                <a16:creationId xmlns:a16="http://schemas.microsoft.com/office/drawing/2014/main" id="{57902E77-72FC-46E0-BC87-1DC54BABCC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063" y="5265337"/>
            <a:ext cx="356711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11" name="Text Placeholder 135">
            <a:extLst>
              <a:ext uri="{FF2B5EF4-FFF2-40B4-BE49-F238E27FC236}">
                <a16:creationId xmlns:a16="http://schemas.microsoft.com/office/drawing/2014/main" id="{884AF1BA-D56D-4439-805B-B725F8DBC3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7255" y="5209360"/>
            <a:ext cx="288000" cy="10800"/>
          </a:xfrm>
          <a:solidFill>
            <a:schemeClr val="tx2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9" name="Logo" descr="The University of Melbourne logo">
            <a:extLst>
              <a:ext uri="{FF2B5EF4-FFF2-40B4-BE49-F238E27FC236}">
                <a16:creationId xmlns:a16="http://schemas.microsoft.com/office/drawing/2014/main" id="{59CD9D88-984A-467B-8315-1D823E2C2F1F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607255" y="616633"/>
            <a:ext cx="1440000" cy="1440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200">
                <a:solidFill>
                  <a:schemeClr val="tx2"/>
                </a:solidFill>
              </a:defRPr>
            </a:lvl1pPr>
            <a:lvl2pPr marL="0" indent="0">
              <a:defRPr sz="200">
                <a:solidFill>
                  <a:schemeClr val="tx2"/>
                </a:solidFill>
              </a:defRPr>
            </a:lvl2pPr>
            <a:lvl3pPr marL="0" indent="0">
              <a:defRPr sz="200">
                <a:solidFill>
                  <a:schemeClr val="tx2"/>
                </a:solidFill>
              </a:defRPr>
            </a:lvl3pPr>
            <a:lvl4pPr>
              <a:defRPr sz="200">
                <a:solidFill>
                  <a:schemeClr val="tx2"/>
                </a:solidFill>
              </a:defRPr>
            </a:lvl4pPr>
            <a:lvl5pPr>
              <a:defRPr sz="200">
                <a:solidFill>
                  <a:schemeClr val="tx2"/>
                </a:solidFill>
              </a:defRPr>
            </a:lvl5pPr>
            <a:lvl6pPr>
              <a:defRPr sz="200">
                <a:solidFill>
                  <a:schemeClr val="tx2"/>
                </a:solidFill>
              </a:defRPr>
            </a:lvl6pPr>
            <a:lvl7pPr>
              <a:defRPr sz="200">
                <a:solidFill>
                  <a:schemeClr val="tx2"/>
                </a:solidFill>
              </a:defRPr>
            </a:lvl7pPr>
            <a:lvl8pPr>
              <a:defRPr sz="200">
                <a:solidFill>
                  <a:schemeClr val="tx2"/>
                </a:solidFill>
              </a:defRPr>
            </a:lvl8pPr>
            <a:lvl9pPr>
              <a:defRPr sz="2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33541010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-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ackground">
            <a:extLst>
              <a:ext uri="{FF2B5EF4-FFF2-40B4-BE49-F238E27FC236}">
                <a16:creationId xmlns:a16="http://schemas.microsoft.com/office/drawing/2014/main" id="{4A3F1C04-3200-4425-86D0-2F9E2EAC9EF4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6FEA10-0B7F-468B-8737-73FA55A9A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94" name="Subtitle 139">
            <a:extLst>
              <a:ext uri="{FF2B5EF4-FFF2-40B4-BE49-F238E27FC236}">
                <a16:creationId xmlns:a16="http://schemas.microsoft.com/office/drawing/2014/main" id="{11B95767-3A13-4FFC-998D-AC0754C0EA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4100400"/>
            <a:ext cx="3579152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147" name="Text Placeholder 140">
            <a:extLst>
              <a:ext uri="{FF2B5EF4-FFF2-40B4-BE49-F238E27FC236}">
                <a16:creationId xmlns:a16="http://schemas.microsoft.com/office/drawing/2014/main" id="{74859718-6497-4295-886B-BD752B23C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18430" y="686887"/>
            <a:ext cx="2824180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1F2942-2F48-4595-B815-42D3F57C14B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75050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79" name="Picture Placeholder 2">
            <a:extLst>
              <a:ext uri="{FF2B5EF4-FFF2-40B4-BE49-F238E27FC236}">
                <a16:creationId xmlns:a16="http://schemas.microsoft.com/office/drawing/2014/main" id="{649337E6-8710-4F9B-AE53-FDDFC8849C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51398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80" name="Picture Placeholder 2">
            <a:extLst>
              <a:ext uri="{FF2B5EF4-FFF2-40B4-BE49-F238E27FC236}">
                <a16:creationId xmlns:a16="http://schemas.microsoft.com/office/drawing/2014/main" id="{2E04A960-7ECB-4B73-A38E-482CE39F43D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527746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254" name="Picture Placeholder 253">
            <a:extLst>
              <a:ext uri="{FF2B5EF4-FFF2-40B4-BE49-F238E27FC236}">
                <a16:creationId xmlns:a16="http://schemas.microsoft.com/office/drawing/2014/main" id="{E5AF71EF-D58B-4930-B671-3D00D2D01AC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  <p:sp>
        <p:nvSpPr>
          <p:cNvPr id="70" name="Text Placeholder 135">
            <a:extLst>
              <a:ext uri="{FF2B5EF4-FFF2-40B4-BE49-F238E27FC236}">
                <a16:creationId xmlns:a16="http://schemas.microsoft.com/office/drawing/2014/main" id="{0443CBF0-AF90-4B9B-A3C5-CDEF3FF57F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98823" y="630906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grpSp>
        <p:nvGrpSpPr>
          <p:cNvPr id="195" name="Logo" descr="The University of Melbourne logo">
            <a:extLst>
              <a:ext uri="{FF2B5EF4-FFF2-40B4-BE49-F238E27FC236}">
                <a16:creationId xmlns:a16="http://schemas.microsoft.com/office/drawing/2014/main" id="{839C52C0-9A6F-4427-8D48-7BB28B00B54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196" name="AutoShape 3">
              <a:extLst>
                <a:ext uri="{FF2B5EF4-FFF2-40B4-BE49-F238E27FC236}">
                  <a16:creationId xmlns:a16="http://schemas.microsoft.com/office/drawing/2014/main" id="{3CB4793C-5CCD-4F5B-BF61-B5519BB84563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7" name="Rectangle 5">
              <a:extLst>
                <a:ext uri="{FF2B5EF4-FFF2-40B4-BE49-F238E27FC236}">
                  <a16:creationId xmlns:a16="http://schemas.microsoft.com/office/drawing/2014/main" id="{9C22DE55-0539-4D47-B968-A6FFB052273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8" name="Freeform 6">
              <a:extLst>
                <a:ext uri="{FF2B5EF4-FFF2-40B4-BE49-F238E27FC236}">
                  <a16:creationId xmlns:a16="http://schemas.microsoft.com/office/drawing/2014/main" id="{839E5D8B-8155-49D3-9C68-ADDFE2B147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9" name="Freeform 7">
              <a:extLst>
                <a:ext uri="{FF2B5EF4-FFF2-40B4-BE49-F238E27FC236}">
                  <a16:creationId xmlns:a16="http://schemas.microsoft.com/office/drawing/2014/main" id="{C63B0A4A-C98F-4375-81E7-CF6DC2A71A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0" name="Freeform 8">
              <a:extLst>
                <a:ext uri="{FF2B5EF4-FFF2-40B4-BE49-F238E27FC236}">
                  <a16:creationId xmlns:a16="http://schemas.microsoft.com/office/drawing/2014/main" id="{AC870463-CB95-46E5-9190-D47D0A0AD6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1" name="Freeform 9">
              <a:extLst>
                <a:ext uri="{FF2B5EF4-FFF2-40B4-BE49-F238E27FC236}">
                  <a16:creationId xmlns:a16="http://schemas.microsoft.com/office/drawing/2014/main" id="{9C090A6E-F3FE-4492-A8E3-5CB015467A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2" name="Freeform 10">
              <a:extLst>
                <a:ext uri="{FF2B5EF4-FFF2-40B4-BE49-F238E27FC236}">
                  <a16:creationId xmlns:a16="http://schemas.microsoft.com/office/drawing/2014/main" id="{D71279E6-2329-4AFD-BC71-783C75AD0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3" name="Freeform 11">
              <a:extLst>
                <a:ext uri="{FF2B5EF4-FFF2-40B4-BE49-F238E27FC236}">
                  <a16:creationId xmlns:a16="http://schemas.microsoft.com/office/drawing/2014/main" id="{39F93875-8DCC-4364-BCAD-87D1A0395F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4" name="Freeform 12">
              <a:extLst>
                <a:ext uri="{FF2B5EF4-FFF2-40B4-BE49-F238E27FC236}">
                  <a16:creationId xmlns:a16="http://schemas.microsoft.com/office/drawing/2014/main" id="{B8A0F650-D849-4B73-9146-7E45142095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5" name="Freeform 13">
              <a:extLst>
                <a:ext uri="{FF2B5EF4-FFF2-40B4-BE49-F238E27FC236}">
                  <a16:creationId xmlns:a16="http://schemas.microsoft.com/office/drawing/2014/main" id="{696C0D3B-E372-4329-A827-83F393655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6" name="Freeform 14">
              <a:extLst>
                <a:ext uri="{FF2B5EF4-FFF2-40B4-BE49-F238E27FC236}">
                  <a16:creationId xmlns:a16="http://schemas.microsoft.com/office/drawing/2014/main" id="{09187AF8-096B-4D9D-BECF-DA1ED22144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7" name="Freeform 15">
              <a:extLst>
                <a:ext uri="{FF2B5EF4-FFF2-40B4-BE49-F238E27FC236}">
                  <a16:creationId xmlns:a16="http://schemas.microsoft.com/office/drawing/2014/main" id="{BCFC2B8D-A927-4FA6-ABAD-250666F7F9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8" name="Freeform 16">
              <a:extLst>
                <a:ext uri="{FF2B5EF4-FFF2-40B4-BE49-F238E27FC236}">
                  <a16:creationId xmlns:a16="http://schemas.microsoft.com/office/drawing/2014/main" id="{393D1A0F-7858-45C7-9640-0EA05DE962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9" name="Freeform 17">
              <a:extLst>
                <a:ext uri="{FF2B5EF4-FFF2-40B4-BE49-F238E27FC236}">
                  <a16:creationId xmlns:a16="http://schemas.microsoft.com/office/drawing/2014/main" id="{9D9CC4FD-3E79-4B80-9CDC-9026604ACE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0" name="Freeform 18">
              <a:extLst>
                <a:ext uri="{FF2B5EF4-FFF2-40B4-BE49-F238E27FC236}">
                  <a16:creationId xmlns:a16="http://schemas.microsoft.com/office/drawing/2014/main" id="{6B9EF6BE-5CAC-4584-85C5-38722586BD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1" name="Freeform 19">
              <a:extLst>
                <a:ext uri="{FF2B5EF4-FFF2-40B4-BE49-F238E27FC236}">
                  <a16:creationId xmlns:a16="http://schemas.microsoft.com/office/drawing/2014/main" id="{CE9CBF70-A08F-4B3E-933C-5B383A7A0A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2" name="Freeform 20">
              <a:extLst>
                <a:ext uri="{FF2B5EF4-FFF2-40B4-BE49-F238E27FC236}">
                  <a16:creationId xmlns:a16="http://schemas.microsoft.com/office/drawing/2014/main" id="{DCB129BA-B7EC-4145-AA2C-85E18362D5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3" name="Rectangle 21">
              <a:extLst>
                <a:ext uri="{FF2B5EF4-FFF2-40B4-BE49-F238E27FC236}">
                  <a16:creationId xmlns:a16="http://schemas.microsoft.com/office/drawing/2014/main" id="{E952D24A-E62C-4B35-A453-E2DB313C1CF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4" name="Freeform 22">
              <a:extLst>
                <a:ext uri="{FF2B5EF4-FFF2-40B4-BE49-F238E27FC236}">
                  <a16:creationId xmlns:a16="http://schemas.microsoft.com/office/drawing/2014/main" id="{A616AFE6-9BCC-48E4-8C66-4AF9903EDA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5" name="Freeform 23">
              <a:extLst>
                <a:ext uri="{FF2B5EF4-FFF2-40B4-BE49-F238E27FC236}">
                  <a16:creationId xmlns:a16="http://schemas.microsoft.com/office/drawing/2014/main" id="{14593CC9-FBBF-4EEA-A1D0-6472C18040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6" name="Freeform 24">
              <a:extLst>
                <a:ext uri="{FF2B5EF4-FFF2-40B4-BE49-F238E27FC236}">
                  <a16:creationId xmlns:a16="http://schemas.microsoft.com/office/drawing/2014/main" id="{C13B5AB5-D746-465E-AA3D-E87100FF95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7" name="Freeform 25">
              <a:extLst>
                <a:ext uri="{FF2B5EF4-FFF2-40B4-BE49-F238E27FC236}">
                  <a16:creationId xmlns:a16="http://schemas.microsoft.com/office/drawing/2014/main" id="{D8C3E3A5-B063-4156-83BE-857D9A190C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8" name="Freeform 26">
              <a:extLst>
                <a:ext uri="{FF2B5EF4-FFF2-40B4-BE49-F238E27FC236}">
                  <a16:creationId xmlns:a16="http://schemas.microsoft.com/office/drawing/2014/main" id="{F9354ACE-2667-43D9-A9E4-35AF59FB09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9" name="Freeform 27">
              <a:extLst>
                <a:ext uri="{FF2B5EF4-FFF2-40B4-BE49-F238E27FC236}">
                  <a16:creationId xmlns:a16="http://schemas.microsoft.com/office/drawing/2014/main" id="{4500720B-9FE5-4FC6-BCC6-2C7F8F4E4D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0" name="Freeform 28">
              <a:extLst>
                <a:ext uri="{FF2B5EF4-FFF2-40B4-BE49-F238E27FC236}">
                  <a16:creationId xmlns:a16="http://schemas.microsoft.com/office/drawing/2014/main" id="{84BA71E3-588E-4AA6-AB1E-3CDB10C4FB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1" name="Freeform 29">
              <a:extLst>
                <a:ext uri="{FF2B5EF4-FFF2-40B4-BE49-F238E27FC236}">
                  <a16:creationId xmlns:a16="http://schemas.microsoft.com/office/drawing/2014/main" id="{BE3254C8-814E-4952-8200-C895058BA8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2" name="Freeform 30">
              <a:extLst>
                <a:ext uri="{FF2B5EF4-FFF2-40B4-BE49-F238E27FC236}">
                  <a16:creationId xmlns:a16="http://schemas.microsoft.com/office/drawing/2014/main" id="{331888C2-72FE-4B1E-BB9E-F6E7C5762F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3" name="Freeform 31">
              <a:extLst>
                <a:ext uri="{FF2B5EF4-FFF2-40B4-BE49-F238E27FC236}">
                  <a16:creationId xmlns:a16="http://schemas.microsoft.com/office/drawing/2014/main" id="{9BDBD28C-CE53-4274-AAA7-FA2D3C043C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4" name="Freeform 32">
              <a:extLst>
                <a:ext uri="{FF2B5EF4-FFF2-40B4-BE49-F238E27FC236}">
                  <a16:creationId xmlns:a16="http://schemas.microsoft.com/office/drawing/2014/main" id="{AFC524B2-1374-4D2A-8E7E-8CEEA8756B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5" name="Freeform 34">
              <a:extLst>
                <a:ext uri="{FF2B5EF4-FFF2-40B4-BE49-F238E27FC236}">
                  <a16:creationId xmlns:a16="http://schemas.microsoft.com/office/drawing/2014/main" id="{159C63ED-119F-4995-A908-DBB2293E7D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6" name="Freeform 35">
              <a:extLst>
                <a:ext uri="{FF2B5EF4-FFF2-40B4-BE49-F238E27FC236}">
                  <a16:creationId xmlns:a16="http://schemas.microsoft.com/office/drawing/2014/main" id="{9D9FDAB1-BF5D-47C0-A4DE-38264D999D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7" name="Freeform 36">
              <a:extLst>
                <a:ext uri="{FF2B5EF4-FFF2-40B4-BE49-F238E27FC236}">
                  <a16:creationId xmlns:a16="http://schemas.microsoft.com/office/drawing/2014/main" id="{C1ABD4F8-3CE7-417B-8CCD-4879D33FA8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8" name="Freeform 37">
              <a:extLst>
                <a:ext uri="{FF2B5EF4-FFF2-40B4-BE49-F238E27FC236}">
                  <a16:creationId xmlns:a16="http://schemas.microsoft.com/office/drawing/2014/main" id="{103F22C4-1CD6-4EF0-905B-92AB362F75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9" name="Freeform 38">
              <a:extLst>
                <a:ext uri="{FF2B5EF4-FFF2-40B4-BE49-F238E27FC236}">
                  <a16:creationId xmlns:a16="http://schemas.microsoft.com/office/drawing/2014/main" id="{B6C6E0C7-2C51-494C-96A1-A7080C7BC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0" name="Freeform 39">
              <a:extLst>
                <a:ext uri="{FF2B5EF4-FFF2-40B4-BE49-F238E27FC236}">
                  <a16:creationId xmlns:a16="http://schemas.microsoft.com/office/drawing/2014/main" id="{5E3AA035-F1DE-4980-A6F9-03834D6840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1" name="Freeform 40">
              <a:extLst>
                <a:ext uri="{FF2B5EF4-FFF2-40B4-BE49-F238E27FC236}">
                  <a16:creationId xmlns:a16="http://schemas.microsoft.com/office/drawing/2014/main" id="{130ADC70-2CD1-418A-84DE-3F38ABE739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2" name="Freeform 41">
              <a:extLst>
                <a:ext uri="{FF2B5EF4-FFF2-40B4-BE49-F238E27FC236}">
                  <a16:creationId xmlns:a16="http://schemas.microsoft.com/office/drawing/2014/main" id="{B7EA4B72-1CA4-476A-B6D6-852CAC06C8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3" name="Freeform 42">
              <a:extLst>
                <a:ext uri="{FF2B5EF4-FFF2-40B4-BE49-F238E27FC236}">
                  <a16:creationId xmlns:a16="http://schemas.microsoft.com/office/drawing/2014/main" id="{9BCDC689-AB36-471E-A19F-6DF6BDFA48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4" name="Freeform 43">
              <a:extLst>
                <a:ext uri="{FF2B5EF4-FFF2-40B4-BE49-F238E27FC236}">
                  <a16:creationId xmlns:a16="http://schemas.microsoft.com/office/drawing/2014/main" id="{F84B1191-49BD-42D8-9DD8-54B1025B85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5" name="Freeform 44">
              <a:extLst>
                <a:ext uri="{FF2B5EF4-FFF2-40B4-BE49-F238E27FC236}">
                  <a16:creationId xmlns:a16="http://schemas.microsoft.com/office/drawing/2014/main" id="{3F36B0B7-B248-4C36-ACAA-F57D604F99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6" name="Freeform 45">
              <a:extLst>
                <a:ext uri="{FF2B5EF4-FFF2-40B4-BE49-F238E27FC236}">
                  <a16:creationId xmlns:a16="http://schemas.microsoft.com/office/drawing/2014/main" id="{6C40B266-66D2-4AA5-AF83-82341DD033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7" name="Freeform 46">
              <a:extLst>
                <a:ext uri="{FF2B5EF4-FFF2-40B4-BE49-F238E27FC236}">
                  <a16:creationId xmlns:a16="http://schemas.microsoft.com/office/drawing/2014/main" id="{0F6CDDCC-C889-48AC-B016-7F6405161B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8" name="Freeform 47">
              <a:extLst>
                <a:ext uri="{FF2B5EF4-FFF2-40B4-BE49-F238E27FC236}">
                  <a16:creationId xmlns:a16="http://schemas.microsoft.com/office/drawing/2014/main" id="{292792DB-44D2-43DB-9EBE-FD22D8E4DB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9" name="Freeform 48">
              <a:extLst>
                <a:ext uri="{FF2B5EF4-FFF2-40B4-BE49-F238E27FC236}">
                  <a16:creationId xmlns:a16="http://schemas.microsoft.com/office/drawing/2014/main" id="{A70696E9-E2B2-4865-A0C3-E3E4E7CAB8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0" name="Freeform 49">
              <a:extLst>
                <a:ext uri="{FF2B5EF4-FFF2-40B4-BE49-F238E27FC236}">
                  <a16:creationId xmlns:a16="http://schemas.microsoft.com/office/drawing/2014/main" id="{8131D599-F06F-4922-A462-921AB0B9CF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1" name="Freeform 50">
              <a:extLst>
                <a:ext uri="{FF2B5EF4-FFF2-40B4-BE49-F238E27FC236}">
                  <a16:creationId xmlns:a16="http://schemas.microsoft.com/office/drawing/2014/main" id="{5737B435-E8F8-4CDD-89CD-FF0682FDED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2" name="Freeform 51">
              <a:extLst>
                <a:ext uri="{FF2B5EF4-FFF2-40B4-BE49-F238E27FC236}">
                  <a16:creationId xmlns:a16="http://schemas.microsoft.com/office/drawing/2014/main" id="{BC9AEEE5-3792-4999-8681-0EA0B20F09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3" name="Freeform 52">
              <a:extLst>
                <a:ext uri="{FF2B5EF4-FFF2-40B4-BE49-F238E27FC236}">
                  <a16:creationId xmlns:a16="http://schemas.microsoft.com/office/drawing/2014/main" id="{D1D6BC8B-EF90-45E5-B12E-445E7D0308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4" name="Freeform 53">
              <a:extLst>
                <a:ext uri="{FF2B5EF4-FFF2-40B4-BE49-F238E27FC236}">
                  <a16:creationId xmlns:a16="http://schemas.microsoft.com/office/drawing/2014/main" id="{C63921BB-161E-4135-A152-58519C262B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5" name="Freeform 54">
              <a:extLst>
                <a:ext uri="{FF2B5EF4-FFF2-40B4-BE49-F238E27FC236}">
                  <a16:creationId xmlns:a16="http://schemas.microsoft.com/office/drawing/2014/main" id="{B6D7A211-0B1F-4C02-A9F3-006FB08102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6" name="Freeform 55">
              <a:extLst>
                <a:ext uri="{FF2B5EF4-FFF2-40B4-BE49-F238E27FC236}">
                  <a16:creationId xmlns:a16="http://schemas.microsoft.com/office/drawing/2014/main" id="{A0B3206B-507B-4015-A9A2-E0896DFADF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7" name="Freeform 56">
              <a:extLst>
                <a:ext uri="{FF2B5EF4-FFF2-40B4-BE49-F238E27FC236}">
                  <a16:creationId xmlns:a16="http://schemas.microsoft.com/office/drawing/2014/main" id="{984BAC3F-9CA8-4015-A952-B9446F68D3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8" name="Freeform 57">
              <a:extLst>
                <a:ext uri="{FF2B5EF4-FFF2-40B4-BE49-F238E27FC236}">
                  <a16:creationId xmlns:a16="http://schemas.microsoft.com/office/drawing/2014/main" id="{4CDFC29E-4326-4DB6-9AAB-572FEBFC94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9" name="Freeform 58">
              <a:extLst>
                <a:ext uri="{FF2B5EF4-FFF2-40B4-BE49-F238E27FC236}">
                  <a16:creationId xmlns:a16="http://schemas.microsoft.com/office/drawing/2014/main" id="{76FF4184-4BBE-41C5-9C00-615CF27EEC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50" name="Freeform 59">
              <a:extLst>
                <a:ext uri="{FF2B5EF4-FFF2-40B4-BE49-F238E27FC236}">
                  <a16:creationId xmlns:a16="http://schemas.microsoft.com/office/drawing/2014/main" id="{1DC69F4A-1996-4C8C-9C03-DD93CF4100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51" name="Freeform 60">
              <a:extLst>
                <a:ext uri="{FF2B5EF4-FFF2-40B4-BE49-F238E27FC236}">
                  <a16:creationId xmlns:a16="http://schemas.microsoft.com/office/drawing/2014/main" id="{756AAD03-1CA0-40B0-B5AC-5BA605B294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52" name="Freeform 61">
              <a:extLst>
                <a:ext uri="{FF2B5EF4-FFF2-40B4-BE49-F238E27FC236}">
                  <a16:creationId xmlns:a16="http://schemas.microsoft.com/office/drawing/2014/main" id="{5D3472D0-A7F1-4E13-9454-78B7364B2E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53" name="Freeform 62">
              <a:extLst>
                <a:ext uri="{FF2B5EF4-FFF2-40B4-BE49-F238E27FC236}">
                  <a16:creationId xmlns:a16="http://schemas.microsoft.com/office/drawing/2014/main" id="{02302272-5BAA-46C1-8B4E-932590DED0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39211312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-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ackground">
            <a:extLst>
              <a:ext uri="{FF2B5EF4-FFF2-40B4-BE49-F238E27FC236}">
                <a16:creationId xmlns:a16="http://schemas.microsoft.com/office/drawing/2014/main" id="{890DF213-662F-4F0F-AF3A-12E90D6AB403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859635-E56E-4FD9-B22C-0FA7F56D20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69" name="Subtitle 139">
            <a:extLst>
              <a:ext uri="{FF2B5EF4-FFF2-40B4-BE49-F238E27FC236}">
                <a16:creationId xmlns:a16="http://schemas.microsoft.com/office/drawing/2014/main" id="{DFE50FBB-C502-4D0B-8245-7273FBAD151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6083" y="4100400"/>
            <a:ext cx="3579152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4"/>
                </a:solidFill>
              </a:defRPr>
            </a:lvl2pPr>
            <a:lvl3pPr marL="0" indent="0" algn="l">
              <a:buNone/>
              <a:defRPr sz="1800">
                <a:solidFill>
                  <a:schemeClr val="accent4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4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132" name="Text Placeholder 140">
            <a:extLst>
              <a:ext uri="{FF2B5EF4-FFF2-40B4-BE49-F238E27FC236}">
                <a16:creationId xmlns:a16="http://schemas.microsoft.com/office/drawing/2014/main" id="{CF59814C-B444-4ECE-A32B-683E53AD20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79326" y="686887"/>
            <a:ext cx="2832628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A60525C7-BF5C-4763-BFD2-4489EB5B78B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75050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67" name="Picture Placeholder 2">
            <a:extLst>
              <a:ext uri="{FF2B5EF4-FFF2-40B4-BE49-F238E27FC236}">
                <a16:creationId xmlns:a16="http://schemas.microsoft.com/office/drawing/2014/main" id="{2B0AC9A8-08B7-4674-84A9-EE81504DB88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51398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68" name="Picture Placeholder 2">
            <a:extLst>
              <a:ext uri="{FF2B5EF4-FFF2-40B4-BE49-F238E27FC236}">
                <a16:creationId xmlns:a16="http://schemas.microsoft.com/office/drawing/2014/main" id="{05998953-BBE0-4246-B9BC-50453554F00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527746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74" name="Text Placeholder 135">
            <a:extLst>
              <a:ext uri="{FF2B5EF4-FFF2-40B4-BE49-F238E27FC236}">
                <a16:creationId xmlns:a16="http://schemas.microsoft.com/office/drawing/2014/main" id="{4AA778C4-F038-4603-85A2-34141147C1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59719" y="630906"/>
            <a:ext cx="216000" cy="10800"/>
          </a:xfrm>
          <a:solidFill>
            <a:schemeClr val="tx2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75" name="Picture Placeholder 74">
            <a:extLst>
              <a:ext uri="{FF2B5EF4-FFF2-40B4-BE49-F238E27FC236}">
                <a16:creationId xmlns:a16="http://schemas.microsoft.com/office/drawing/2014/main" id="{8A8C76C3-30D3-442D-B999-658DC30E69C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  <p:grpSp>
        <p:nvGrpSpPr>
          <p:cNvPr id="133" name="Logo" descr="The University of Melbourne logo">
            <a:extLst>
              <a:ext uri="{FF2B5EF4-FFF2-40B4-BE49-F238E27FC236}">
                <a16:creationId xmlns:a16="http://schemas.microsoft.com/office/drawing/2014/main" id="{EEDF0969-53B1-44A0-8DF6-45900D9BEAD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607255" y="616633"/>
            <a:ext cx="1440000" cy="1443689"/>
            <a:chOff x="2864" y="1181"/>
            <a:chExt cx="1952" cy="1957"/>
          </a:xfrm>
        </p:grpSpPr>
        <p:sp>
          <p:nvSpPr>
            <p:cNvPr id="134" name="AutoShape 3">
              <a:extLst>
                <a:ext uri="{FF2B5EF4-FFF2-40B4-BE49-F238E27FC236}">
                  <a16:creationId xmlns:a16="http://schemas.microsoft.com/office/drawing/2014/main" id="{19A2099F-82AC-4D5D-888B-DAC48F1CB4E5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5" name="Rectangle 5">
              <a:extLst>
                <a:ext uri="{FF2B5EF4-FFF2-40B4-BE49-F238E27FC236}">
                  <a16:creationId xmlns:a16="http://schemas.microsoft.com/office/drawing/2014/main" id="{9C4B9C5A-B965-44B1-98B9-93B0F1DE6C4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6" name="Freeform 6">
              <a:extLst>
                <a:ext uri="{FF2B5EF4-FFF2-40B4-BE49-F238E27FC236}">
                  <a16:creationId xmlns:a16="http://schemas.microsoft.com/office/drawing/2014/main" id="{1434A23D-964B-4295-A535-D6F6200C3B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7" name="Freeform 7">
              <a:extLst>
                <a:ext uri="{FF2B5EF4-FFF2-40B4-BE49-F238E27FC236}">
                  <a16:creationId xmlns:a16="http://schemas.microsoft.com/office/drawing/2014/main" id="{C2D4040B-8648-488A-BDE6-76C3F00ED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8" name="Freeform 8">
              <a:extLst>
                <a:ext uri="{FF2B5EF4-FFF2-40B4-BE49-F238E27FC236}">
                  <a16:creationId xmlns:a16="http://schemas.microsoft.com/office/drawing/2014/main" id="{7FE6A7EF-7042-4DC5-9A82-F864CB0E46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9" name="Freeform 9">
              <a:extLst>
                <a:ext uri="{FF2B5EF4-FFF2-40B4-BE49-F238E27FC236}">
                  <a16:creationId xmlns:a16="http://schemas.microsoft.com/office/drawing/2014/main" id="{6BA327C1-0C20-453C-9685-9A19D675B0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1" name="Freeform 10">
              <a:extLst>
                <a:ext uri="{FF2B5EF4-FFF2-40B4-BE49-F238E27FC236}">
                  <a16:creationId xmlns:a16="http://schemas.microsoft.com/office/drawing/2014/main" id="{151E8CF1-6536-4EB0-9227-43CEFBC2A6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7D548CD7-C4F1-4E62-BD11-89EB371404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8AAA7435-15EA-4DD0-8C4E-DF397F4B44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AC444245-DBBD-4EF5-8527-BC5A6B9554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6A7700CB-1749-4000-8712-7576E3E202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6" name="Freeform 15">
              <a:extLst>
                <a:ext uri="{FF2B5EF4-FFF2-40B4-BE49-F238E27FC236}">
                  <a16:creationId xmlns:a16="http://schemas.microsoft.com/office/drawing/2014/main" id="{E8284FDE-7D59-4F7E-A593-FE357C23FE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56E97FD3-2439-495E-9CED-B00FAC87BE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9BF69514-4C74-4903-A556-4786BFFB2D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94FB72D9-3941-4D63-AAEA-5D8C875869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A44BEDB4-0E40-4309-98BA-2B022616CA9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4894922E-9BB1-42DC-B154-0D2FA6C2B8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2" name="Rectangle 21">
              <a:extLst>
                <a:ext uri="{FF2B5EF4-FFF2-40B4-BE49-F238E27FC236}">
                  <a16:creationId xmlns:a16="http://schemas.microsoft.com/office/drawing/2014/main" id="{8F0B02EF-6CD7-497A-8416-9203D706EA2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FFFE5A6E-BE44-427B-A63B-1348792C90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A9D95AD4-51FD-4BC1-A944-5D9801DF8E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A85240E6-E7EA-467F-8D5D-FC29EAEC5B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6" name="Freeform 25">
              <a:extLst>
                <a:ext uri="{FF2B5EF4-FFF2-40B4-BE49-F238E27FC236}">
                  <a16:creationId xmlns:a16="http://schemas.microsoft.com/office/drawing/2014/main" id="{5B1224C5-9D05-4DA3-9D8A-DD247B08EC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7" name="Freeform 26">
              <a:extLst>
                <a:ext uri="{FF2B5EF4-FFF2-40B4-BE49-F238E27FC236}">
                  <a16:creationId xmlns:a16="http://schemas.microsoft.com/office/drawing/2014/main" id="{C9B8D699-7174-463A-8FA0-E5F1B1CD0E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30768851-5318-4231-853F-76C3CDCD77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76B467BB-EC25-4D2C-BCA4-8EEBD39994A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755C1353-4105-459D-8005-34E7D71B46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3DB7C414-4406-47EA-B728-C38B71F56A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A729E131-6F71-49FE-BA08-211DAD99A1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CBD93934-EDB7-4A50-8DB8-8623D46DF0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4" name="Freeform 34">
              <a:extLst>
                <a:ext uri="{FF2B5EF4-FFF2-40B4-BE49-F238E27FC236}">
                  <a16:creationId xmlns:a16="http://schemas.microsoft.com/office/drawing/2014/main" id="{F2FD5D12-6BF8-4582-B136-199C190B9B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5" name="Freeform 35">
              <a:extLst>
                <a:ext uri="{FF2B5EF4-FFF2-40B4-BE49-F238E27FC236}">
                  <a16:creationId xmlns:a16="http://schemas.microsoft.com/office/drawing/2014/main" id="{D5C054A4-8FF7-4C7F-8ABF-E4992E80E8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6" name="Freeform 36">
              <a:extLst>
                <a:ext uri="{FF2B5EF4-FFF2-40B4-BE49-F238E27FC236}">
                  <a16:creationId xmlns:a16="http://schemas.microsoft.com/office/drawing/2014/main" id="{E9EEDCCE-A760-4104-8468-DF6CD487F1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7" name="Freeform 37">
              <a:extLst>
                <a:ext uri="{FF2B5EF4-FFF2-40B4-BE49-F238E27FC236}">
                  <a16:creationId xmlns:a16="http://schemas.microsoft.com/office/drawing/2014/main" id="{C9FAD36D-4558-4126-BD35-1EF559FCF6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8" name="Freeform 38">
              <a:extLst>
                <a:ext uri="{FF2B5EF4-FFF2-40B4-BE49-F238E27FC236}">
                  <a16:creationId xmlns:a16="http://schemas.microsoft.com/office/drawing/2014/main" id="{A31A7B4A-DD9A-4DD1-9F38-8B1678CF70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9" name="Freeform 39">
              <a:extLst>
                <a:ext uri="{FF2B5EF4-FFF2-40B4-BE49-F238E27FC236}">
                  <a16:creationId xmlns:a16="http://schemas.microsoft.com/office/drawing/2014/main" id="{E7413065-3D87-4A2E-A803-75E056CE79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0" name="Freeform 40">
              <a:extLst>
                <a:ext uri="{FF2B5EF4-FFF2-40B4-BE49-F238E27FC236}">
                  <a16:creationId xmlns:a16="http://schemas.microsoft.com/office/drawing/2014/main" id="{E55D8205-6E61-4CA7-A32D-442F3B1D08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1" name="Freeform 41">
              <a:extLst>
                <a:ext uri="{FF2B5EF4-FFF2-40B4-BE49-F238E27FC236}">
                  <a16:creationId xmlns:a16="http://schemas.microsoft.com/office/drawing/2014/main" id="{EFF0C211-5D10-47DF-974A-A4AD21C5DC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2" name="Freeform 42">
              <a:extLst>
                <a:ext uri="{FF2B5EF4-FFF2-40B4-BE49-F238E27FC236}">
                  <a16:creationId xmlns:a16="http://schemas.microsoft.com/office/drawing/2014/main" id="{04AED5B5-2D67-4755-A04D-C8B2E7D9BF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3" name="Freeform 43">
              <a:extLst>
                <a:ext uri="{FF2B5EF4-FFF2-40B4-BE49-F238E27FC236}">
                  <a16:creationId xmlns:a16="http://schemas.microsoft.com/office/drawing/2014/main" id="{9B4E303C-6126-4141-BD8E-481DF95E82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4" name="Freeform 44">
              <a:extLst>
                <a:ext uri="{FF2B5EF4-FFF2-40B4-BE49-F238E27FC236}">
                  <a16:creationId xmlns:a16="http://schemas.microsoft.com/office/drawing/2014/main" id="{C715DB69-1A15-4523-9BC8-241609E0F7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5" name="Freeform 45">
              <a:extLst>
                <a:ext uri="{FF2B5EF4-FFF2-40B4-BE49-F238E27FC236}">
                  <a16:creationId xmlns:a16="http://schemas.microsoft.com/office/drawing/2014/main" id="{30CFD044-8BA0-4B49-8F46-6CF46E0477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6" name="Freeform 46">
              <a:extLst>
                <a:ext uri="{FF2B5EF4-FFF2-40B4-BE49-F238E27FC236}">
                  <a16:creationId xmlns:a16="http://schemas.microsoft.com/office/drawing/2014/main" id="{D0535F04-7016-48AE-B2AD-1D5F985BD1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7" name="Freeform 47">
              <a:extLst>
                <a:ext uri="{FF2B5EF4-FFF2-40B4-BE49-F238E27FC236}">
                  <a16:creationId xmlns:a16="http://schemas.microsoft.com/office/drawing/2014/main" id="{915B7E9C-CA44-4FC9-B5F5-E68A95D8B7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8" name="Freeform 48">
              <a:extLst>
                <a:ext uri="{FF2B5EF4-FFF2-40B4-BE49-F238E27FC236}">
                  <a16:creationId xmlns:a16="http://schemas.microsoft.com/office/drawing/2014/main" id="{A2EA4CD8-905E-4664-8D87-C6552A00E2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9" name="Freeform 49">
              <a:extLst>
                <a:ext uri="{FF2B5EF4-FFF2-40B4-BE49-F238E27FC236}">
                  <a16:creationId xmlns:a16="http://schemas.microsoft.com/office/drawing/2014/main" id="{38ADEC8B-DC21-45BF-B053-9704A696DC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0" name="Freeform 50">
              <a:extLst>
                <a:ext uri="{FF2B5EF4-FFF2-40B4-BE49-F238E27FC236}">
                  <a16:creationId xmlns:a16="http://schemas.microsoft.com/office/drawing/2014/main" id="{0C84EF33-43EC-4714-A146-9ECBD876935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1" name="Freeform 51">
              <a:extLst>
                <a:ext uri="{FF2B5EF4-FFF2-40B4-BE49-F238E27FC236}">
                  <a16:creationId xmlns:a16="http://schemas.microsoft.com/office/drawing/2014/main" id="{45197129-06CE-4542-847D-60EB4B46CF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2" name="Freeform 52">
              <a:extLst>
                <a:ext uri="{FF2B5EF4-FFF2-40B4-BE49-F238E27FC236}">
                  <a16:creationId xmlns:a16="http://schemas.microsoft.com/office/drawing/2014/main" id="{49724149-D986-4562-81EA-4450338111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3" name="Freeform 53">
              <a:extLst>
                <a:ext uri="{FF2B5EF4-FFF2-40B4-BE49-F238E27FC236}">
                  <a16:creationId xmlns:a16="http://schemas.microsoft.com/office/drawing/2014/main" id="{33DD1268-DBDE-40B0-B3B0-FFBE574C5C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4" name="Freeform 54">
              <a:extLst>
                <a:ext uri="{FF2B5EF4-FFF2-40B4-BE49-F238E27FC236}">
                  <a16:creationId xmlns:a16="http://schemas.microsoft.com/office/drawing/2014/main" id="{59DEFC8A-7E72-434B-89E0-D3DE02631E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5" name="Freeform 55">
              <a:extLst>
                <a:ext uri="{FF2B5EF4-FFF2-40B4-BE49-F238E27FC236}">
                  <a16:creationId xmlns:a16="http://schemas.microsoft.com/office/drawing/2014/main" id="{F637DA00-54E2-444C-A560-F54995B314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6" name="Freeform 56">
              <a:extLst>
                <a:ext uri="{FF2B5EF4-FFF2-40B4-BE49-F238E27FC236}">
                  <a16:creationId xmlns:a16="http://schemas.microsoft.com/office/drawing/2014/main" id="{BFDB6D14-5F2A-43F1-BEF4-71D0E63A43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7" name="Freeform 57">
              <a:extLst>
                <a:ext uri="{FF2B5EF4-FFF2-40B4-BE49-F238E27FC236}">
                  <a16:creationId xmlns:a16="http://schemas.microsoft.com/office/drawing/2014/main" id="{5AE0B8F0-9F84-4595-9CCC-4CB85326FD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8" name="Freeform 58">
              <a:extLst>
                <a:ext uri="{FF2B5EF4-FFF2-40B4-BE49-F238E27FC236}">
                  <a16:creationId xmlns:a16="http://schemas.microsoft.com/office/drawing/2014/main" id="{D9847DD5-AE1F-4448-A4F2-1CAFB69277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9" name="Freeform 59">
              <a:extLst>
                <a:ext uri="{FF2B5EF4-FFF2-40B4-BE49-F238E27FC236}">
                  <a16:creationId xmlns:a16="http://schemas.microsoft.com/office/drawing/2014/main" id="{76E7736D-FA04-4EB4-ACA3-36DF0EE2CB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0" name="Freeform 60">
              <a:extLst>
                <a:ext uri="{FF2B5EF4-FFF2-40B4-BE49-F238E27FC236}">
                  <a16:creationId xmlns:a16="http://schemas.microsoft.com/office/drawing/2014/main" id="{4D630A59-AEBF-44F1-9BEF-D9655EBCC1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1" name="Freeform 61">
              <a:extLst>
                <a:ext uri="{FF2B5EF4-FFF2-40B4-BE49-F238E27FC236}">
                  <a16:creationId xmlns:a16="http://schemas.microsoft.com/office/drawing/2014/main" id="{1E1D60D2-3F4A-4107-8038-2277529B5C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2" name="Freeform 62">
              <a:extLst>
                <a:ext uri="{FF2B5EF4-FFF2-40B4-BE49-F238E27FC236}">
                  <a16:creationId xmlns:a16="http://schemas.microsoft.com/office/drawing/2014/main" id="{B112D252-340C-479F-BFBF-018D7C240D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34959157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6D70131-8A9F-45A2-829C-77B95B4CC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7AD5C-27FE-4927-A5C6-D642B489CA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6571" y="1532415"/>
            <a:ext cx="8467006" cy="4376944"/>
          </a:xfrm>
        </p:spPr>
        <p:txBody>
          <a:bodyPr/>
          <a:lstStyle>
            <a:lvl1pPr marL="0" marR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noProof="0" dirty="0"/>
              <a:t>Click to add text, or click on the relevant icon at the centre of the placeholder to add: Table / Chart / SmartArt / Image / Media. There are five type style levels. To access the type styles, click on the text and press the ‘Increase / Decrease List Level’ buttons in the Paragraph section of the Home ribbon.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8311-B38F-4316-93C3-A38E25C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3E2C-891A-4EFA-B177-79A203A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9B32D-F9FA-4261-B185-C59FA1578162}" type="datetime1">
              <a:rPr lang="en-AU" noProof="0" smtClean="0"/>
              <a:t>10/7/2023</a:t>
            </a:fld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B2E-0337-4FDD-956F-BDAC9ED1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38773591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9D4E990-62AF-46B4-A31C-611ACC34E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7AD5C-27FE-4927-A5C6-D642B489CA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6570" y="1532415"/>
            <a:ext cx="3960697" cy="4376944"/>
          </a:xfrm>
        </p:spPr>
        <p:txBody>
          <a:bodyPr/>
          <a:lstStyle>
            <a:lvl1pPr marL="0" marR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noProof="0" dirty="0"/>
              <a:t>Click to add text, or click on the relevant icon at the centre of the placeholder to add: Table / Chart / SmartArt / Image / Media. There are five type style levels. To access the type styles, click on the text and press the ‘Increase / Decrease List Level’ buttons in the Paragraph section of the Home ribbon.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A73130-BD65-49F1-9021-B2537853096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43574" y="1532415"/>
            <a:ext cx="4050000" cy="4376944"/>
          </a:xfrm>
        </p:spPr>
        <p:txBody>
          <a:bodyPr/>
          <a:lstStyle>
            <a:lvl1pPr marL="0" marR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noProof="0" dirty="0"/>
              <a:t>Click to add text, or click on the relevant icon at the centre of the placeholder to add: Table / Chart / SmartArt / Image / Media. There are five type style levels. To access the type styles, click on the text and press the ‘Increase / Decrease List Level’ buttons in the Paragraph section of the Home ribbon.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8311-B38F-4316-93C3-A38E25C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3E2C-891A-4EFA-B177-79A203A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9B32D-F9FA-4261-B185-C59FA1578162}" type="datetime1">
              <a:rPr lang="en-AU" noProof="0" smtClean="0"/>
              <a:t>10/7/2023</a:t>
            </a:fld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B2E-0337-4FDD-956F-BDAC9ED1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29557528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2D306C-AC12-4BE2-9FF4-865AD1190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6570" y="1532415"/>
            <a:ext cx="8467003" cy="4459190"/>
          </a:xfrm>
        </p:spPr>
        <p:txBody>
          <a:bodyPr numCol="2" spcCol="360000"/>
          <a:lstStyle>
            <a:lvl1pPr>
              <a:defRPr/>
            </a:lvl1pPr>
          </a:lstStyle>
          <a:p>
            <a:pPr lvl="0"/>
            <a:r>
              <a:rPr lang="en-AU" noProof="0" dirty="0"/>
              <a:t>There are five type style levels. To access the type styles, click on the text and press the ‘Increase / Decrease List Level’ buttons in the Paragraph section of the Home ribbon.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8311-B38F-4316-93C3-A38E25C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3E2C-891A-4EFA-B177-79A203A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3400A-F88E-43AE-A990-A2146D650ECD}" type="datetime1">
              <a:rPr lang="en-AU" noProof="0" smtClean="0"/>
              <a:t>10/7/2023</a:t>
            </a:fld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B2E-0337-4FDD-956F-BDAC9ED1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29082288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F5CCD1-CC6B-4701-871E-0AE3CFE64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0" y="1532415"/>
            <a:ext cx="8467003" cy="4459189"/>
          </a:xfrm>
        </p:spPr>
        <p:txBody>
          <a:bodyPr numCol="3" spcCol="36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8311-B38F-4316-93C3-A38E25C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3E2C-891A-4EFA-B177-79A203A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7AC4-CA73-4AA5-94CF-7FC707DB7435}" type="datetime1">
              <a:rPr lang="en-AU" noProof="0" smtClean="0"/>
              <a:t>10/7/2023</a:t>
            </a:fld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B2E-0337-4FDD-956F-BDAC9ED1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17947045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ackground picture">
            <a:extLst>
              <a:ext uri="{FF2B5EF4-FFF2-40B4-BE49-F238E27FC236}">
                <a16:creationId xmlns:a16="http://schemas.microsoft.com/office/drawing/2014/main" id="{3E2304DD-D55D-458E-8153-0D330BDFEF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4903986" cy="6857998"/>
          </a:xfrm>
          <a:solidFill>
            <a:schemeClr val="bg1">
              <a:lumMod val="85000"/>
            </a:schemeClr>
          </a:solidFill>
        </p:spPr>
        <p:txBody>
          <a:bodyPr lIns="360000" tIns="360000" rIns="720000" bIns="360000">
            <a:normAutofit/>
          </a:bodyPr>
          <a:lstStyle>
            <a:lvl1pPr algn="r">
              <a:defRPr lang="en-AU" noProof="0"/>
            </a:lvl1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4EF96-63A5-4D4A-9682-3643FC1F9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/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6EEB2435-9CCC-4FE5-8E11-8FE65430F0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69170" y="0"/>
            <a:ext cx="6084357" cy="6879660"/>
          </a:xfrm>
          <a:custGeom>
            <a:avLst/>
            <a:gdLst>
              <a:gd name="connsiteX0" fmla="*/ 1684339 w 6084357"/>
              <a:gd name="connsiteY0" fmla="*/ 0 h 6879660"/>
              <a:gd name="connsiteX1" fmla="*/ 6084357 w 6084357"/>
              <a:gd name="connsiteY1" fmla="*/ 0 h 6879660"/>
              <a:gd name="connsiteX2" fmla="*/ 6084357 w 6084357"/>
              <a:gd name="connsiteY2" fmla="*/ 6879660 h 6879660"/>
              <a:gd name="connsiteX3" fmla="*/ 1684339 w 6084357"/>
              <a:gd name="connsiteY3" fmla="*/ 6879660 h 6879660"/>
              <a:gd name="connsiteX4" fmla="*/ 0 w 6084357"/>
              <a:gd name="connsiteY4" fmla="*/ 6437231 h 687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4357" h="6879660">
                <a:moveTo>
                  <a:pt x="1684339" y="0"/>
                </a:moveTo>
                <a:lnTo>
                  <a:pt x="6084357" y="0"/>
                </a:lnTo>
                <a:lnTo>
                  <a:pt x="6084357" y="6879660"/>
                </a:lnTo>
                <a:lnTo>
                  <a:pt x="1684339" y="6879660"/>
                </a:lnTo>
                <a:lnTo>
                  <a:pt x="0" y="643723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304000" tIns="4896000" rIns="720000" bIns="18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E6FF9F-348C-4F36-8E74-D55D83E5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200" y="2656800"/>
            <a:ext cx="3258090" cy="1787850"/>
          </a:xfrm>
        </p:spPr>
        <p:txBody>
          <a:bodyPr tIns="90000" bIns="90000" anchor="t"/>
          <a:lstStyle>
            <a:lvl1pPr marL="0" marR="0" indent="0" algn="l" defTabSz="91435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3800">
                <a:solidFill>
                  <a:schemeClr val="bg2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noProof="0" dirty="0"/>
              <a:t>Click to add Divider slide title</a:t>
            </a:r>
            <a:endParaRPr lang="en-AU" dirty="0"/>
          </a:p>
        </p:txBody>
      </p:sp>
      <p:sp>
        <p:nvSpPr>
          <p:cNvPr id="25" name="Text Placeholder 140">
            <a:extLst>
              <a:ext uri="{FF2B5EF4-FFF2-40B4-BE49-F238E27FC236}">
                <a16:creationId xmlns:a16="http://schemas.microsoft.com/office/drawing/2014/main" id="{1E7CA0C9-C706-491C-A6A8-FDB0B12A21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5048" y="5394944"/>
            <a:ext cx="2086868" cy="707231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1BB3B2C9-CFDB-4AF2-BE63-E2AF8B0E7505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3611168" y="0"/>
            <a:ext cx="554235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sz="1800" dirty="0"/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768AD39D-5774-4D47-839D-1B36BB540E37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3197229" y="1167586"/>
            <a:ext cx="3412331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sz="1800"/>
          </a:p>
        </p:txBody>
      </p:sp>
      <p:sp>
        <p:nvSpPr>
          <p:cNvPr id="11" name="Text Placeholder 135">
            <a:extLst>
              <a:ext uri="{FF2B5EF4-FFF2-40B4-BE49-F238E27FC236}">
                <a16:creationId xmlns:a16="http://schemas.microsoft.com/office/drawing/2014/main" id="{17A51544-3ECD-4ABC-8447-3699A67ACC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5441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12" name="Logo" descr="The University of Melbourne logo">
            <a:extLst>
              <a:ext uri="{FF2B5EF4-FFF2-40B4-BE49-F238E27FC236}">
                <a16:creationId xmlns:a16="http://schemas.microsoft.com/office/drawing/2014/main" id="{B7B6EA53-04A3-48B6-AB9E-AE88845B6A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7255" y="616633"/>
            <a:ext cx="1260000" cy="1260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200">
                <a:solidFill>
                  <a:schemeClr val="tx2"/>
                </a:solidFill>
              </a:defRPr>
            </a:lvl1pPr>
            <a:lvl2pPr marL="0" indent="0">
              <a:defRPr sz="200">
                <a:solidFill>
                  <a:schemeClr val="tx2"/>
                </a:solidFill>
              </a:defRPr>
            </a:lvl2pPr>
            <a:lvl3pPr marL="0" indent="0">
              <a:defRPr sz="200">
                <a:solidFill>
                  <a:schemeClr val="tx2"/>
                </a:solidFill>
              </a:defRPr>
            </a:lvl3pPr>
            <a:lvl4pPr>
              <a:defRPr sz="200">
                <a:solidFill>
                  <a:schemeClr val="tx2"/>
                </a:solidFill>
              </a:defRPr>
            </a:lvl4pPr>
            <a:lvl5pPr>
              <a:defRPr sz="200">
                <a:solidFill>
                  <a:schemeClr val="tx2"/>
                </a:solidFill>
              </a:defRPr>
            </a:lvl5pPr>
            <a:lvl6pPr>
              <a:defRPr sz="200">
                <a:solidFill>
                  <a:schemeClr val="tx2"/>
                </a:solidFill>
              </a:defRPr>
            </a:lvl6pPr>
            <a:lvl7pPr>
              <a:defRPr sz="200">
                <a:solidFill>
                  <a:schemeClr val="tx2"/>
                </a:solidFill>
              </a:defRPr>
            </a:lvl7pPr>
            <a:lvl8pPr>
              <a:defRPr sz="200">
                <a:solidFill>
                  <a:schemeClr val="tx2"/>
                </a:solidFill>
              </a:defRPr>
            </a:lvl8pPr>
            <a:lvl9pPr>
              <a:defRPr sz="2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10590166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ackground picture">
            <a:extLst>
              <a:ext uri="{FF2B5EF4-FFF2-40B4-BE49-F238E27FC236}">
                <a16:creationId xmlns:a16="http://schemas.microsoft.com/office/drawing/2014/main" id="{ED45A0A4-174E-49D1-AFFA-8BAA5D9DAA82}"/>
              </a:ext>
            </a:extLst>
          </p:cNvPr>
          <p:cNvSpPr/>
          <p:nvPr userDrawn="1"/>
        </p:nvSpPr>
        <p:spPr>
          <a:xfrm>
            <a:off x="0" y="-1"/>
            <a:ext cx="9153002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4EF96-63A5-4D4A-9682-3643FC1F9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D5172-1753-4AD4-A614-0EFDF259A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4100400"/>
            <a:ext cx="3579152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71" name="Text Placeholder 140">
            <a:extLst>
              <a:ext uri="{FF2B5EF4-FFF2-40B4-BE49-F238E27FC236}">
                <a16:creationId xmlns:a16="http://schemas.microsoft.com/office/drawing/2014/main" id="{1D0C5B8E-9987-4DD1-A424-38B5EB8B98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747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194" name="Picture Placeholder 193">
            <a:extLst>
              <a:ext uri="{FF2B5EF4-FFF2-40B4-BE49-F238E27FC236}">
                <a16:creationId xmlns:a16="http://schemas.microsoft.com/office/drawing/2014/main" id="{377C17A3-B515-4A5D-8E36-2ADFC9B9D4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32992" y="-2"/>
            <a:ext cx="4820009" cy="6879660"/>
          </a:xfrm>
          <a:custGeom>
            <a:avLst/>
            <a:gdLst>
              <a:gd name="connsiteX0" fmla="*/ 1684339 w 4820009"/>
              <a:gd name="connsiteY0" fmla="*/ 0 h 6879660"/>
              <a:gd name="connsiteX1" fmla="*/ 4820009 w 4820009"/>
              <a:gd name="connsiteY1" fmla="*/ 0 h 6879660"/>
              <a:gd name="connsiteX2" fmla="*/ 4820009 w 4820009"/>
              <a:gd name="connsiteY2" fmla="*/ 6879660 h 6879660"/>
              <a:gd name="connsiteX3" fmla="*/ 1684339 w 4820009"/>
              <a:gd name="connsiteY3" fmla="*/ 6879660 h 6879660"/>
              <a:gd name="connsiteX4" fmla="*/ 0 w 4820009"/>
              <a:gd name="connsiteY4" fmla="*/ 6437231 h 687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20009" h="6879660">
                <a:moveTo>
                  <a:pt x="1684339" y="0"/>
                </a:moveTo>
                <a:lnTo>
                  <a:pt x="4820009" y="0"/>
                </a:lnTo>
                <a:lnTo>
                  <a:pt x="4820009" y="6879660"/>
                </a:lnTo>
                <a:lnTo>
                  <a:pt x="1684339" y="6879660"/>
                </a:lnTo>
                <a:lnTo>
                  <a:pt x="0" y="643723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r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  <p:sp>
        <p:nvSpPr>
          <p:cNvPr id="70" name="Text Placeholder 135">
            <a:extLst>
              <a:ext uri="{FF2B5EF4-FFF2-40B4-BE49-F238E27FC236}">
                <a16:creationId xmlns:a16="http://schemas.microsoft.com/office/drawing/2014/main" id="{39EEEB41-070B-4D49-8171-7FAFC7D938A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7867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grpSp>
        <p:nvGrpSpPr>
          <p:cNvPr id="80" name="Logo" descr="The University of Melbourne logo">
            <a:extLst>
              <a:ext uri="{FF2B5EF4-FFF2-40B4-BE49-F238E27FC236}">
                <a16:creationId xmlns:a16="http://schemas.microsoft.com/office/drawing/2014/main" id="{37897F24-DF87-4E8C-B6E6-84ACE89698D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81" name="AutoShape 3">
              <a:extLst>
                <a:ext uri="{FF2B5EF4-FFF2-40B4-BE49-F238E27FC236}">
                  <a16:creationId xmlns:a16="http://schemas.microsoft.com/office/drawing/2014/main" id="{C3489EAF-F8D9-4809-8ED8-CA8FC381617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2" name="Rectangle 5">
              <a:extLst>
                <a:ext uri="{FF2B5EF4-FFF2-40B4-BE49-F238E27FC236}">
                  <a16:creationId xmlns:a16="http://schemas.microsoft.com/office/drawing/2014/main" id="{E188D0CE-6AD7-4ED5-84C7-F8441A63FCB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3" name="Freeform 6">
              <a:extLst>
                <a:ext uri="{FF2B5EF4-FFF2-40B4-BE49-F238E27FC236}">
                  <a16:creationId xmlns:a16="http://schemas.microsoft.com/office/drawing/2014/main" id="{8B32A4EB-35BB-41CF-AEE9-23374677DA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4" name="Freeform 7">
              <a:extLst>
                <a:ext uri="{FF2B5EF4-FFF2-40B4-BE49-F238E27FC236}">
                  <a16:creationId xmlns:a16="http://schemas.microsoft.com/office/drawing/2014/main" id="{34350D2F-D10C-448A-84B4-0C2AAAF155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5" name="Freeform 8">
              <a:extLst>
                <a:ext uri="{FF2B5EF4-FFF2-40B4-BE49-F238E27FC236}">
                  <a16:creationId xmlns:a16="http://schemas.microsoft.com/office/drawing/2014/main" id="{87442180-3B44-4131-A01F-50CDB6873C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6" name="Freeform 9">
              <a:extLst>
                <a:ext uri="{FF2B5EF4-FFF2-40B4-BE49-F238E27FC236}">
                  <a16:creationId xmlns:a16="http://schemas.microsoft.com/office/drawing/2014/main" id="{92E27D8F-E45D-424E-B690-E9D6FDD207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7" name="Freeform 10">
              <a:extLst>
                <a:ext uri="{FF2B5EF4-FFF2-40B4-BE49-F238E27FC236}">
                  <a16:creationId xmlns:a16="http://schemas.microsoft.com/office/drawing/2014/main" id="{CE2282AC-63FC-4968-9EE5-3854BECCC5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8" name="Freeform 11">
              <a:extLst>
                <a:ext uri="{FF2B5EF4-FFF2-40B4-BE49-F238E27FC236}">
                  <a16:creationId xmlns:a16="http://schemas.microsoft.com/office/drawing/2014/main" id="{9614E605-56C7-4203-88F7-A249DD372F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9" name="Freeform 12">
              <a:extLst>
                <a:ext uri="{FF2B5EF4-FFF2-40B4-BE49-F238E27FC236}">
                  <a16:creationId xmlns:a16="http://schemas.microsoft.com/office/drawing/2014/main" id="{1435CB18-F431-488B-8432-F0E31B702F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0" name="Freeform 13">
              <a:extLst>
                <a:ext uri="{FF2B5EF4-FFF2-40B4-BE49-F238E27FC236}">
                  <a16:creationId xmlns:a16="http://schemas.microsoft.com/office/drawing/2014/main" id="{F4CED4D6-709F-485D-BF96-D587F46124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1" name="Freeform 14">
              <a:extLst>
                <a:ext uri="{FF2B5EF4-FFF2-40B4-BE49-F238E27FC236}">
                  <a16:creationId xmlns:a16="http://schemas.microsoft.com/office/drawing/2014/main" id="{960C9BFD-13B6-462B-A28C-D59B3AE961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2" name="Freeform 15">
              <a:extLst>
                <a:ext uri="{FF2B5EF4-FFF2-40B4-BE49-F238E27FC236}">
                  <a16:creationId xmlns:a16="http://schemas.microsoft.com/office/drawing/2014/main" id="{38E33990-C726-43C6-AAE9-3042C6086C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3" name="Freeform 16">
              <a:extLst>
                <a:ext uri="{FF2B5EF4-FFF2-40B4-BE49-F238E27FC236}">
                  <a16:creationId xmlns:a16="http://schemas.microsoft.com/office/drawing/2014/main" id="{28AD98D8-8750-428F-AEDB-9E3B072B04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4" name="Freeform 17">
              <a:extLst>
                <a:ext uri="{FF2B5EF4-FFF2-40B4-BE49-F238E27FC236}">
                  <a16:creationId xmlns:a16="http://schemas.microsoft.com/office/drawing/2014/main" id="{65DFD512-B7BC-4460-98F2-580FE2DEB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5" name="Freeform 18">
              <a:extLst>
                <a:ext uri="{FF2B5EF4-FFF2-40B4-BE49-F238E27FC236}">
                  <a16:creationId xmlns:a16="http://schemas.microsoft.com/office/drawing/2014/main" id="{816B12A3-B6E3-4C94-A503-F805AFA52E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6" name="Freeform 19">
              <a:extLst>
                <a:ext uri="{FF2B5EF4-FFF2-40B4-BE49-F238E27FC236}">
                  <a16:creationId xmlns:a16="http://schemas.microsoft.com/office/drawing/2014/main" id="{52E838E1-95FA-4863-A612-5CD074D835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7" name="Freeform 20">
              <a:extLst>
                <a:ext uri="{FF2B5EF4-FFF2-40B4-BE49-F238E27FC236}">
                  <a16:creationId xmlns:a16="http://schemas.microsoft.com/office/drawing/2014/main" id="{3757F951-EC8B-4808-89A7-F72EE6B318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8" name="Rectangle 21">
              <a:extLst>
                <a:ext uri="{FF2B5EF4-FFF2-40B4-BE49-F238E27FC236}">
                  <a16:creationId xmlns:a16="http://schemas.microsoft.com/office/drawing/2014/main" id="{1455BC2A-95E3-4B3A-B766-F9B3448544A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9" name="Freeform 22">
              <a:extLst>
                <a:ext uri="{FF2B5EF4-FFF2-40B4-BE49-F238E27FC236}">
                  <a16:creationId xmlns:a16="http://schemas.microsoft.com/office/drawing/2014/main" id="{AE15192B-445F-460F-85D4-DE1D65481B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0" name="Freeform 23">
              <a:extLst>
                <a:ext uri="{FF2B5EF4-FFF2-40B4-BE49-F238E27FC236}">
                  <a16:creationId xmlns:a16="http://schemas.microsoft.com/office/drawing/2014/main" id="{02FC4BA9-60CC-4EA7-9E2C-A5781AF9ED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1" name="Freeform 24">
              <a:extLst>
                <a:ext uri="{FF2B5EF4-FFF2-40B4-BE49-F238E27FC236}">
                  <a16:creationId xmlns:a16="http://schemas.microsoft.com/office/drawing/2014/main" id="{F867C6F2-77CB-454F-AD03-4AF6BCD318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2" name="Freeform 25">
              <a:extLst>
                <a:ext uri="{FF2B5EF4-FFF2-40B4-BE49-F238E27FC236}">
                  <a16:creationId xmlns:a16="http://schemas.microsoft.com/office/drawing/2014/main" id="{45C184A9-C9A7-4BE9-B8AA-670D53F495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3" name="Freeform 26">
              <a:extLst>
                <a:ext uri="{FF2B5EF4-FFF2-40B4-BE49-F238E27FC236}">
                  <a16:creationId xmlns:a16="http://schemas.microsoft.com/office/drawing/2014/main" id="{639F1355-F9BF-4E35-ACCA-3CF569604C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4" name="Freeform 27">
              <a:extLst>
                <a:ext uri="{FF2B5EF4-FFF2-40B4-BE49-F238E27FC236}">
                  <a16:creationId xmlns:a16="http://schemas.microsoft.com/office/drawing/2014/main" id="{0BB969C3-B2B2-4A95-9E0D-147BDC6AB6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5" name="Freeform 28">
              <a:extLst>
                <a:ext uri="{FF2B5EF4-FFF2-40B4-BE49-F238E27FC236}">
                  <a16:creationId xmlns:a16="http://schemas.microsoft.com/office/drawing/2014/main" id="{57AB5BEA-00D2-4949-A82F-228D2DF5D6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6" name="Freeform 29">
              <a:extLst>
                <a:ext uri="{FF2B5EF4-FFF2-40B4-BE49-F238E27FC236}">
                  <a16:creationId xmlns:a16="http://schemas.microsoft.com/office/drawing/2014/main" id="{55839B15-6AD5-4624-97BA-D5F76E026A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7" name="Freeform 30">
              <a:extLst>
                <a:ext uri="{FF2B5EF4-FFF2-40B4-BE49-F238E27FC236}">
                  <a16:creationId xmlns:a16="http://schemas.microsoft.com/office/drawing/2014/main" id="{F1AECCAA-F917-4046-A275-45746EE148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8" name="Freeform 31">
              <a:extLst>
                <a:ext uri="{FF2B5EF4-FFF2-40B4-BE49-F238E27FC236}">
                  <a16:creationId xmlns:a16="http://schemas.microsoft.com/office/drawing/2014/main" id="{EFC2605C-AC3F-4985-9EAA-9D07535AD8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9" name="Freeform 32">
              <a:extLst>
                <a:ext uri="{FF2B5EF4-FFF2-40B4-BE49-F238E27FC236}">
                  <a16:creationId xmlns:a16="http://schemas.microsoft.com/office/drawing/2014/main" id="{DD2FD06C-F665-400C-A2DA-05B4080530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0" name="Freeform 34">
              <a:extLst>
                <a:ext uri="{FF2B5EF4-FFF2-40B4-BE49-F238E27FC236}">
                  <a16:creationId xmlns:a16="http://schemas.microsoft.com/office/drawing/2014/main" id="{F9D84D94-901A-4825-AE62-4D5E6B758B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1" name="Freeform 35">
              <a:extLst>
                <a:ext uri="{FF2B5EF4-FFF2-40B4-BE49-F238E27FC236}">
                  <a16:creationId xmlns:a16="http://schemas.microsoft.com/office/drawing/2014/main" id="{E697AA8F-F3A2-4AA2-82F7-C12FDEB951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2" name="Freeform 36">
              <a:extLst>
                <a:ext uri="{FF2B5EF4-FFF2-40B4-BE49-F238E27FC236}">
                  <a16:creationId xmlns:a16="http://schemas.microsoft.com/office/drawing/2014/main" id="{6663BAD3-DE57-4E7D-8928-8A3D293591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3" name="Freeform 37">
              <a:extLst>
                <a:ext uri="{FF2B5EF4-FFF2-40B4-BE49-F238E27FC236}">
                  <a16:creationId xmlns:a16="http://schemas.microsoft.com/office/drawing/2014/main" id="{588E81B4-B58F-4FB1-BD66-9303C62B06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4" name="Freeform 38">
              <a:extLst>
                <a:ext uri="{FF2B5EF4-FFF2-40B4-BE49-F238E27FC236}">
                  <a16:creationId xmlns:a16="http://schemas.microsoft.com/office/drawing/2014/main" id="{A594E9CB-B4F5-4674-B6D8-8EA0AEB5AF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5" name="Freeform 39">
              <a:extLst>
                <a:ext uri="{FF2B5EF4-FFF2-40B4-BE49-F238E27FC236}">
                  <a16:creationId xmlns:a16="http://schemas.microsoft.com/office/drawing/2014/main" id="{E9EE944B-2537-4E86-BB79-01B08A98BD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6" name="Freeform 40">
              <a:extLst>
                <a:ext uri="{FF2B5EF4-FFF2-40B4-BE49-F238E27FC236}">
                  <a16:creationId xmlns:a16="http://schemas.microsoft.com/office/drawing/2014/main" id="{37F641CA-A99B-4BD2-A7F3-C62EB5FA53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7" name="Freeform 41">
              <a:extLst>
                <a:ext uri="{FF2B5EF4-FFF2-40B4-BE49-F238E27FC236}">
                  <a16:creationId xmlns:a16="http://schemas.microsoft.com/office/drawing/2014/main" id="{3F7E6118-0496-4290-AA76-92DD7696A7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8" name="Freeform 42">
              <a:extLst>
                <a:ext uri="{FF2B5EF4-FFF2-40B4-BE49-F238E27FC236}">
                  <a16:creationId xmlns:a16="http://schemas.microsoft.com/office/drawing/2014/main" id="{CDEB2522-C9F4-45AB-B832-03D7C27907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9" name="Freeform 43">
              <a:extLst>
                <a:ext uri="{FF2B5EF4-FFF2-40B4-BE49-F238E27FC236}">
                  <a16:creationId xmlns:a16="http://schemas.microsoft.com/office/drawing/2014/main" id="{057DAF99-B071-4689-AE85-49CF17FFE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0" name="Freeform 44">
              <a:extLst>
                <a:ext uri="{FF2B5EF4-FFF2-40B4-BE49-F238E27FC236}">
                  <a16:creationId xmlns:a16="http://schemas.microsoft.com/office/drawing/2014/main" id="{2AD55BEA-5647-4233-8812-D97172F30D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1" name="Freeform 45">
              <a:extLst>
                <a:ext uri="{FF2B5EF4-FFF2-40B4-BE49-F238E27FC236}">
                  <a16:creationId xmlns:a16="http://schemas.microsoft.com/office/drawing/2014/main" id="{B7A2A249-84E7-4314-BA61-DBCDCB58DA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2" name="Freeform 46">
              <a:extLst>
                <a:ext uri="{FF2B5EF4-FFF2-40B4-BE49-F238E27FC236}">
                  <a16:creationId xmlns:a16="http://schemas.microsoft.com/office/drawing/2014/main" id="{080CB9C7-879F-4C5F-B900-E42905A1A8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3" name="Freeform 47">
              <a:extLst>
                <a:ext uri="{FF2B5EF4-FFF2-40B4-BE49-F238E27FC236}">
                  <a16:creationId xmlns:a16="http://schemas.microsoft.com/office/drawing/2014/main" id="{85D5ED3B-6B44-4242-8789-CFAE143293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4" name="Freeform 48">
              <a:extLst>
                <a:ext uri="{FF2B5EF4-FFF2-40B4-BE49-F238E27FC236}">
                  <a16:creationId xmlns:a16="http://schemas.microsoft.com/office/drawing/2014/main" id="{44123FC8-6160-45EE-9F87-6181F127D5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5" name="Freeform 49">
              <a:extLst>
                <a:ext uri="{FF2B5EF4-FFF2-40B4-BE49-F238E27FC236}">
                  <a16:creationId xmlns:a16="http://schemas.microsoft.com/office/drawing/2014/main" id="{8E63F81C-B7AD-447D-82E2-F6A801B1AB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6" name="Freeform 50">
              <a:extLst>
                <a:ext uri="{FF2B5EF4-FFF2-40B4-BE49-F238E27FC236}">
                  <a16:creationId xmlns:a16="http://schemas.microsoft.com/office/drawing/2014/main" id="{1B215EF7-12A0-4E3D-B169-EC7F61B8CC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7" name="Freeform 51">
              <a:extLst>
                <a:ext uri="{FF2B5EF4-FFF2-40B4-BE49-F238E27FC236}">
                  <a16:creationId xmlns:a16="http://schemas.microsoft.com/office/drawing/2014/main" id="{1AB5A98F-EEF6-4431-A296-5210F55AF8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8" name="Freeform 52">
              <a:extLst>
                <a:ext uri="{FF2B5EF4-FFF2-40B4-BE49-F238E27FC236}">
                  <a16:creationId xmlns:a16="http://schemas.microsoft.com/office/drawing/2014/main" id="{AE991A24-3E0D-4D0F-B18B-E90EACF85D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9" name="Freeform 53">
              <a:extLst>
                <a:ext uri="{FF2B5EF4-FFF2-40B4-BE49-F238E27FC236}">
                  <a16:creationId xmlns:a16="http://schemas.microsoft.com/office/drawing/2014/main" id="{917F8D29-F091-40D7-83CB-7973CF99E4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0" name="Freeform 54">
              <a:extLst>
                <a:ext uri="{FF2B5EF4-FFF2-40B4-BE49-F238E27FC236}">
                  <a16:creationId xmlns:a16="http://schemas.microsoft.com/office/drawing/2014/main" id="{8B994471-93F7-4139-8030-677E01D4D2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1" name="Freeform 55">
              <a:extLst>
                <a:ext uri="{FF2B5EF4-FFF2-40B4-BE49-F238E27FC236}">
                  <a16:creationId xmlns:a16="http://schemas.microsoft.com/office/drawing/2014/main" id="{05E330A0-5581-4F4F-A039-823CBB4C2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2" name="Freeform 56">
              <a:extLst>
                <a:ext uri="{FF2B5EF4-FFF2-40B4-BE49-F238E27FC236}">
                  <a16:creationId xmlns:a16="http://schemas.microsoft.com/office/drawing/2014/main" id="{E73C40F5-7283-4E3D-A087-181455AA59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3" name="Freeform 57">
              <a:extLst>
                <a:ext uri="{FF2B5EF4-FFF2-40B4-BE49-F238E27FC236}">
                  <a16:creationId xmlns:a16="http://schemas.microsoft.com/office/drawing/2014/main" id="{64EEF324-5B97-42E0-8919-10228AFBF0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4" name="Freeform 58">
              <a:extLst>
                <a:ext uri="{FF2B5EF4-FFF2-40B4-BE49-F238E27FC236}">
                  <a16:creationId xmlns:a16="http://schemas.microsoft.com/office/drawing/2014/main" id="{F2CA6A11-D1E3-4E3C-8A26-2E66CE9229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5" name="Freeform 59">
              <a:extLst>
                <a:ext uri="{FF2B5EF4-FFF2-40B4-BE49-F238E27FC236}">
                  <a16:creationId xmlns:a16="http://schemas.microsoft.com/office/drawing/2014/main" id="{478F9720-5495-467D-974F-AB6027FFB1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6" name="Freeform 60">
              <a:extLst>
                <a:ext uri="{FF2B5EF4-FFF2-40B4-BE49-F238E27FC236}">
                  <a16:creationId xmlns:a16="http://schemas.microsoft.com/office/drawing/2014/main" id="{F57D5781-C76E-4D29-8622-D9AEF8EBA2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8" name="Freeform 61">
              <a:extLst>
                <a:ext uri="{FF2B5EF4-FFF2-40B4-BE49-F238E27FC236}">
                  <a16:creationId xmlns:a16="http://schemas.microsoft.com/office/drawing/2014/main" id="{84BDD055-1F96-4693-89A0-C50330B044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0" name="Freeform 62">
              <a:extLst>
                <a:ext uri="{FF2B5EF4-FFF2-40B4-BE49-F238E27FC236}">
                  <a16:creationId xmlns:a16="http://schemas.microsoft.com/office/drawing/2014/main" id="{C96029DA-312F-4980-9972-EFCDC3310E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32866070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ackground picture">
            <a:extLst>
              <a:ext uri="{FF2B5EF4-FFF2-40B4-BE49-F238E27FC236}">
                <a16:creationId xmlns:a16="http://schemas.microsoft.com/office/drawing/2014/main" id="{890DF213-662F-4F0F-AF3A-12E90D6AB403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8CC472-DAD0-430B-85AC-71A0179A9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438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4855" y="4100400"/>
            <a:ext cx="4499468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4"/>
                </a:solidFill>
              </a:defRPr>
            </a:lvl2pPr>
            <a:lvl3pPr marL="0" indent="0" algn="l">
              <a:buNone/>
              <a:defRPr sz="1800">
                <a:solidFill>
                  <a:schemeClr val="accent4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4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67" name="Text Placeholder 140">
            <a:extLst>
              <a:ext uri="{FF2B5EF4-FFF2-40B4-BE49-F238E27FC236}">
                <a16:creationId xmlns:a16="http://schemas.microsoft.com/office/drawing/2014/main" id="{F997F199-0CF9-40C8-9EAA-1BE7B409F1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485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68" name="Text Placeholder 135">
            <a:extLst>
              <a:ext uri="{FF2B5EF4-FFF2-40B4-BE49-F238E27FC236}">
                <a16:creationId xmlns:a16="http://schemas.microsoft.com/office/drawing/2014/main" id="{6020C5ED-8684-4963-B702-A20B7E17DD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5247" y="5338960"/>
            <a:ext cx="216000" cy="10800"/>
          </a:xfrm>
          <a:solidFill>
            <a:schemeClr val="tx2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128" name="Picture Placeholder 127">
            <a:extLst>
              <a:ext uri="{FF2B5EF4-FFF2-40B4-BE49-F238E27FC236}">
                <a16:creationId xmlns:a16="http://schemas.microsoft.com/office/drawing/2014/main" id="{31FF7547-DB01-4846-AA48-477E9E9AD8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32992" y="-2"/>
            <a:ext cx="4820009" cy="6879660"/>
          </a:xfrm>
          <a:custGeom>
            <a:avLst/>
            <a:gdLst>
              <a:gd name="connsiteX0" fmla="*/ 1684339 w 4820009"/>
              <a:gd name="connsiteY0" fmla="*/ 0 h 6879660"/>
              <a:gd name="connsiteX1" fmla="*/ 4820009 w 4820009"/>
              <a:gd name="connsiteY1" fmla="*/ 0 h 6879660"/>
              <a:gd name="connsiteX2" fmla="*/ 4820009 w 4820009"/>
              <a:gd name="connsiteY2" fmla="*/ 6879660 h 6879660"/>
              <a:gd name="connsiteX3" fmla="*/ 1684339 w 4820009"/>
              <a:gd name="connsiteY3" fmla="*/ 6879660 h 6879660"/>
              <a:gd name="connsiteX4" fmla="*/ 0 w 4820009"/>
              <a:gd name="connsiteY4" fmla="*/ 6437231 h 687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20009" h="6879660">
                <a:moveTo>
                  <a:pt x="1684339" y="0"/>
                </a:moveTo>
                <a:lnTo>
                  <a:pt x="4820009" y="0"/>
                </a:lnTo>
                <a:lnTo>
                  <a:pt x="4820009" y="6879660"/>
                </a:lnTo>
                <a:lnTo>
                  <a:pt x="1684339" y="6879660"/>
                </a:lnTo>
                <a:lnTo>
                  <a:pt x="0" y="6437231"/>
                </a:lnTo>
                <a:close/>
              </a:path>
            </a:pathLst>
          </a:custGeom>
          <a:noFill/>
        </p:spPr>
        <p:txBody>
          <a:bodyPr wrap="square" lIns="360000" tIns="360000" rIns="360000" bIns="360000">
            <a:noAutofit/>
          </a:bodyPr>
          <a:lstStyle>
            <a:lvl1pPr algn="r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  <p:grpSp>
        <p:nvGrpSpPr>
          <p:cNvPr id="66" name="Logo" descr="The University of Melbourne logo">
            <a:extLst>
              <a:ext uri="{FF2B5EF4-FFF2-40B4-BE49-F238E27FC236}">
                <a16:creationId xmlns:a16="http://schemas.microsoft.com/office/drawing/2014/main" id="{704F5866-81AF-49E6-B4EB-DD6D2560FEC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607255" y="616633"/>
            <a:ext cx="1256780" cy="1260000"/>
            <a:chOff x="2864" y="1181"/>
            <a:chExt cx="1952" cy="1957"/>
          </a:xfrm>
        </p:grpSpPr>
        <p:sp>
          <p:nvSpPr>
            <p:cNvPr id="69" name="AutoShape 3">
              <a:extLst>
                <a:ext uri="{FF2B5EF4-FFF2-40B4-BE49-F238E27FC236}">
                  <a16:creationId xmlns:a16="http://schemas.microsoft.com/office/drawing/2014/main" id="{00867E46-1BF5-442D-A0A5-F8E783CBEF7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0" name="Rectangle 5">
              <a:extLst>
                <a:ext uri="{FF2B5EF4-FFF2-40B4-BE49-F238E27FC236}">
                  <a16:creationId xmlns:a16="http://schemas.microsoft.com/office/drawing/2014/main" id="{E992B825-3444-4976-BADD-449241902E4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2" name="Freeform 6">
              <a:extLst>
                <a:ext uri="{FF2B5EF4-FFF2-40B4-BE49-F238E27FC236}">
                  <a16:creationId xmlns:a16="http://schemas.microsoft.com/office/drawing/2014/main" id="{B7A36325-C8C8-43D7-8F3C-B7ADCF806F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3" name="Freeform 7">
              <a:extLst>
                <a:ext uri="{FF2B5EF4-FFF2-40B4-BE49-F238E27FC236}">
                  <a16:creationId xmlns:a16="http://schemas.microsoft.com/office/drawing/2014/main" id="{02EBE5C1-67B0-4021-A4D6-F36C1E2076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4" name="Freeform 8">
              <a:extLst>
                <a:ext uri="{FF2B5EF4-FFF2-40B4-BE49-F238E27FC236}">
                  <a16:creationId xmlns:a16="http://schemas.microsoft.com/office/drawing/2014/main" id="{3AC9CC64-EED2-41B1-9D70-62F468B5EF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5" name="Freeform 9">
              <a:extLst>
                <a:ext uri="{FF2B5EF4-FFF2-40B4-BE49-F238E27FC236}">
                  <a16:creationId xmlns:a16="http://schemas.microsoft.com/office/drawing/2014/main" id="{2C369124-A4C6-43AF-BEE0-D0484F771B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6" name="Freeform 10">
              <a:extLst>
                <a:ext uri="{FF2B5EF4-FFF2-40B4-BE49-F238E27FC236}">
                  <a16:creationId xmlns:a16="http://schemas.microsoft.com/office/drawing/2014/main" id="{DA2B60C1-4D9C-4921-A53E-CB741140BA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7" name="Freeform 11">
              <a:extLst>
                <a:ext uri="{FF2B5EF4-FFF2-40B4-BE49-F238E27FC236}">
                  <a16:creationId xmlns:a16="http://schemas.microsoft.com/office/drawing/2014/main" id="{516687D2-F9EB-40A6-8C33-4628B952AA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8" name="Freeform 12">
              <a:extLst>
                <a:ext uri="{FF2B5EF4-FFF2-40B4-BE49-F238E27FC236}">
                  <a16:creationId xmlns:a16="http://schemas.microsoft.com/office/drawing/2014/main" id="{1F98E951-E4F5-4244-A392-06F4C5CBE3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9" name="Freeform 13">
              <a:extLst>
                <a:ext uri="{FF2B5EF4-FFF2-40B4-BE49-F238E27FC236}">
                  <a16:creationId xmlns:a16="http://schemas.microsoft.com/office/drawing/2014/main" id="{D73B3FAF-1360-400B-A34D-DE7FA61DA5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0" name="Freeform 14">
              <a:extLst>
                <a:ext uri="{FF2B5EF4-FFF2-40B4-BE49-F238E27FC236}">
                  <a16:creationId xmlns:a16="http://schemas.microsoft.com/office/drawing/2014/main" id="{0E3E0443-559E-40A4-AC83-B7C7B46D62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1" name="Freeform 15">
              <a:extLst>
                <a:ext uri="{FF2B5EF4-FFF2-40B4-BE49-F238E27FC236}">
                  <a16:creationId xmlns:a16="http://schemas.microsoft.com/office/drawing/2014/main" id="{3B6D64C0-503A-4A3E-8856-A2D00080CB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344E608E-FA53-4EE6-8B32-A176787AD1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3" name="Freeform 17">
              <a:extLst>
                <a:ext uri="{FF2B5EF4-FFF2-40B4-BE49-F238E27FC236}">
                  <a16:creationId xmlns:a16="http://schemas.microsoft.com/office/drawing/2014/main" id="{82E59E1A-FE23-4484-A602-50A63C2BB8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4" name="Freeform 18">
              <a:extLst>
                <a:ext uri="{FF2B5EF4-FFF2-40B4-BE49-F238E27FC236}">
                  <a16:creationId xmlns:a16="http://schemas.microsoft.com/office/drawing/2014/main" id="{AB8B48A5-027C-4C8C-B2BA-66106412CD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5" name="Freeform 19">
              <a:extLst>
                <a:ext uri="{FF2B5EF4-FFF2-40B4-BE49-F238E27FC236}">
                  <a16:creationId xmlns:a16="http://schemas.microsoft.com/office/drawing/2014/main" id="{18367D32-5FB5-44FE-BF95-D094631A27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6" name="Freeform 20">
              <a:extLst>
                <a:ext uri="{FF2B5EF4-FFF2-40B4-BE49-F238E27FC236}">
                  <a16:creationId xmlns:a16="http://schemas.microsoft.com/office/drawing/2014/main" id="{EFD63C50-7B28-4BB5-96CD-4FC0FA7C44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7" name="Rectangle 21">
              <a:extLst>
                <a:ext uri="{FF2B5EF4-FFF2-40B4-BE49-F238E27FC236}">
                  <a16:creationId xmlns:a16="http://schemas.microsoft.com/office/drawing/2014/main" id="{0CFDB50E-769E-4CC4-959A-767A1BD5C6D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8" name="Freeform 22">
              <a:extLst>
                <a:ext uri="{FF2B5EF4-FFF2-40B4-BE49-F238E27FC236}">
                  <a16:creationId xmlns:a16="http://schemas.microsoft.com/office/drawing/2014/main" id="{B25B96F8-0F1A-443B-A745-968636FB76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9" name="Freeform 23">
              <a:extLst>
                <a:ext uri="{FF2B5EF4-FFF2-40B4-BE49-F238E27FC236}">
                  <a16:creationId xmlns:a16="http://schemas.microsoft.com/office/drawing/2014/main" id="{B3CE29F3-B1CB-4E2E-8D44-BD05F8C9E4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0" name="Freeform 24">
              <a:extLst>
                <a:ext uri="{FF2B5EF4-FFF2-40B4-BE49-F238E27FC236}">
                  <a16:creationId xmlns:a16="http://schemas.microsoft.com/office/drawing/2014/main" id="{5F2BD262-D743-46CB-A02D-8FC6A20BA9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1" name="Freeform 25">
              <a:extLst>
                <a:ext uri="{FF2B5EF4-FFF2-40B4-BE49-F238E27FC236}">
                  <a16:creationId xmlns:a16="http://schemas.microsoft.com/office/drawing/2014/main" id="{27696AC0-6BD9-4800-AD55-9D14D1D92F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2" name="Freeform 26">
              <a:extLst>
                <a:ext uri="{FF2B5EF4-FFF2-40B4-BE49-F238E27FC236}">
                  <a16:creationId xmlns:a16="http://schemas.microsoft.com/office/drawing/2014/main" id="{0DFCE9BD-D104-4F2A-B32B-3F10C6285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3" name="Freeform 27">
              <a:extLst>
                <a:ext uri="{FF2B5EF4-FFF2-40B4-BE49-F238E27FC236}">
                  <a16:creationId xmlns:a16="http://schemas.microsoft.com/office/drawing/2014/main" id="{B84E4709-431B-4D50-A86F-228E2DDFDF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4" name="Freeform 28">
              <a:extLst>
                <a:ext uri="{FF2B5EF4-FFF2-40B4-BE49-F238E27FC236}">
                  <a16:creationId xmlns:a16="http://schemas.microsoft.com/office/drawing/2014/main" id="{460EDE2F-28EA-4986-8B02-E77F134F97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5" name="Freeform 29">
              <a:extLst>
                <a:ext uri="{FF2B5EF4-FFF2-40B4-BE49-F238E27FC236}">
                  <a16:creationId xmlns:a16="http://schemas.microsoft.com/office/drawing/2014/main" id="{4E929A16-7E2A-435C-BC1F-5DBB58D2F2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6" name="Freeform 30">
              <a:extLst>
                <a:ext uri="{FF2B5EF4-FFF2-40B4-BE49-F238E27FC236}">
                  <a16:creationId xmlns:a16="http://schemas.microsoft.com/office/drawing/2014/main" id="{419B1465-08DD-43B7-BA12-F0249462AA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7" name="Freeform 31">
              <a:extLst>
                <a:ext uri="{FF2B5EF4-FFF2-40B4-BE49-F238E27FC236}">
                  <a16:creationId xmlns:a16="http://schemas.microsoft.com/office/drawing/2014/main" id="{7E485DB7-2FC6-4F7D-8FD2-0683F19940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8" name="Freeform 32">
              <a:extLst>
                <a:ext uri="{FF2B5EF4-FFF2-40B4-BE49-F238E27FC236}">
                  <a16:creationId xmlns:a16="http://schemas.microsoft.com/office/drawing/2014/main" id="{8930586B-B0D5-4F03-BE69-A95CA228DF8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9" name="Freeform 34">
              <a:extLst>
                <a:ext uri="{FF2B5EF4-FFF2-40B4-BE49-F238E27FC236}">
                  <a16:creationId xmlns:a16="http://schemas.microsoft.com/office/drawing/2014/main" id="{29527089-AB6C-4BA1-8CA4-BBEF23F00C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0" name="Freeform 35">
              <a:extLst>
                <a:ext uri="{FF2B5EF4-FFF2-40B4-BE49-F238E27FC236}">
                  <a16:creationId xmlns:a16="http://schemas.microsoft.com/office/drawing/2014/main" id="{4A16389F-042C-4CD5-9594-F9963A5A01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1" name="Freeform 36">
              <a:extLst>
                <a:ext uri="{FF2B5EF4-FFF2-40B4-BE49-F238E27FC236}">
                  <a16:creationId xmlns:a16="http://schemas.microsoft.com/office/drawing/2014/main" id="{6B904AFC-1AE6-4549-BD77-A401BAE5E4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2" name="Freeform 37">
              <a:extLst>
                <a:ext uri="{FF2B5EF4-FFF2-40B4-BE49-F238E27FC236}">
                  <a16:creationId xmlns:a16="http://schemas.microsoft.com/office/drawing/2014/main" id="{0CA5B956-56EC-4BDE-B2E4-66104DACFC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3" name="Freeform 38">
              <a:extLst>
                <a:ext uri="{FF2B5EF4-FFF2-40B4-BE49-F238E27FC236}">
                  <a16:creationId xmlns:a16="http://schemas.microsoft.com/office/drawing/2014/main" id="{A80A7CDF-090E-4E2A-8816-160E0CF0DE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4" name="Freeform 39">
              <a:extLst>
                <a:ext uri="{FF2B5EF4-FFF2-40B4-BE49-F238E27FC236}">
                  <a16:creationId xmlns:a16="http://schemas.microsoft.com/office/drawing/2014/main" id="{A72A4A94-54E6-4069-90FB-67FA293A48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5" name="Freeform 40">
              <a:extLst>
                <a:ext uri="{FF2B5EF4-FFF2-40B4-BE49-F238E27FC236}">
                  <a16:creationId xmlns:a16="http://schemas.microsoft.com/office/drawing/2014/main" id="{717900C0-C738-43B9-8986-FD0513356E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6" name="Freeform 41">
              <a:extLst>
                <a:ext uri="{FF2B5EF4-FFF2-40B4-BE49-F238E27FC236}">
                  <a16:creationId xmlns:a16="http://schemas.microsoft.com/office/drawing/2014/main" id="{A9AD3EAD-6FD9-4AD6-B87E-7C8FBAAF6B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7" name="Freeform 42">
              <a:extLst>
                <a:ext uri="{FF2B5EF4-FFF2-40B4-BE49-F238E27FC236}">
                  <a16:creationId xmlns:a16="http://schemas.microsoft.com/office/drawing/2014/main" id="{B63EE469-D93B-4B30-9FDA-B2065EE1B1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8" name="Freeform 43">
              <a:extLst>
                <a:ext uri="{FF2B5EF4-FFF2-40B4-BE49-F238E27FC236}">
                  <a16:creationId xmlns:a16="http://schemas.microsoft.com/office/drawing/2014/main" id="{B7606B58-2606-4B88-84C4-EAAB3AF23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9" name="Freeform 44">
              <a:extLst>
                <a:ext uri="{FF2B5EF4-FFF2-40B4-BE49-F238E27FC236}">
                  <a16:creationId xmlns:a16="http://schemas.microsoft.com/office/drawing/2014/main" id="{266CC504-A588-4948-8EBD-4372737221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0" name="Freeform 45">
              <a:extLst>
                <a:ext uri="{FF2B5EF4-FFF2-40B4-BE49-F238E27FC236}">
                  <a16:creationId xmlns:a16="http://schemas.microsoft.com/office/drawing/2014/main" id="{23C151DC-68CD-499A-80C6-5C2AF3A48B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1" name="Freeform 46">
              <a:extLst>
                <a:ext uri="{FF2B5EF4-FFF2-40B4-BE49-F238E27FC236}">
                  <a16:creationId xmlns:a16="http://schemas.microsoft.com/office/drawing/2014/main" id="{806EDA6A-E4B6-4F25-AD2F-2250B0716E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2" name="Freeform 47">
              <a:extLst>
                <a:ext uri="{FF2B5EF4-FFF2-40B4-BE49-F238E27FC236}">
                  <a16:creationId xmlns:a16="http://schemas.microsoft.com/office/drawing/2014/main" id="{F18D44B4-FCDE-44F0-ACF1-E4C6F64EA8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3" name="Freeform 48">
              <a:extLst>
                <a:ext uri="{FF2B5EF4-FFF2-40B4-BE49-F238E27FC236}">
                  <a16:creationId xmlns:a16="http://schemas.microsoft.com/office/drawing/2014/main" id="{9F466797-5B15-462F-9437-F17E5A6BB8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4" name="Freeform 49">
              <a:extLst>
                <a:ext uri="{FF2B5EF4-FFF2-40B4-BE49-F238E27FC236}">
                  <a16:creationId xmlns:a16="http://schemas.microsoft.com/office/drawing/2014/main" id="{4D1E115A-6AF3-4FED-86D0-CFA159F32B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5" name="Freeform 50">
              <a:extLst>
                <a:ext uri="{FF2B5EF4-FFF2-40B4-BE49-F238E27FC236}">
                  <a16:creationId xmlns:a16="http://schemas.microsoft.com/office/drawing/2014/main" id="{E4CD996B-6CC2-4A56-9EA0-3F04EF82D1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6" name="Freeform 51">
              <a:extLst>
                <a:ext uri="{FF2B5EF4-FFF2-40B4-BE49-F238E27FC236}">
                  <a16:creationId xmlns:a16="http://schemas.microsoft.com/office/drawing/2014/main" id="{24F2446F-3849-4482-BC3E-97124235EA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7" name="Freeform 52">
              <a:extLst>
                <a:ext uri="{FF2B5EF4-FFF2-40B4-BE49-F238E27FC236}">
                  <a16:creationId xmlns:a16="http://schemas.microsoft.com/office/drawing/2014/main" id="{B7067752-2A5D-42B1-AB3E-18B76107FF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8" name="Freeform 53">
              <a:extLst>
                <a:ext uri="{FF2B5EF4-FFF2-40B4-BE49-F238E27FC236}">
                  <a16:creationId xmlns:a16="http://schemas.microsoft.com/office/drawing/2014/main" id="{2ACA393E-A1C2-44C6-85A5-959CB0AA5E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9" name="Freeform 54">
              <a:extLst>
                <a:ext uri="{FF2B5EF4-FFF2-40B4-BE49-F238E27FC236}">
                  <a16:creationId xmlns:a16="http://schemas.microsoft.com/office/drawing/2014/main" id="{1E50F933-A102-49FE-AB89-70881685B1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0" name="Freeform 55">
              <a:extLst>
                <a:ext uri="{FF2B5EF4-FFF2-40B4-BE49-F238E27FC236}">
                  <a16:creationId xmlns:a16="http://schemas.microsoft.com/office/drawing/2014/main" id="{2BC9D408-EA8E-4927-9492-AA7CC2BC8D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1" name="Freeform 56">
              <a:extLst>
                <a:ext uri="{FF2B5EF4-FFF2-40B4-BE49-F238E27FC236}">
                  <a16:creationId xmlns:a16="http://schemas.microsoft.com/office/drawing/2014/main" id="{2487F5FE-51F0-495F-AFF4-E22ACE07DA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2" name="Freeform 57">
              <a:extLst>
                <a:ext uri="{FF2B5EF4-FFF2-40B4-BE49-F238E27FC236}">
                  <a16:creationId xmlns:a16="http://schemas.microsoft.com/office/drawing/2014/main" id="{FB77AC1E-2A05-497E-83E5-DAA9D70F92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3" name="Freeform 58">
              <a:extLst>
                <a:ext uri="{FF2B5EF4-FFF2-40B4-BE49-F238E27FC236}">
                  <a16:creationId xmlns:a16="http://schemas.microsoft.com/office/drawing/2014/main" id="{E2BD8910-DFF4-4AD1-8A40-97BDA381D9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4" name="Freeform 59">
              <a:extLst>
                <a:ext uri="{FF2B5EF4-FFF2-40B4-BE49-F238E27FC236}">
                  <a16:creationId xmlns:a16="http://schemas.microsoft.com/office/drawing/2014/main" id="{899643D0-C3C9-4998-9D80-AA99C6A504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5" name="Freeform 60">
              <a:extLst>
                <a:ext uri="{FF2B5EF4-FFF2-40B4-BE49-F238E27FC236}">
                  <a16:creationId xmlns:a16="http://schemas.microsoft.com/office/drawing/2014/main" id="{19732CFA-0521-4732-8A1F-048BD1F88A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6" name="Freeform 61">
              <a:extLst>
                <a:ext uri="{FF2B5EF4-FFF2-40B4-BE49-F238E27FC236}">
                  <a16:creationId xmlns:a16="http://schemas.microsoft.com/office/drawing/2014/main" id="{80783DB2-E8C8-4A4E-8CA6-9504991B73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7" name="Freeform 62">
              <a:extLst>
                <a:ext uri="{FF2B5EF4-FFF2-40B4-BE49-F238E27FC236}">
                  <a16:creationId xmlns:a16="http://schemas.microsoft.com/office/drawing/2014/main" id="{C0B3A882-66E9-4B1D-80B4-2CAA3F1B10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19254271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and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4EEBE-3DFE-49C7-A0BD-46E115FF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3" y="395066"/>
            <a:ext cx="2979114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E88FB60-9BD8-44D2-8E99-9179BF91B62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25099" y="1531937"/>
            <a:ext cx="3927587" cy="4496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 userDrawn="1"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09105" y="433468"/>
            <a:ext cx="4201425" cy="6424532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19758" t="-6747" r="-21524" b="-1345"/>
            </a:stretch>
          </a:blip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Click icon to add image of presenter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0ED71-D102-4A47-8D49-527E513DAA1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1082055834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4EEBE-3DFE-49C7-A0BD-46E115FF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2" y="395066"/>
            <a:ext cx="3708699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5100" y="1532415"/>
            <a:ext cx="4657171" cy="4459190"/>
          </a:xfrm>
        </p:spPr>
        <p:txBody>
          <a:bodyPr numCol="1" spcCol="36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 userDrawn="1"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872" y="433469"/>
            <a:ext cx="3513658" cy="5739039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28B481F-F48B-4165-9994-0C92BB7AD6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C063AA-F11D-434D-BF4B-6BEC7C09DE7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5C1EA3C-26E9-4B87-838B-C7B127160328}" type="datetime1">
              <a:rPr lang="en-AU" noProof="0" smtClean="0"/>
              <a:t>10/7/2023</a:t>
            </a:fld>
            <a:endParaRPr lang="en-AU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03F73FE-784F-4046-9FDF-D1F44B5631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17244471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5CCD6-E84C-46D8-B655-FF2A3AA24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3" y="395066"/>
            <a:ext cx="3708700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0" y="1532415"/>
            <a:ext cx="4655701" cy="4459190"/>
          </a:xfrm>
        </p:spPr>
        <p:txBody>
          <a:bodyPr numCol="1" spcCol="36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 userDrawn="1"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872" y="433470"/>
            <a:ext cx="3513658" cy="278050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7F567229-93F4-4028-9012-070DD0F840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6872" y="3394577"/>
            <a:ext cx="3513658" cy="277793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6647F71-61AB-4F70-949E-DB7E75E787E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E36CDA-AA08-4310-819C-A57DD13C891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5C1EA3C-26E9-4B87-838B-C7B127160328}" type="datetime1">
              <a:rPr lang="en-AU" noProof="0" smtClean="0"/>
              <a:t>10/7/2023</a:t>
            </a:fld>
            <a:endParaRPr lang="en-AU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A11B402-7956-4408-A9AD-6233932E377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30990561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986A-A45F-4DE0-B24B-35B0EAD47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3" y="395066"/>
            <a:ext cx="3708700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 userDrawn="1"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0" y="1532415"/>
            <a:ext cx="4655701" cy="4459190"/>
          </a:xfrm>
        </p:spPr>
        <p:txBody>
          <a:bodyPr numCol="1" spcCol="36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870" y="433469"/>
            <a:ext cx="1755000" cy="278050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9" name="Picture Placeholder 8">
            <a:extLst>
              <a:ext uri="{FF2B5EF4-FFF2-40B4-BE49-F238E27FC236}">
                <a16:creationId xmlns:a16="http://schemas.microsoft.com/office/drawing/2014/main" id="{6216071A-78A2-4FC2-B4B9-1FB87C0B30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17616" y="433469"/>
            <a:ext cx="1592913" cy="278050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7F567229-93F4-4028-9012-070DD0F840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6872" y="3394578"/>
            <a:ext cx="3513658" cy="277793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FBC23-2E1D-42B9-B06F-441D2E530D6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9B7D2-3266-43A3-90E3-F519CAA0028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15C1EA3C-26E9-4B87-838B-C7B127160328}" type="datetime1">
              <a:rPr lang="en-AU" noProof="0" smtClean="0"/>
              <a:t>10/7/2023</a:t>
            </a:fld>
            <a:endParaRPr lang="en-AU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3AEE1-F4C5-412B-8057-91CD0766066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19866145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60E68-1A09-4860-801B-1E090EA01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3" y="395066"/>
            <a:ext cx="3708700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 userDrawn="1"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0" y="1532415"/>
            <a:ext cx="4655701" cy="4459190"/>
          </a:xfrm>
        </p:spPr>
        <p:txBody>
          <a:bodyPr numCol="1" spcCol="36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870" y="433469"/>
            <a:ext cx="1755000" cy="277793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9" name="Picture Placeholder 8">
            <a:extLst>
              <a:ext uri="{FF2B5EF4-FFF2-40B4-BE49-F238E27FC236}">
                <a16:creationId xmlns:a16="http://schemas.microsoft.com/office/drawing/2014/main" id="{6216071A-78A2-4FC2-B4B9-1FB87C0B30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17616" y="433477"/>
            <a:ext cx="1592913" cy="132242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0" name="Picture Placeholder 8">
            <a:extLst>
              <a:ext uri="{FF2B5EF4-FFF2-40B4-BE49-F238E27FC236}">
                <a16:creationId xmlns:a16="http://schemas.microsoft.com/office/drawing/2014/main" id="{FA4A79D4-E349-4EBC-AEB1-516796BF6A3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117616" y="1939078"/>
            <a:ext cx="1592913" cy="127232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7F567229-93F4-4028-9012-070DD0F840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6872" y="3394577"/>
            <a:ext cx="3513658" cy="2775359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2DDF1-862D-4D1D-A8F8-0AA91E60F74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83492-1660-44F3-B16E-E09C0EEDF9E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15C1EA3C-26E9-4B87-838B-C7B127160328}" type="datetime1">
              <a:rPr lang="en-AU" noProof="0" smtClean="0"/>
              <a:t>10/7/2023</a:t>
            </a:fld>
            <a:endParaRPr lang="en-AU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487AC-7944-4F9E-83A1-02B02A7742F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23933443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 userDrawn="1"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9" name="Background picture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471" y="433473"/>
            <a:ext cx="8277066" cy="5991061"/>
          </a:xfrm>
          <a:solidFill>
            <a:schemeClr val="bg1">
              <a:lumMod val="85000"/>
            </a:schemeClr>
          </a:solidFill>
        </p:spPr>
        <p:txBody>
          <a:bodyPr lIns="936000" tIns="180000" rIns="180000" bIns="180000">
            <a:normAutofit/>
          </a:bodyPr>
          <a:lstStyle>
            <a:lvl1pPr algn="l"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591CDF-82D6-44F9-AF02-7A76BD0DF3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10417" y="2007045"/>
            <a:ext cx="2249262" cy="4650330"/>
          </a:xfrm>
          <a:solidFill>
            <a:schemeClr val="tx2">
              <a:alpha val="80000"/>
            </a:schemeClr>
          </a:solidFill>
        </p:spPr>
        <p:txBody>
          <a:bodyPr lIns="180000" tIns="180000" rIns="180000" bIns="180000" anchor="t">
            <a:spAutoFit/>
          </a:bodyPr>
          <a:lstStyle>
            <a:lvl1pPr>
              <a:lnSpc>
                <a:spcPts val="2800"/>
              </a:lnSpc>
              <a:spcBef>
                <a:spcPts val="0"/>
              </a:spcBef>
              <a:defRPr sz="2000" b="1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AU" noProof="0" dirty="0"/>
              <a:t>Use this for dark images</a:t>
            </a:r>
            <a:br>
              <a:rPr lang="en-AU" noProof="0" dirty="0"/>
            </a:br>
            <a:r>
              <a:rPr lang="en-AU" noProof="0" dirty="0"/>
              <a:t>Edit Master text styles</a:t>
            </a:r>
            <a:br>
              <a:rPr lang="en-AU" noProof="0" dirty="0"/>
            </a:br>
            <a:r>
              <a:rPr lang="en-AU" noProof="0" dirty="0"/>
              <a:t>Second level</a:t>
            </a:r>
            <a:br>
              <a:rPr lang="en-AU" noProof="0" dirty="0"/>
            </a:br>
            <a:r>
              <a:rPr lang="en-AU" noProof="0" dirty="0"/>
              <a:t>Third level</a:t>
            </a:r>
            <a:br>
              <a:rPr lang="en-AU" noProof="0" dirty="0"/>
            </a:br>
            <a:r>
              <a:rPr lang="en-AU" noProof="0" dirty="0"/>
              <a:t>Fourth level</a:t>
            </a:r>
            <a:br>
              <a:rPr lang="en-AU" noProof="0" dirty="0"/>
            </a:br>
            <a:r>
              <a:rPr lang="en-AU" noProof="0" dirty="0"/>
              <a:t>5</a:t>
            </a:r>
            <a:br>
              <a:rPr lang="en-AU" noProof="0" dirty="0"/>
            </a:br>
            <a:r>
              <a:rPr lang="en-AU" noProof="0" dirty="0"/>
              <a:t>6</a:t>
            </a:r>
            <a:br>
              <a:rPr lang="en-AU" noProof="0" dirty="0"/>
            </a:br>
            <a:r>
              <a:rPr lang="en-AU" noProof="0" dirty="0"/>
              <a:t>7</a:t>
            </a:r>
            <a:br>
              <a:rPr lang="en-AU" noProof="0" dirty="0"/>
            </a:br>
            <a:r>
              <a:rPr lang="en-AU" noProof="0" dirty="0"/>
              <a:t>8</a:t>
            </a:r>
            <a:br>
              <a:rPr lang="en-AU" noProof="0" dirty="0"/>
            </a:br>
            <a:r>
              <a:rPr lang="en-AU" noProof="0" dirty="0"/>
              <a:t>9</a:t>
            </a:r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101E6B8E-059C-4DCE-8053-9C813CD4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433470" y="433470"/>
            <a:ext cx="720000" cy="720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200">
                <a:solidFill>
                  <a:schemeClr val="tx2"/>
                </a:solidFill>
              </a:defRPr>
            </a:lvl1pPr>
            <a:lvl2pPr marL="0" indent="0">
              <a:defRPr sz="200">
                <a:solidFill>
                  <a:schemeClr val="tx2"/>
                </a:solidFill>
              </a:defRPr>
            </a:lvl2pPr>
            <a:lvl3pPr marL="0" indent="0">
              <a:defRPr sz="200">
                <a:solidFill>
                  <a:schemeClr val="tx2"/>
                </a:solidFill>
              </a:defRPr>
            </a:lvl3pPr>
            <a:lvl4pPr>
              <a:defRPr sz="200">
                <a:solidFill>
                  <a:schemeClr val="tx2"/>
                </a:solidFill>
              </a:defRPr>
            </a:lvl4pPr>
            <a:lvl5pPr>
              <a:defRPr sz="200">
                <a:solidFill>
                  <a:schemeClr val="tx2"/>
                </a:solidFill>
              </a:defRPr>
            </a:lvl5pPr>
            <a:lvl6pPr>
              <a:defRPr sz="200">
                <a:solidFill>
                  <a:schemeClr val="tx2"/>
                </a:solidFill>
              </a:defRPr>
            </a:lvl6pPr>
            <a:lvl7pPr>
              <a:defRPr sz="200">
                <a:solidFill>
                  <a:schemeClr val="tx2"/>
                </a:solidFill>
              </a:defRPr>
            </a:lvl7pPr>
            <a:lvl8pPr>
              <a:defRPr sz="200">
                <a:solidFill>
                  <a:schemeClr val="tx2"/>
                </a:solidFill>
              </a:defRPr>
            </a:lvl8pPr>
            <a:lvl9pPr>
              <a:defRPr sz="2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42915862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im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 userDrawn="1"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9" name="Background picture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471" y="433473"/>
            <a:ext cx="8277066" cy="5991061"/>
          </a:xfrm>
          <a:solidFill>
            <a:schemeClr val="bg1">
              <a:lumMod val="85000"/>
            </a:schemeClr>
          </a:solidFill>
        </p:spPr>
        <p:txBody>
          <a:bodyPr lIns="936000" tIns="180000" rIns="180000" bIns="180000">
            <a:normAutofit/>
          </a:bodyPr>
          <a:lstStyle>
            <a:lvl1pPr algn="l"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30CB8D-2055-4CBE-AD2D-E90EB9F20E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61547" y="2007045"/>
            <a:ext cx="2224340" cy="5009403"/>
          </a:xfrm>
          <a:solidFill>
            <a:schemeClr val="bg1">
              <a:alpha val="80000"/>
            </a:schemeClr>
          </a:solidFill>
        </p:spPr>
        <p:txBody>
          <a:bodyPr lIns="180000" tIns="180000" rIns="180000" bIns="180000" anchor="t">
            <a:spAutoFit/>
          </a:bodyPr>
          <a:lstStyle>
            <a:lvl1pPr>
              <a:lnSpc>
                <a:spcPts val="2800"/>
              </a:lnSpc>
              <a:defRPr sz="2000">
                <a:latin typeface="+mn-lt"/>
              </a:defRPr>
            </a:lvl1pPr>
          </a:lstStyle>
          <a:p>
            <a:pPr lvl="0"/>
            <a:r>
              <a:rPr lang="en-AU" noProof="0" dirty="0"/>
              <a:t>Use this for light images</a:t>
            </a:r>
            <a:br>
              <a:rPr lang="en-AU" noProof="0" dirty="0"/>
            </a:br>
            <a:r>
              <a:rPr lang="en-AU" noProof="0" dirty="0"/>
              <a:t>Edit Master text styles</a:t>
            </a:r>
            <a:br>
              <a:rPr lang="en-AU" noProof="0" dirty="0"/>
            </a:br>
            <a:r>
              <a:rPr lang="en-AU" noProof="0" dirty="0"/>
              <a:t>Second level</a:t>
            </a:r>
            <a:br>
              <a:rPr lang="en-AU" noProof="0" dirty="0"/>
            </a:br>
            <a:r>
              <a:rPr lang="en-AU" noProof="0" dirty="0"/>
              <a:t>Third level</a:t>
            </a:r>
            <a:br>
              <a:rPr lang="en-AU" noProof="0" dirty="0"/>
            </a:br>
            <a:r>
              <a:rPr lang="en-AU" noProof="0" dirty="0"/>
              <a:t>Fourth level</a:t>
            </a:r>
            <a:br>
              <a:rPr lang="en-AU" noProof="0" dirty="0"/>
            </a:br>
            <a:r>
              <a:rPr lang="en-AU" noProof="0" dirty="0"/>
              <a:t>5</a:t>
            </a:r>
            <a:br>
              <a:rPr lang="en-AU" noProof="0" dirty="0"/>
            </a:br>
            <a:r>
              <a:rPr lang="en-AU" noProof="0" dirty="0"/>
              <a:t>6</a:t>
            </a:r>
            <a:br>
              <a:rPr lang="en-AU" noProof="0" dirty="0"/>
            </a:br>
            <a:r>
              <a:rPr lang="en-AU" noProof="0" dirty="0"/>
              <a:t>7</a:t>
            </a:r>
            <a:br>
              <a:rPr lang="en-AU" noProof="0" dirty="0"/>
            </a:br>
            <a:r>
              <a:rPr lang="en-AU" noProof="0" dirty="0"/>
              <a:t>8</a:t>
            </a:r>
            <a:br>
              <a:rPr lang="en-AU" noProof="0" dirty="0"/>
            </a:br>
            <a:r>
              <a:rPr lang="en-AU" noProof="0" dirty="0"/>
              <a:t>9</a:t>
            </a:r>
            <a:br>
              <a:rPr lang="en-AU" noProof="0" dirty="0"/>
            </a:br>
            <a:r>
              <a:rPr lang="en-AU" noProof="0" dirty="0"/>
              <a:t>Fifth level</a:t>
            </a:r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101E6B8E-059C-4DCE-8053-9C813CD4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433470" y="433470"/>
            <a:ext cx="720000" cy="720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200">
                <a:solidFill>
                  <a:schemeClr val="tx2"/>
                </a:solidFill>
              </a:defRPr>
            </a:lvl1pPr>
            <a:lvl2pPr marL="0" indent="0">
              <a:defRPr sz="200">
                <a:solidFill>
                  <a:schemeClr val="tx2"/>
                </a:solidFill>
              </a:defRPr>
            </a:lvl2pPr>
            <a:lvl3pPr marL="0" indent="0">
              <a:defRPr sz="200">
                <a:solidFill>
                  <a:schemeClr val="tx2"/>
                </a:solidFill>
              </a:defRPr>
            </a:lvl3pPr>
            <a:lvl4pPr>
              <a:defRPr sz="200">
                <a:solidFill>
                  <a:schemeClr val="tx2"/>
                </a:solidFill>
              </a:defRPr>
            </a:lvl4pPr>
            <a:lvl5pPr>
              <a:defRPr sz="200">
                <a:solidFill>
                  <a:schemeClr val="tx2"/>
                </a:solidFill>
              </a:defRPr>
            </a:lvl5pPr>
            <a:lvl6pPr>
              <a:defRPr sz="200">
                <a:solidFill>
                  <a:schemeClr val="tx2"/>
                </a:solidFill>
              </a:defRPr>
            </a:lvl6pPr>
            <a:lvl7pPr>
              <a:defRPr sz="200">
                <a:solidFill>
                  <a:schemeClr val="tx2"/>
                </a:solidFill>
              </a:defRPr>
            </a:lvl7pPr>
            <a:lvl8pPr>
              <a:defRPr sz="200">
                <a:solidFill>
                  <a:schemeClr val="tx2"/>
                </a:solidFill>
              </a:defRPr>
            </a:lvl8pPr>
            <a:lvl9pPr>
              <a:defRPr sz="2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182109045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ackground">
            <a:extLst>
              <a:ext uri="{FF2B5EF4-FFF2-40B4-BE49-F238E27FC236}">
                <a16:creationId xmlns:a16="http://schemas.microsoft.com/office/drawing/2014/main" id="{4A3F1C04-3200-4425-86D0-2F9E2EAC9EF4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AE9195-D441-4C9F-89C6-13113FBCB3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Thank you</a:t>
            </a:r>
            <a:endParaRPr lang="en-AU" dirty="0"/>
          </a:p>
        </p:txBody>
      </p:sp>
      <p:sp>
        <p:nvSpPr>
          <p:cNvPr id="80" name="Text Placeholder 140">
            <a:extLst>
              <a:ext uri="{FF2B5EF4-FFF2-40B4-BE49-F238E27FC236}">
                <a16:creationId xmlns:a16="http://schemas.microsoft.com/office/drawing/2014/main" id="{53B70884-5EDB-4D16-B565-71037E500B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47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79" name="Text Placeholder 135">
            <a:extLst>
              <a:ext uri="{FF2B5EF4-FFF2-40B4-BE49-F238E27FC236}">
                <a16:creationId xmlns:a16="http://schemas.microsoft.com/office/drawing/2014/main" id="{E87707C1-F769-4D39-9A1C-1D073FF6F9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7867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192" name="Picture Placeholder 191">
            <a:extLst>
              <a:ext uri="{FF2B5EF4-FFF2-40B4-BE49-F238E27FC236}">
                <a16:creationId xmlns:a16="http://schemas.microsoft.com/office/drawing/2014/main" id="{B93F5C33-3854-4C6B-9539-F8B8FD2316A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  <p:grpSp>
        <p:nvGrpSpPr>
          <p:cNvPr id="81" name="Logo" descr="The University of Melbourne logo">
            <a:extLst>
              <a:ext uri="{FF2B5EF4-FFF2-40B4-BE49-F238E27FC236}">
                <a16:creationId xmlns:a16="http://schemas.microsoft.com/office/drawing/2014/main" id="{73D7045A-1CF1-44F6-8E2E-B9405FED9E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82" name="AutoShape 3">
              <a:extLst>
                <a:ext uri="{FF2B5EF4-FFF2-40B4-BE49-F238E27FC236}">
                  <a16:creationId xmlns:a16="http://schemas.microsoft.com/office/drawing/2014/main" id="{04BEA57A-8E7B-4E24-BE7A-E0AADB5DBA8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3" name="Rectangle 5">
              <a:extLst>
                <a:ext uri="{FF2B5EF4-FFF2-40B4-BE49-F238E27FC236}">
                  <a16:creationId xmlns:a16="http://schemas.microsoft.com/office/drawing/2014/main" id="{EFF044F0-4B98-4888-9641-C41102F0A95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A4F2A23F-5984-4111-AD9E-E308218812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5" name="Freeform 7">
              <a:extLst>
                <a:ext uri="{FF2B5EF4-FFF2-40B4-BE49-F238E27FC236}">
                  <a16:creationId xmlns:a16="http://schemas.microsoft.com/office/drawing/2014/main" id="{B3AE443D-FE04-4EDC-80FC-B314325A12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6" name="Freeform 8">
              <a:extLst>
                <a:ext uri="{FF2B5EF4-FFF2-40B4-BE49-F238E27FC236}">
                  <a16:creationId xmlns:a16="http://schemas.microsoft.com/office/drawing/2014/main" id="{79C7F0E7-88D6-4E4A-A312-AE6964CBA4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7" name="Freeform 9">
              <a:extLst>
                <a:ext uri="{FF2B5EF4-FFF2-40B4-BE49-F238E27FC236}">
                  <a16:creationId xmlns:a16="http://schemas.microsoft.com/office/drawing/2014/main" id="{F73247B3-9572-4E50-A9F9-D9B42DC0DF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8" name="Freeform 10">
              <a:extLst>
                <a:ext uri="{FF2B5EF4-FFF2-40B4-BE49-F238E27FC236}">
                  <a16:creationId xmlns:a16="http://schemas.microsoft.com/office/drawing/2014/main" id="{3259D609-76D9-45D0-B15F-0FA397DBBF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9" name="Freeform 11">
              <a:extLst>
                <a:ext uri="{FF2B5EF4-FFF2-40B4-BE49-F238E27FC236}">
                  <a16:creationId xmlns:a16="http://schemas.microsoft.com/office/drawing/2014/main" id="{5C2E2C7F-FF30-4A56-8534-D9965DD5E0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0" name="Freeform 12">
              <a:extLst>
                <a:ext uri="{FF2B5EF4-FFF2-40B4-BE49-F238E27FC236}">
                  <a16:creationId xmlns:a16="http://schemas.microsoft.com/office/drawing/2014/main" id="{F687FBAE-B910-4327-B1A4-6FD6E81AB0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1" name="Freeform 13">
              <a:extLst>
                <a:ext uri="{FF2B5EF4-FFF2-40B4-BE49-F238E27FC236}">
                  <a16:creationId xmlns:a16="http://schemas.microsoft.com/office/drawing/2014/main" id="{1B1BC6E6-2BD9-4CA8-AD54-CC72783F8C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2" name="Freeform 14">
              <a:extLst>
                <a:ext uri="{FF2B5EF4-FFF2-40B4-BE49-F238E27FC236}">
                  <a16:creationId xmlns:a16="http://schemas.microsoft.com/office/drawing/2014/main" id="{0CDCD004-D1EF-443A-A818-883EEB3F37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3" name="Freeform 15">
              <a:extLst>
                <a:ext uri="{FF2B5EF4-FFF2-40B4-BE49-F238E27FC236}">
                  <a16:creationId xmlns:a16="http://schemas.microsoft.com/office/drawing/2014/main" id="{1E965659-AF38-4929-8B73-B87840A6AF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4" name="Freeform 16">
              <a:extLst>
                <a:ext uri="{FF2B5EF4-FFF2-40B4-BE49-F238E27FC236}">
                  <a16:creationId xmlns:a16="http://schemas.microsoft.com/office/drawing/2014/main" id="{A3D4EF62-702A-477E-B94D-96320B008A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5" name="Freeform 17">
              <a:extLst>
                <a:ext uri="{FF2B5EF4-FFF2-40B4-BE49-F238E27FC236}">
                  <a16:creationId xmlns:a16="http://schemas.microsoft.com/office/drawing/2014/main" id="{27C56C97-AC3A-4214-A776-9FF21C875E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6" name="Freeform 18">
              <a:extLst>
                <a:ext uri="{FF2B5EF4-FFF2-40B4-BE49-F238E27FC236}">
                  <a16:creationId xmlns:a16="http://schemas.microsoft.com/office/drawing/2014/main" id="{E9D54D47-364F-4F9A-BAE3-C930CC7651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7" name="Freeform 19">
              <a:extLst>
                <a:ext uri="{FF2B5EF4-FFF2-40B4-BE49-F238E27FC236}">
                  <a16:creationId xmlns:a16="http://schemas.microsoft.com/office/drawing/2014/main" id="{0D8D1571-B8DF-4AF6-B70F-82B9CB7139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8" name="Freeform 20">
              <a:extLst>
                <a:ext uri="{FF2B5EF4-FFF2-40B4-BE49-F238E27FC236}">
                  <a16:creationId xmlns:a16="http://schemas.microsoft.com/office/drawing/2014/main" id="{FFFA97D6-566E-417D-A763-A6F698AD3F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9" name="Rectangle 21">
              <a:extLst>
                <a:ext uri="{FF2B5EF4-FFF2-40B4-BE49-F238E27FC236}">
                  <a16:creationId xmlns:a16="http://schemas.microsoft.com/office/drawing/2014/main" id="{D26DF387-B00F-4137-B22B-FFA49E0825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0" name="Freeform 22">
              <a:extLst>
                <a:ext uri="{FF2B5EF4-FFF2-40B4-BE49-F238E27FC236}">
                  <a16:creationId xmlns:a16="http://schemas.microsoft.com/office/drawing/2014/main" id="{3DB8FBAB-4331-4D07-A90E-A7D5F0A46F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1" name="Freeform 23">
              <a:extLst>
                <a:ext uri="{FF2B5EF4-FFF2-40B4-BE49-F238E27FC236}">
                  <a16:creationId xmlns:a16="http://schemas.microsoft.com/office/drawing/2014/main" id="{2F259DE1-FFBE-4450-A752-4EC257B513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2" name="Freeform 24">
              <a:extLst>
                <a:ext uri="{FF2B5EF4-FFF2-40B4-BE49-F238E27FC236}">
                  <a16:creationId xmlns:a16="http://schemas.microsoft.com/office/drawing/2014/main" id="{A32957BA-13D6-4ED9-977D-0C89E970E0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3" name="Freeform 25">
              <a:extLst>
                <a:ext uri="{FF2B5EF4-FFF2-40B4-BE49-F238E27FC236}">
                  <a16:creationId xmlns:a16="http://schemas.microsoft.com/office/drawing/2014/main" id="{B5BFEAC1-4E37-49A2-B67D-2BC8D109AF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4" name="Freeform 26">
              <a:extLst>
                <a:ext uri="{FF2B5EF4-FFF2-40B4-BE49-F238E27FC236}">
                  <a16:creationId xmlns:a16="http://schemas.microsoft.com/office/drawing/2014/main" id="{788C1048-9836-47D1-BF7E-9959787A63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5" name="Freeform 27">
              <a:extLst>
                <a:ext uri="{FF2B5EF4-FFF2-40B4-BE49-F238E27FC236}">
                  <a16:creationId xmlns:a16="http://schemas.microsoft.com/office/drawing/2014/main" id="{C494BEF8-5481-49D8-A1DB-26A618F8D7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6" name="Freeform 28">
              <a:extLst>
                <a:ext uri="{FF2B5EF4-FFF2-40B4-BE49-F238E27FC236}">
                  <a16:creationId xmlns:a16="http://schemas.microsoft.com/office/drawing/2014/main" id="{FF78676F-BD80-4152-AF8A-17C051377F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7" name="Freeform 29">
              <a:extLst>
                <a:ext uri="{FF2B5EF4-FFF2-40B4-BE49-F238E27FC236}">
                  <a16:creationId xmlns:a16="http://schemas.microsoft.com/office/drawing/2014/main" id="{A9BCBAEE-0E8B-4E88-B3AB-F4B67DAC31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8" name="Freeform 30">
              <a:extLst>
                <a:ext uri="{FF2B5EF4-FFF2-40B4-BE49-F238E27FC236}">
                  <a16:creationId xmlns:a16="http://schemas.microsoft.com/office/drawing/2014/main" id="{0491E6F5-E006-496A-9B9D-6B4FD0E3CB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9" name="Freeform 31">
              <a:extLst>
                <a:ext uri="{FF2B5EF4-FFF2-40B4-BE49-F238E27FC236}">
                  <a16:creationId xmlns:a16="http://schemas.microsoft.com/office/drawing/2014/main" id="{7CEC1DFB-4708-49E7-81F5-C199ABD915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0" name="Freeform 32">
              <a:extLst>
                <a:ext uri="{FF2B5EF4-FFF2-40B4-BE49-F238E27FC236}">
                  <a16:creationId xmlns:a16="http://schemas.microsoft.com/office/drawing/2014/main" id="{EA921ED2-8301-42A8-A841-5319A0E91E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1" name="Freeform 34">
              <a:extLst>
                <a:ext uri="{FF2B5EF4-FFF2-40B4-BE49-F238E27FC236}">
                  <a16:creationId xmlns:a16="http://schemas.microsoft.com/office/drawing/2014/main" id="{8E486F39-3893-4DC2-838D-2B51F0E741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2" name="Freeform 35">
              <a:extLst>
                <a:ext uri="{FF2B5EF4-FFF2-40B4-BE49-F238E27FC236}">
                  <a16:creationId xmlns:a16="http://schemas.microsoft.com/office/drawing/2014/main" id="{CB2A0A8E-24F6-45A5-A95A-481A465538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3" name="Freeform 36">
              <a:extLst>
                <a:ext uri="{FF2B5EF4-FFF2-40B4-BE49-F238E27FC236}">
                  <a16:creationId xmlns:a16="http://schemas.microsoft.com/office/drawing/2014/main" id="{04341E2F-C06C-4F36-8B74-BB7BF852FC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4" name="Freeform 37">
              <a:extLst>
                <a:ext uri="{FF2B5EF4-FFF2-40B4-BE49-F238E27FC236}">
                  <a16:creationId xmlns:a16="http://schemas.microsoft.com/office/drawing/2014/main" id="{388F3EB0-17D8-4898-B8B9-58FD6F76CB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5" name="Freeform 38">
              <a:extLst>
                <a:ext uri="{FF2B5EF4-FFF2-40B4-BE49-F238E27FC236}">
                  <a16:creationId xmlns:a16="http://schemas.microsoft.com/office/drawing/2014/main" id="{37E8FFD8-89F7-4657-9947-47E219EAFC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6" name="Freeform 39">
              <a:extLst>
                <a:ext uri="{FF2B5EF4-FFF2-40B4-BE49-F238E27FC236}">
                  <a16:creationId xmlns:a16="http://schemas.microsoft.com/office/drawing/2014/main" id="{23962857-2355-43B5-BA46-7156E544AE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7" name="Freeform 40">
              <a:extLst>
                <a:ext uri="{FF2B5EF4-FFF2-40B4-BE49-F238E27FC236}">
                  <a16:creationId xmlns:a16="http://schemas.microsoft.com/office/drawing/2014/main" id="{C0C7C601-CD63-4A4C-987C-7C70F465AB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8" name="Freeform 41">
              <a:extLst>
                <a:ext uri="{FF2B5EF4-FFF2-40B4-BE49-F238E27FC236}">
                  <a16:creationId xmlns:a16="http://schemas.microsoft.com/office/drawing/2014/main" id="{58E2A667-5C9E-492E-88B9-428AE35876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9" name="Freeform 42">
              <a:extLst>
                <a:ext uri="{FF2B5EF4-FFF2-40B4-BE49-F238E27FC236}">
                  <a16:creationId xmlns:a16="http://schemas.microsoft.com/office/drawing/2014/main" id="{72A6983F-C2E1-40AE-B7C0-E427349DC5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0" name="Freeform 43">
              <a:extLst>
                <a:ext uri="{FF2B5EF4-FFF2-40B4-BE49-F238E27FC236}">
                  <a16:creationId xmlns:a16="http://schemas.microsoft.com/office/drawing/2014/main" id="{6CCF0988-C833-445A-94CB-07EF590C34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1" name="Freeform 44">
              <a:extLst>
                <a:ext uri="{FF2B5EF4-FFF2-40B4-BE49-F238E27FC236}">
                  <a16:creationId xmlns:a16="http://schemas.microsoft.com/office/drawing/2014/main" id="{3A188AE4-9B9C-4C34-9F86-AF304C2850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2" name="Freeform 45">
              <a:extLst>
                <a:ext uri="{FF2B5EF4-FFF2-40B4-BE49-F238E27FC236}">
                  <a16:creationId xmlns:a16="http://schemas.microsoft.com/office/drawing/2014/main" id="{A89453D6-85C4-4E2D-8FA0-72A14EA515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3" name="Freeform 46">
              <a:extLst>
                <a:ext uri="{FF2B5EF4-FFF2-40B4-BE49-F238E27FC236}">
                  <a16:creationId xmlns:a16="http://schemas.microsoft.com/office/drawing/2014/main" id="{BD6BC0F7-C21F-400B-9ED4-BF35CE7FED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4" name="Freeform 47">
              <a:extLst>
                <a:ext uri="{FF2B5EF4-FFF2-40B4-BE49-F238E27FC236}">
                  <a16:creationId xmlns:a16="http://schemas.microsoft.com/office/drawing/2014/main" id="{0B5CBA8E-8322-4660-BE10-0D7C40BBF5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5" name="Freeform 48">
              <a:extLst>
                <a:ext uri="{FF2B5EF4-FFF2-40B4-BE49-F238E27FC236}">
                  <a16:creationId xmlns:a16="http://schemas.microsoft.com/office/drawing/2014/main" id="{DEB21783-D296-4A05-BE34-BFE7D5553C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6" name="Freeform 49">
              <a:extLst>
                <a:ext uri="{FF2B5EF4-FFF2-40B4-BE49-F238E27FC236}">
                  <a16:creationId xmlns:a16="http://schemas.microsoft.com/office/drawing/2014/main" id="{18535967-D3E3-48C2-A56E-FAB7015A90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7" name="Freeform 50">
              <a:extLst>
                <a:ext uri="{FF2B5EF4-FFF2-40B4-BE49-F238E27FC236}">
                  <a16:creationId xmlns:a16="http://schemas.microsoft.com/office/drawing/2014/main" id="{F0D8AE3F-FC91-4265-87AE-A22989B4E4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8" name="Freeform 51">
              <a:extLst>
                <a:ext uri="{FF2B5EF4-FFF2-40B4-BE49-F238E27FC236}">
                  <a16:creationId xmlns:a16="http://schemas.microsoft.com/office/drawing/2014/main" id="{CB3036C3-8B8F-466E-A40B-9F31B9B539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9" name="Freeform 52">
              <a:extLst>
                <a:ext uri="{FF2B5EF4-FFF2-40B4-BE49-F238E27FC236}">
                  <a16:creationId xmlns:a16="http://schemas.microsoft.com/office/drawing/2014/main" id="{51B64F91-1250-42C8-B692-DBEE837B5E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0" name="Freeform 53">
              <a:extLst>
                <a:ext uri="{FF2B5EF4-FFF2-40B4-BE49-F238E27FC236}">
                  <a16:creationId xmlns:a16="http://schemas.microsoft.com/office/drawing/2014/main" id="{7A5E8821-26A6-4A47-9441-123CB1CD9D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1" name="Freeform 54">
              <a:extLst>
                <a:ext uri="{FF2B5EF4-FFF2-40B4-BE49-F238E27FC236}">
                  <a16:creationId xmlns:a16="http://schemas.microsoft.com/office/drawing/2014/main" id="{C9AD4000-AE32-4994-A808-D65FCD6671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2" name="Freeform 55">
              <a:extLst>
                <a:ext uri="{FF2B5EF4-FFF2-40B4-BE49-F238E27FC236}">
                  <a16:creationId xmlns:a16="http://schemas.microsoft.com/office/drawing/2014/main" id="{A73E2B1C-573F-4515-B15A-5415B63E2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3" name="Freeform 56">
              <a:extLst>
                <a:ext uri="{FF2B5EF4-FFF2-40B4-BE49-F238E27FC236}">
                  <a16:creationId xmlns:a16="http://schemas.microsoft.com/office/drawing/2014/main" id="{8B4526F5-E3C2-477E-A9BA-5C3B9B1BFF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4" name="Freeform 57">
              <a:extLst>
                <a:ext uri="{FF2B5EF4-FFF2-40B4-BE49-F238E27FC236}">
                  <a16:creationId xmlns:a16="http://schemas.microsoft.com/office/drawing/2014/main" id="{E6C1F2F2-0690-4896-8B3E-7E5711AE70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5" name="Freeform 58">
              <a:extLst>
                <a:ext uri="{FF2B5EF4-FFF2-40B4-BE49-F238E27FC236}">
                  <a16:creationId xmlns:a16="http://schemas.microsoft.com/office/drawing/2014/main" id="{2644BE99-447A-436A-ABB5-29D00547F7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6" name="Freeform 59">
              <a:extLst>
                <a:ext uri="{FF2B5EF4-FFF2-40B4-BE49-F238E27FC236}">
                  <a16:creationId xmlns:a16="http://schemas.microsoft.com/office/drawing/2014/main" id="{6B5285F8-7FA1-4849-9832-32B623D59C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8" name="Freeform 60">
              <a:extLst>
                <a:ext uri="{FF2B5EF4-FFF2-40B4-BE49-F238E27FC236}">
                  <a16:creationId xmlns:a16="http://schemas.microsoft.com/office/drawing/2014/main" id="{F258FBFF-3560-4321-9C39-990AB7BA50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0" name="Freeform 61">
              <a:extLst>
                <a:ext uri="{FF2B5EF4-FFF2-40B4-BE49-F238E27FC236}">
                  <a16:creationId xmlns:a16="http://schemas.microsoft.com/office/drawing/2014/main" id="{9543B324-060D-43F0-A83B-E3C6BBB4AB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1" name="Freeform 62">
              <a:extLst>
                <a:ext uri="{FF2B5EF4-FFF2-40B4-BE49-F238E27FC236}">
                  <a16:creationId xmlns:a16="http://schemas.microsoft.com/office/drawing/2014/main" id="{487AEC3D-AFC0-4B04-BCF3-E63D6E8C82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2647342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70B07-410E-4D96-88F0-B617572F9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C5FD4-26B4-4C9F-9FC8-80D375B3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09852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-Discov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ackground">
            <a:extLst>
              <a:ext uri="{FF2B5EF4-FFF2-40B4-BE49-F238E27FC236}">
                <a16:creationId xmlns:a16="http://schemas.microsoft.com/office/drawing/2014/main" id="{4A3F1C04-3200-4425-86D0-2F9E2EAC9EF4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2BEEA4-40AB-415D-B46A-85326892B4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4100400"/>
            <a:ext cx="3579152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81" name="Text Placeholder 140">
            <a:extLst>
              <a:ext uri="{FF2B5EF4-FFF2-40B4-BE49-F238E27FC236}">
                <a16:creationId xmlns:a16="http://schemas.microsoft.com/office/drawing/2014/main" id="{E2C11A33-E2C2-4ED9-A0FF-F9E78469F2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475" y="5394944"/>
            <a:ext cx="3579152" cy="7072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5C025F18-8FF4-4B34-A693-A44D12A72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04549" y="1429098"/>
            <a:ext cx="4439450" cy="5426469"/>
          </a:xfrm>
          <a:custGeom>
            <a:avLst/>
            <a:gdLst>
              <a:gd name="connsiteX0" fmla="*/ 4439450 w 4439450"/>
              <a:gd name="connsiteY0" fmla="*/ 0 h 5426469"/>
              <a:gd name="connsiteX1" fmla="*/ 4439450 w 4439450"/>
              <a:gd name="connsiteY1" fmla="*/ 5426469 h 5426469"/>
              <a:gd name="connsiteX2" fmla="*/ 1117428 w 4439450"/>
              <a:gd name="connsiteY2" fmla="*/ 5426469 h 5426469"/>
              <a:gd name="connsiteX3" fmla="*/ 7072 w 4439450"/>
              <a:gd name="connsiteY3" fmla="*/ 1226597 h 5426469"/>
              <a:gd name="connsiteX4" fmla="*/ 0 w 4439450"/>
              <a:gd name="connsiteY4" fmla="*/ 1190929 h 5426469"/>
              <a:gd name="connsiteX5" fmla="*/ 4439450 w 4439450"/>
              <a:gd name="connsiteY5" fmla="*/ 0 h 5426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9450" h="5426469">
                <a:moveTo>
                  <a:pt x="4439450" y="0"/>
                </a:moveTo>
                <a:lnTo>
                  <a:pt x="4439450" y="5426469"/>
                </a:lnTo>
                <a:lnTo>
                  <a:pt x="1117428" y="5426469"/>
                </a:lnTo>
                <a:lnTo>
                  <a:pt x="7072" y="1226597"/>
                </a:lnTo>
                <a:lnTo>
                  <a:pt x="0" y="1190929"/>
                </a:lnTo>
                <a:lnTo>
                  <a:pt x="4439450" y="0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79808" t="-43218" r="-79808" b="-4321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 sz="1800"/>
          </a:p>
        </p:txBody>
      </p:sp>
      <p:sp>
        <p:nvSpPr>
          <p:cNvPr id="190" name="Text Placeholder 135">
            <a:extLst>
              <a:ext uri="{FF2B5EF4-FFF2-40B4-BE49-F238E27FC236}">
                <a16:creationId xmlns:a16="http://schemas.microsoft.com/office/drawing/2014/main" id="{7D8334C9-D68C-4E9D-A650-AE6F03987F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6247" y="5338960"/>
            <a:ext cx="216000" cy="10800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grpSp>
        <p:nvGrpSpPr>
          <p:cNvPr id="79" name="Logo" descr="The University of Melbourne logo">
            <a:extLst>
              <a:ext uri="{FF2B5EF4-FFF2-40B4-BE49-F238E27FC236}">
                <a16:creationId xmlns:a16="http://schemas.microsoft.com/office/drawing/2014/main" id="{50E45555-0D79-4235-8221-A9A6FF4D991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80" name="AutoShape 3">
              <a:extLst>
                <a:ext uri="{FF2B5EF4-FFF2-40B4-BE49-F238E27FC236}">
                  <a16:creationId xmlns:a16="http://schemas.microsoft.com/office/drawing/2014/main" id="{E03AC1E8-FBEA-4395-BE3A-BBCA21C339C2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2" name="Rectangle 5">
              <a:extLst>
                <a:ext uri="{FF2B5EF4-FFF2-40B4-BE49-F238E27FC236}">
                  <a16:creationId xmlns:a16="http://schemas.microsoft.com/office/drawing/2014/main" id="{0C810878-91C8-426A-A6FD-8F377D438D5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3" name="Freeform 6">
              <a:extLst>
                <a:ext uri="{FF2B5EF4-FFF2-40B4-BE49-F238E27FC236}">
                  <a16:creationId xmlns:a16="http://schemas.microsoft.com/office/drawing/2014/main" id="{722EF669-1189-4A56-BA8C-0FDA5B08BD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4" name="Freeform 7">
              <a:extLst>
                <a:ext uri="{FF2B5EF4-FFF2-40B4-BE49-F238E27FC236}">
                  <a16:creationId xmlns:a16="http://schemas.microsoft.com/office/drawing/2014/main" id="{C2DA108B-03D1-4CD1-A6EE-76B5867091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5" name="Freeform 8">
              <a:extLst>
                <a:ext uri="{FF2B5EF4-FFF2-40B4-BE49-F238E27FC236}">
                  <a16:creationId xmlns:a16="http://schemas.microsoft.com/office/drawing/2014/main" id="{66852CA1-7488-467A-B2B6-03E4D14F67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7" name="Freeform 9">
              <a:extLst>
                <a:ext uri="{FF2B5EF4-FFF2-40B4-BE49-F238E27FC236}">
                  <a16:creationId xmlns:a16="http://schemas.microsoft.com/office/drawing/2014/main" id="{2D07471F-6C21-4A57-8B3D-FD220530F1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8" name="Freeform 10">
              <a:extLst>
                <a:ext uri="{FF2B5EF4-FFF2-40B4-BE49-F238E27FC236}">
                  <a16:creationId xmlns:a16="http://schemas.microsoft.com/office/drawing/2014/main" id="{EA8D7493-0B1E-4D0B-A4ED-176CF60620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9" name="Freeform 11">
              <a:extLst>
                <a:ext uri="{FF2B5EF4-FFF2-40B4-BE49-F238E27FC236}">
                  <a16:creationId xmlns:a16="http://schemas.microsoft.com/office/drawing/2014/main" id="{EB34DF85-B33B-40AD-B7EA-C4E9980CA0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0" name="Freeform 12">
              <a:extLst>
                <a:ext uri="{FF2B5EF4-FFF2-40B4-BE49-F238E27FC236}">
                  <a16:creationId xmlns:a16="http://schemas.microsoft.com/office/drawing/2014/main" id="{B60DFCCF-9779-4D9B-8A38-01ACC19F64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1" name="Freeform 13">
              <a:extLst>
                <a:ext uri="{FF2B5EF4-FFF2-40B4-BE49-F238E27FC236}">
                  <a16:creationId xmlns:a16="http://schemas.microsoft.com/office/drawing/2014/main" id="{5F0032FE-0EFE-4D4D-BADC-394D10C1A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2" name="Freeform 14">
              <a:extLst>
                <a:ext uri="{FF2B5EF4-FFF2-40B4-BE49-F238E27FC236}">
                  <a16:creationId xmlns:a16="http://schemas.microsoft.com/office/drawing/2014/main" id="{A04C33F5-19EF-41C3-AC6E-2EA7094101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3" name="Freeform 15">
              <a:extLst>
                <a:ext uri="{FF2B5EF4-FFF2-40B4-BE49-F238E27FC236}">
                  <a16:creationId xmlns:a16="http://schemas.microsoft.com/office/drawing/2014/main" id="{8C03D4CC-B679-4425-A038-0307150827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4" name="Freeform 16">
              <a:extLst>
                <a:ext uri="{FF2B5EF4-FFF2-40B4-BE49-F238E27FC236}">
                  <a16:creationId xmlns:a16="http://schemas.microsoft.com/office/drawing/2014/main" id="{BCC0DA7C-C67E-42C4-A63D-36668C1CFD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5" name="Freeform 17">
              <a:extLst>
                <a:ext uri="{FF2B5EF4-FFF2-40B4-BE49-F238E27FC236}">
                  <a16:creationId xmlns:a16="http://schemas.microsoft.com/office/drawing/2014/main" id="{7CE577F2-BB14-4E41-9F95-B1B5B793D1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6" name="Freeform 18">
              <a:extLst>
                <a:ext uri="{FF2B5EF4-FFF2-40B4-BE49-F238E27FC236}">
                  <a16:creationId xmlns:a16="http://schemas.microsoft.com/office/drawing/2014/main" id="{DCE80AEF-03D4-4991-87AC-1277E80295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7" name="Freeform 19">
              <a:extLst>
                <a:ext uri="{FF2B5EF4-FFF2-40B4-BE49-F238E27FC236}">
                  <a16:creationId xmlns:a16="http://schemas.microsoft.com/office/drawing/2014/main" id="{7DDA4677-C62F-4E85-BC46-1C64D02E42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8" name="Freeform 20">
              <a:extLst>
                <a:ext uri="{FF2B5EF4-FFF2-40B4-BE49-F238E27FC236}">
                  <a16:creationId xmlns:a16="http://schemas.microsoft.com/office/drawing/2014/main" id="{380A1CC5-DBAB-486F-BB40-A32A5C96A5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9" name="Rectangle 21">
              <a:extLst>
                <a:ext uri="{FF2B5EF4-FFF2-40B4-BE49-F238E27FC236}">
                  <a16:creationId xmlns:a16="http://schemas.microsoft.com/office/drawing/2014/main" id="{C952CB74-FB28-49FE-BFA8-C7531AEB7F0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0" name="Freeform 22">
              <a:extLst>
                <a:ext uri="{FF2B5EF4-FFF2-40B4-BE49-F238E27FC236}">
                  <a16:creationId xmlns:a16="http://schemas.microsoft.com/office/drawing/2014/main" id="{9E7D579A-A059-4D10-9349-B351C5A317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1" name="Freeform 23">
              <a:extLst>
                <a:ext uri="{FF2B5EF4-FFF2-40B4-BE49-F238E27FC236}">
                  <a16:creationId xmlns:a16="http://schemas.microsoft.com/office/drawing/2014/main" id="{1BB9DF87-54DD-471D-AC8A-EFE3A1F6DF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2" name="Freeform 24">
              <a:extLst>
                <a:ext uri="{FF2B5EF4-FFF2-40B4-BE49-F238E27FC236}">
                  <a16:creationId xmlns:a16="http://schemas.microsoft.com/office/drawing/2014/main" id="{8B884E2F-26FE-447B-A8EA-C9EF1246DA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3" name="Freeform 25">
              <a:extLst>
                <a:ext uri="{FF2B5EF4-FFF2-40B4-BE49-F238E27FC236}">
                  <a16:creationId xmlns:a16="http://schemas.microsoft.com/office/drawing/2014/main" id="{EB941F66-015D-4B17-8283-20CAAC23DE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4" name="Freeform 26">
              <a:extLst>
                <a:ext uri="{FF2B5EF4-FFF2-40B4-BE49-F238E27FC236}">
                  <a16:creationId xmlns:a16="http://schemas.microsoft.com/office/drawing/2014/main" id="{E052A2F3-7C33-4DBA-80DE-861848D56A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5" name="Freeform 27">
              <a:extLst>
                <a:ext uri="{FF2B5EF4-FFF2-40B4-BE49-F238E27FC236}">
                  <a16:creationId xmlns:a16="http://schemas.microsoft.com/office/drawing/2014/main" id="{0223E2CB-CE52-42EE-B439-CD53D9F776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6" name="Freeform 28">
              <a:extLst>
                <a:ext uri="{FF2B5EF4-FFF2-40B4-BE49-F238E27FC236}">
                  <a16:creationId xmlns:a16="http://schemas.microsoft.com/office/drawing/2014/main" id="{1CBA454F-0F90-4D2A-A242-06020D68DA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7" name="Freeform 29">
              <a:extLst>
                <a:ext uri="{FF2B5EF4-FFF2-40B4-BE49-F238E27FC236}">
                  <a16:creationId xmlns:a16="http://schemas.microsoft.com/office/drawing/2014/main" id="{9AE82D1C-DF8E-45A9-AF91-66D32350C0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8" name="Freeform 30">
              <a:extLst>
                <a:ext uri="{FF2B5EF4-FFF2-40B4-BE49-F238E27FC236}">
                  <a16:creationId xmlns:a16="http://schemas.microsoft.com/office/drawing/2014/main" id="{D7BBE033-F32E-4E56-8360-CC9533B933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9" name="Freeform 31">
              <a:extLst>
                <a:ext uri="{FF2B5EF4-FFF2-40B4-BE49-F238E27FC236}">
                  <a16:creationId xmlns:a16="http://schemas.microsoft.com/office/drawing/2014/main" id="{6D785C06-CE8E-4100-9D04-243918D9E0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0" name="Freeform 32">
              <a:extLst>
                <a:ext uri="{FF2B5EF4-FFF2-40B4-BE49-F238E27FC236}">
                  <a16:creationId xmlns:a16="http://schemas.microsoft.com/office/drawing/2014/main" id="{D577353A-F944-4982-A467-6812F2A13C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1" name="Freeform 34">
              <a:extLst>
                <a:ext uri="{FF2B5EF4-FFF2-40B4-BE49-F238E27FC236}">
                  <a16:creationId xmlns:a16="http://schemas.microsoft.com/office/drawing/2014/main" id="{80751149-8EF8-422F-9577-52B47494C59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2" name="Freeform 35">
              <a:extLst>
                <a:ext uri="{FF2B5EF4-FFF2-40B4-BE49-F238E27FC236}">
                  <a16:creationId xmlns:a16="http://schemas.microsoft.com/office/drawing/2014/main" id="{8FED533A-3A7C-45A8-A82D-895521697B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3" name="Freeform 36">
              <a:extLst>
                <a:ext uri="{FF2B5EF4-FFF2-40B4-BE49-F238E27FC236}">
                  <a16:creationId xmlns:a16="http://schemas.microsoft.com/office/drawing/2014/main" id="{F0161440-89D1-4503-9A4D-CE2B78580B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4" name="Freeform 37">
              <a:extLst>
                <a:ext uri="{FF2B5EF4-FFF2-40B4-BE49-F238E27FC236}">
                  <a16:creationId xmlns:a16="http://schemas.microsoft.com/office/drawing/2014/main" id="{A9BA852F-CFB1-4A28-9D0C-93F12F4D2E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5" name="Freeform 38">
              <a:extLst>
                <a:ext uri="{FF2B5EF4-FFF2-40B4-BE49-F238E27FC236}">
                  <a16:creationId xmlns:a16="http://schemas.microsoft.com/office/drawing/2014/main" id="{99FCAD68-AFA7-431B-A042-5C83768F73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6" name="Freeform 39">
              <a:extLst>
                <a:ext uri="{FF2B5EF4-FFF2-40B4-BE49-F238E27FC236}">
                  <a16:creationId xmlns:a16="http://schemas.microsoft.com/office/drawing/2014/main" id="{3CF7E856-2160-42A3-ACF6-D9CDE7ED5F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7" name="Freeform 40">
              <a:extLst>
                <a:ext uri="{FF2B5EF4-FFF2-40B4-BE49-F238E27FC236}">
                  <a16:creationId xmlns:a16="http://schemas.microsoft.com/office/drawing/2014/main" id="{E55529C7-85CA-4EF1-9E64-760B6E1626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8" name="Freeform 41">
              <a:extLst>
                <a:ext uri="{FF2B5EF4-FFF2-40B4-BE49-F238E27FC236}">
                  <a16:creationId xmlns:a16="http://schemas.microsoft.com/office/drawing/2014/main" id="{20644ECA-1AC6-4596-AB17-CB292C9C3A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9" name="Freeform 42">
              <a:extLst>
                <a:ext uri="{FF2B5EF4-FFF2-40B4-BE49-F238E27FC236}">
                  <a16:creationId xmlns:a16="http://schemas.microsoft.com/office/drawing/2014/main" id="{57C243B2-9140-4357-99E1-41EB4737B4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0" name="Freeform 43">
              <a:extLst>
                <a:ext uri="{FF2B5EF4-FFF2-40B4-BE49-F238E27FC236}">
                  <a16:creationId xmlns:a16="http://schemas.microsoft.com/office/drawing/2014/main" id="{D2A7A9C2-B66A-417F-8010-A199DBA74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1" name="Freeform 44">
              <a:extLst>
                <a:ext uri="{FF2B5EF4-FFF2-40B4-BE49-F238E27FC236}">
                  <a16:creationId xmlns:a16="http://schemas.microsoft.com/office/drawing/2014/main" id="{28E2BF88-E734-466D-9485-51501BC7B2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2" name="Freeform 45">
              <a:extLst>
                <a:ext uri="{FF2B5EF4-FFF2-40B4-BE49-F238E27FC236}">
                  <a16:creationId xmlns:a16="http://schemas.microsoft.com/office/drawing/2014/main" id="{E2A3C31A-7396-42B7-8B63-0B7F0344CB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3" name="Freeform 46">
              <a:extLst>
                <a:ext uri="{FF2B5EF4-FFF2-40B4-BE49-F238E27FC236}">
                  <a16:creationId xmlns:a16="http://schemas.microsoft.com/office/drawing/2014/main" id="{C2203025-D460-4227-BD1A-AA6F7B0A2F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4" name="Freeform 47">
              <a:extLst>
                <a:ext uri="{FF2B5EF4-FFF2-40B4-BE49-F238E27FC236}">
                  <a16:creationId xmlns:a16="http://schemas.microsoft.com/office/drawing/2014/main" id="{83F3E6A7-A341-406C-939C-EB2E774C3B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5" name="Freeform 48">
              <a:extLst>
                <a:ext uri="{FF2B5EF4-FFF2-40B4-BE49-F238E27FC236}">
                  <a16:creationId xmlns:a16="http://schemas.microsoft.com/office/drawing/2014/main" id="{17A0FC22-8C8B-4F01-A4AE-308510B214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6" name="Freeform 49">
              <a:extLst>
                <a:ext uri="{FF2B5EF4-FFF2-40B4-BE49-F238E27FC236}">
                  <a16:creationId xmlns:a16="http://schemas.microsoft.com/office/drawing/2014/main" id="{AA336CAF-B922-4EE9-9B5C-B5EA8B3AB2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7" name="Freeform 50">
              <a:extLst>
                <a:ext uri="{FF2B5EF4-FFF2-40B4-BE49-F238E27FC236}">
                  <a16:creationId xmlns:a16="http://schemas.microsoft.com/office/drawing/2014/main" id="{01209CD6-B0F0-44C4-A675-B686E3771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8" name="Freeform 51">
              <a:extLst>
                <a:ext uri="{FF2B5EF4-FFF2-40B4-BE49-F238E27FC236}">
                  <a16:creationId xmlns:a16="http://schemas.microsoft.com/office/drawing/2014/main" id="{16A39AD6-9CA1-45E2-AB8B-6E386D0239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9" name="Freeform 52">
              <a:extLst>
                <a:ext uri="{FF2B5EF4-FFF2-40B4-BE49-F238E27FC236}">
                  <a16:creationId xmlns:a16="http://schemas.microsoft.com/office/drawing/2014/main" id="{BD64BA20-9E87-4791-953E-0A4C3ACC54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0" name="Freeform 53">
              <a:extLst>
                <a:ext uri="{FF2B5EF4-FFF2-40B4-BE49-F238E27FC236}">
                  <a16:creationId xmlns:a16="http://schemas.microsoft.com/office/drawing/2014/main" id="{AE1EE68A-A8A9-4E65-B741-0116DDBC2B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1" name="Freeform 54">
              <a:extLst>
                <a:ext uri="{FF2B5EF4-FFF2-40B4-BE49-F238E27FC236}">
                  <a16:creationId xmlns:a16="http://schemas.microsoft.com/office/drawing/2014/main" id="{74D5E3BD-048F-4F50-AD2E-62B7C578DA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2" name="Freeform 55">
              <a:extLst>
                <a:ext uri="{FF2B5EF4-FFF2-40B4-BE49-F238E27FC236}">
                  <a16:creationId xmlns:a16="http://schemas.microsoft.com/office/drawing/2014/main" id="{77C8258E-F74B-4074-BB39-06A3761642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3" name="Freeform 56">
              <a:extLst>
                <a:ext uri="{FF2B5EF4-FFF2-40B4-BE49-F238E27FC236}">
                  <a16:creationId xmlns:a16="http://schemas.microsoft.com/office/drawing/2014/main" id="{94C30CA8-1D12-4BC3-984A-E1FFF42422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4" name="Freeform 57">
              <a:extLst>
                <a:ext uri="{FF2B5EF4-FFF2-40B4-BE49-F238E27FC236}">
                  <a16:creationId xmlns:a16="http://schemas.microsoft.com/office/drawing/2014/main" id="{F9336058-D805-4A57-B046-7EA7621D17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5" name="Freeform 58">
              <a:extLst>
                <a:ext uri="{FF2B5EF4-FFF2-40B4-BE49-F238E27FC236}">
                  <a16:creationId xmlns:a16="http://schemas.microsoft.com/office/drawing/2014/main" id="{FE5A3FFC-B4A8-4CAC-8FA5-25C743BDE6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6" name="Freeform 59">
              <a:extLst>
                <a:ext uri="{FF2B5EF4-FFF2-40B4-BE49-F238E27FC236}">
                  <a16:creationId xmlns:a16="http://schemas.microsoft.com/office/drawing/2014/main" id="{649A073A-5ABD-4542-A7E6-7E8A399706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8" name="Freeform 60">
              <a:extLst>
                <a:ext uri="{FF2B5EF4-FFF2-40B4-BE49-F238E27FC236}">
                  <a16:creationId xmlns:a16="http://schemas.microsoft.com/office/drawing/2014/main" id="{FCAC7393-1C7A-4979-BA22-6C3706BDF7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9" name="Freeform 61">
              <a:extLst>
                <a:ext uri="{FF2B5EF4-FFF2-40B4-BE49-F238E27FC236}">
                  <a16:creationId xmlns:a16="http://schemas.microsoft.com/office/drawing/2014/main" id="{E1F02962-A8D1-446B-9EC8-AF98C8721A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46" name="Freeform 62">
              <a:extLst>
                <a:ext uri="{FF2B5EF4-FFF2-40B4-BE49-F238E27FC236}">
                  <a16:creationId xmlns:a16="http://schemas.microsoft.com/office/drawing/2014/main" id="{B57B74AD-4270-4BEC-8CB7-2AC7A5CB9B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343739444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-Discov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ackground">
            <a:extLst>
              <a:ext uri="{FF2B5EF4-FFF2-40B4-BE49-F238E27FC236}">
                <a16:creationId xmlns:a16="http://schemas.microsoft.com/office/drawing/2014/main" id="{890DF213-662F-4F0F-AF3A-12E90D6AB403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FABB35-20F7-4828-9D1B-004E52E7B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anchor="t"/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6000" y="4100400"/>
            <a:ext cx="3579152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4"/>
                </a:solidFill>
              </a:defRPr>
            </a:lvl2pPr>
            <a:lvl3pPr marL="0" indent="0" algn="l">
              <a:buNone/>
              <a:defRPr sz="1800">
                <a:solidFill>
                  <a:schemeClr val="accent4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4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191" name="Text Placeholder 140">
            <a:extLst>
              <a:ext uri="{FF2B5EF4-FFF2-40B4-BE49-F238E27FC236}">
                <a16:creationId xmlns:a16="http://schemas.microsoft.com/office/drawing/2014/main" id="{0B26C4B9-8C6E-4432-9D3F-5CB5A44FCF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475" y="5394944"/>
            <a:ext cx="3579152" cy="707231"/>
          </a:xfrm>
          <a:prstGeom prst="rect">
            <a:avLst/>
          </a:prstGeom>
        </p:spPr>
        <p:txBody>
          <a:bodyPr>
            <a:normAutofit/>
          </a:bodyPr>
          <a:lstStyle>
            <a:lvl1pPr rtl="0"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 rtl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 rtl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 rtl="0"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 rtl="0"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 rtl="0"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 rtl="0"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 rtl="0"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 rtl="0"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47A22F7D-DF33-4F8D-A9EA-63B043865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04549" y="1429098"/>
            <a:ext cx="4439450" cy="5426469"/>
          </a:xfrm>
          <a:custGeom>
            <a:avLst/>
            <a:gdLst>
              <a:gd name="connsiteX0" fmla="*/ 4439450 w 4439450"/>
              <a:gd name="connsiteY0" fmla="*/ 0 h 5426469"/>
              <a:gd name="connsiteX1" fmla="*/ 4439450 w 4439450"/>
              <a:gd name="connsiteY1" fmla="*/ 5426469 h 5426469"/>
              <a:gd name="connsiteX2" fmla="*/ 1117428 w 4439450"/>
              <a:gd name="connsiteY2" fmla="*/ 5426469 h 5426469"/>
              <a:gd name="connsiteX3" fmla="*/ 7072 w 4439450"/>
              <a:gd name="connsiteY3" fmla="*/ 1226597 h 5426469"/>
              <a:gd name="connsiteX4" fmla="*/ 0 w 4439450"/>
              <a:gd name="connsiteY4" fmla="*/ 1190929 h 5426469"/>
              <a:gd name="connsiteX5" fmla="*/ 4439450 w 4439450"/>
              <a:gd name="connsiteY5" fmla="*/ 0 h 5426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9450" h="5426469">
                <a:moveTo>
                  <a:pt x="4439450" y="0"/>
                </a:moveTo>
                <a:lnTo>
                  <a:pt x="4439450" y="5426469"/>
                </a:lnTo>
                <a:lnTo>
                  <a:pt x="1117428" y="5426469"/>
                </a:lnTo>
                <a:lnTo>
                  <a:pt x="7072" y="1226597"/>
                </a:lnTo>
                <a:lnTo>
                  <a:pt x="0" y="1190929"/>
                </a:lnTo>
                <a:lnTo>
                  <a:pt x="4439450" y="0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79808" t="-43218" r="-79808" b="-4321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 sz="1800"/>
          </a:p>
        </p:txBody>
      </p:sp>
      <p:sp>
        <p:nvSpPr>
          <p:cNvPr id="192" name="Text Placeholder 135">
            <a:extLst>
              <a:ext uri="{FF2B5EF4-FFF2-40B4-BE49-F238E27FC236}">
                <a16:creationId xmlns:a16="http://schemas.microsoft.com/office/drawing/2014/main" id="{68C35AEF-DD5F-4986-8BD7-B45D602B39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6247" y="5338960"/>
            <a:ext cx="216000" cy="10800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rtl="0"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 rtl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 rtl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 rtl="0"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 rtl="0"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 rtl="0"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 rtl="0"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 rtl="0"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 rtl="0"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grpSp>
        <p:nvGrpSpPr>
          <p:cNvPr id="193" name="Logo" descr="The University of Melbourne logo">
            <a:extLst>
              <a:ext uri="{FF2B5EF4-FFF2-40B4-BE49-F238E27FC236}">
                <a16:creationId xmlns:a16="http://schemas.microsoft.com/office/drawing/2014/main" id="{BABAD9F3-1CA4-460B-AB0C-44EB2B5355E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607255" y="616633"/>
            <a:ext cx="1440000" cy="1443689"/>
            <a:chOff x="2864" y="1181"/>
            <a:chExt cx="1952" cy="1957"/>
          </a:xfrm>
        </p:grpSpPr>
        <p:sp>
          <p:nvSpPr>
            <p:cNvPr id="194" name="AutoShape 3">
              <a:extLst>
                <a:ext uri="{FF2B5EF4-FFF2-40B4-BE49-F238E27FC236}">
                  <a16:creationId xmlns:a16="http://schemas.microsoft.com/office/drawing/2014/main" id="{95B74E3D-D65C-4821-82A7-4DA4E610229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5" name="Rectangle 5">
              <a:extLst>
                <a:ext uri="{FF2B5EF4-FFF2-40B4-BE49-F238E27FC236}">
                  <a16:creationId xmlns:a16="http://schemas.microsoft.com/office/drawing/2014/main" id="{5F3401DC-8560-4DA9-94A9-00C8743436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6" name="Freeform 6">
              <a:extLst>
                <a:ext uri="{FF2B5EF4-FFF2-40B4-BE49-F238E27FC236}">
                  <a16:creationId xmlns:a16="http://schemas.microsoft.com/office/drawing/2014/main" id="{31B57478-007D-4048-B9EE-8455F68A9E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7" name="Freeform 7">
              <a:extLst>
                <a:ext uri="{FF2B5EF4-FFF2-40B4-BE49-F238E27FC236}">
                  <a16:creationId xmlns:a16="http://schemas.microsoft.com/office/drawing/2014/main" id="{9F423A54-3E01-4547-8769-0B82C8F025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8" name="Freeform 8">
              <a:extLst>
                <a:ext uri="{FF2B5EF4-FFF2-40B4-BE49-F238E27FC236}">
                  <a16:creationId xmlns:a16="http://schemas.microsoft.com/office/drawing/2014/main" id="{517E6C8B-802F-4227-8D3E-832ADE98E0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9" name="Freeform 9">
              <a:extLst>
                <a:ext uri="{FF2B5EF4-FFF2-40B4-BE49-F238E27FC236}">
                  <a16:creationId xmlns:a16="http://schemas.microsoft.com/office/drawing/2014/main" id="{C68EA5DB-E17A-4E6C-AE84-01EB3DFE59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0" name="Freeform 10">
              <a:extLst>
                <a:ext uri="{FF2B5EF4-FFF2-40B4-BE49-F238E27FC236}">
                  <a16:creationId xmlns:a16="http://schemas.microsoft.com/office/drawing/2014/main" id="{79ECB346-EB7B-41F0-98C3-3D5C553B7F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1" name="Freeform 11">
              <a:extLst>
                <a:ext uri="{FF2B5EF4-FFF2-40B4-BE49-F238E27FC236}">
                  <a16:creationId xmlns:a16="http://schemas.microsoft.com/office/drawing/2014/main" id="{DD854087-C756-44A3-99BA-E7D864E24F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2" name="Freeform 12">
              <a:extLst>
                <a:ext uri="{FF2B5EF4-FFF2-40B4-BE49-F238E27FC236}">
                  <a16:creationId xmlns:a16="http://schemas.microsoft.com/office/drawing/2014/main" id="{A5F8F84A-4503-4764-8422-1810A957E0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3" name="Freeform 13">
              <a:extLst>
                <a:ext uri="{FF2B5EF4-FFF2-40B4-BE49-F238E27FC236}">
                  <a16:creationId xmlns:a16="http://schemas.microsoft.com/office/drawing/2014/main" id="{ED6C54EF-C0C2-42D2-8924-010FB97B15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4" name="Freeform 14">
              <a:extLst>
                <a:ext uri="{FF2B5EF4-FFF2-40B4-BE49-F238E27FC236}">
                  <a16:creationId xmlns:a16="http://schemas.microsoft.com/office/drawing/2014/main" id="{4E904E4A-53D4-4349-875E-D4DA22F33D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5" name="Freeform 15">
              <a:extLst>
                <a:ext uri="{FF2B5EF4-FFF2-40B4-BE49-F238E27FC236}">
                  <a16:creationId xmlns:a16="http://schemas.microsoft.com/office/drawing/2014/main" id="{94C93FF1-5C4D-4ACA-9A35-BBD285F41E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6" name="Freeform 16">
              <a:extLst>
                <a:ext uri="{FF2B5EF4-FFF2-40B4-BE49-F238E27FC236}">
                  <a16:creationId xmlns:a16="http://schemas.microsoft.com/office/drawing/2014/main" id="{A90D3858-07F2-4FD1-A076-94119C1BBF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7" name="Freeform 17">
              <a:extLst>
                <a:ext uri="{FF2B5EF4-FFF2-40B4-BE49-F238E27FC236}">
                  <a16:creationId xmlns:a16="http://schemas.microsoft.com/office/drawing/2014/main" id="{E4C69CE1-22C4-4527-8A53-74F7528E69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8" name="Freeform 18">
              <a:extLst>
                <a:ext uri="{FF2B5EF4-FFF2-40B4-BE49-F238E27FC236}">
                  <a16:creationId xmlns:a16="http://schemas.microsoft.com/office/drawing/2014/main" id="{F5702965-14B8-46FE-B46B-05EFFB4F69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9" name="Freeform 19">
              <a:extLst>
                <a:ext uri="{FF2B5EF4-FFF2-40B4-BE49-F238E27FC236}">
                  <a16:creationId xmlns:a16="http://schemas.microsoft.com/office/drawing/2014/main" id="{BEB8A540-FAB2-4C87-BCAB-B0D1D7A408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0" name="Freeform 20">
              <a:extLst>
                <a:ext uri="{FF2B5EF4-FFF2-40B4-BE49-F238E27FC236}">
                  <a16:creationId xmlns:a16="http://schemas.microsoft.com/office/drawing/2014/main" id="{5F9041BD-8B6A-4F79-8EED-C804DD91F0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1" name="Rectangle 21">
              <a:extLst>
                <a:ext uri="{FF2B5EF4-FFF2-40B4-BE49-F238E27FC236}">
                  <a16:creationId xmlns:a16="http://schemas.microsoft.com/office/drawing/2014/main" id="{3725E1A1-74B8-4F6A-B04C-2DF1BDA6C0E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2" name="Freeform 22">
              <a:extLst>
                <a:ext uri="{FF2B5EF4-FFF2-40B4-BE49-F238E27FC236}">
                  <a16:creationId xmlns:a16="http://schemas.microsoft.com/office/drawing/2014/main" id="{425BB9B5-99E6-4FFE-A2EF-377C453B9E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3" name="Freeform 23">
              <a:extLst>
                <a:ext uri="{FF2B5EF4-FFF2-40B4-BE49-F238E27FC236}">
                  <a16:creationId xmlns:a16="http://schemas.microsoft.com/office/drawing/2014/main" id="{9383FBCA-0EA7-497F-BB40-2EF09554FF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4" name="Freeform 24">
              <a:extLst>
                <a:ext uri="{FF2B5EF4-FFF2-40B4-BE49-F238E27FC236}">
                  <a16:creationId xmlns:a16="http://schemas.microsoft.com/office/drawing/2014/main" id="{D86FC5AD-F799-42AE-8E03-BC9BC97BE5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5" name="Freeform 25">
              <a:extLst>
                <a:ext uri="{FF2B5EF4-FFF2-40B4-BE49-F238E27FC236}">
                  <a16:creationId xmlns:a16="http://schemas.microsoft.com/office/drawing/2014/main" id="{522AF172-AAC2-4B4C-9CFD-89A6FBBBCE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6" name="Freeform 26">
              <a:extLst>
                <a:ext uri="{FF2B5EF4-FFF2-40B4-BE49-F238E27FC236}">
                  <a16:creationId xmlns:a16="http://schemas.microsoft.com/office/drawing/2014/main" id="{29ACA0A6-F43E-4222-98F5-0491F41B17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7" name="Freeform 27">
              <a:extLst>
                <a:ext uri="{FF2B5EF4-FFF2-40B4-BE49-F238E27FC236}">
                  <a16:creationId xmlns:a16="http://schemas.microsoft.com/office/drawing/2014/main" id="{7C2533A2-3A62-4DA5-A9E0-C3DC2EC81C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8" name="Freeform 28">
              <a:extLst>
                <a:ext uri="{FF2B5EF4-FFF2-40B4-BE49-F238E27FC236}">
                  <a16:creationId xmlns:a16="http://schemas.microsoft.com/office/drawing/2014/main" id="{8FB5A385-87E3-4A1C-85B6-718CFB38C1E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9" name="Freeform 29">
              <a:extLst>
                <a:ext uri="{FF2B5EF4-FFF2-40B4-BE49-F238E27FC236}">
                  <a16:creationId xmlns:a16="http://schemas.microsoft.com/office/drawing/2014/main" id="{604D6647-D192-4193-83E6-1CAC269ACE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0" name="Freeform 30">
              <a:extLst>
                <a:ext uri="{FF2B5EF4-FFF2-40B4-BE49-F238E27FC236}">
                  <a16:creationId xmlns:a16="http://schemas.microsoft.com/office/drawing/2014/main" id="{6D66106E-5C2C-4A6C-A0FC-D81983B5D7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1" name="Freeform 31">
              <a:extLst>
                <a:ext uri="{FF2B5EF4-FFF2-40B4-BE49-F238E27FC236}">
                  <a16:creationId xmlns:a16="http://schemas.microsoft.com/office/drawing/2014/main" id="{62D1FC3A-10FA-4BFC-BCD1-45DDE0A108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2" name="Freeform 32">
              <a:extLst>
                <a:ext uri="{FF2B5EF4-FFF2-40B4-BE49-F238E27FC236}">
                  <a16:creationId xmlns:a16="http://schemas.microsoft.com/office/drawing/2014/main" id="{8B465442-944B-4343-A3DE-B26FC1DA45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3" name="Freeform 34">
              <a:extLst>
                <a:ext uri="{FF2B5EF4-FFF2-40B4-BE49-F238E27FC236}">
                  <a16:creationId xmlns:a16="http://schemas.microsoft.com/office/drawing/2014/main" id="{4E03ACAC-9B82-47C1-873E-68CB235E6B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4" name="Freeform 35">
              <a:extLst>
                <a:ext uri="{FF2B5EF4-FFF2-40B4-BE49-F238E27FC236}">
                  <a16:creationId xmlns:a16="http://schemas.microsoft.com/office/drawing/2014/main" id="{6DCA6CA0-EBA1-41B7-BAAB-4D43E220F6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5" name="Freeform 36">
              <a:extLst>
                <a:ext uri="{FF2B5EF4-FFF2-40B4-BE49-F238E27FC236}">
                  <a16:creationId xmlns:a16="http://schemas.microsoft.com/office/drawing/2014/main" id="{525F23AF-8873-4193-BBCD-2BDF66DB56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6" name="Freeform 37">
              <a:extLst>
                <a:ext uri="{FF2B5EF4-FFF2-40B4-BE49-F238E27FC236}">
                  <a16:creationId xmlns:a16="http://schemas.microsoft.com/office/drawing/2014/main" id="{1ADADE51-E568-4DA9-B9BF-34D3D1914D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7" name="Freeform 38">
              <a:extLst>
                <a:ext uri="{FF2B5EF4-FFF2-40B4-BE49-F238E27FC236}">
                  <a16:creationId xmlns:a16="http://schemas.microsoft.com/office/drawing/2014/main" id="{51A6798D-42E0-41E4-BF1A-412FFDAE6E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8" name="Freeform 39">
              <a:extLst>
                <a:ext uri="{FF2B5EF4-FFF2-40B4-BE49-F238E27FC236}">
                  <a16:creationId xmlns:a16="http://schemas.microsoft.com/office/drawing/2014/main" id="{2B648ED5-36B2-48D4-8756-812AF3DD87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9" name="Freeform 40">
              <a:extLst>
                <a:ext uri="{FF2B5EF4-FFF2-40B4-BE49-F238E27FC236}">
                  <a16:creationId xmlns:a16="http://schemas.microsoft.com/office/drawing/2014/main" id="{40156E6D-9A01-47E5-86BF-8DF3CD41D7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0" name="Freeform 41">
              <a:extLst>
                <a:ext uri="{FF2B5EF4-FFF2-40B4-BE49-F238E27FC236}">
                  <a16:creationId xmlns:a16="http://schemas.microsoft.com/office/drawing/2014/main" id="{ED198036-35C2-42A3-847C-3DDAAB259C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1" name="Freeform 42">
              <a:extLst>
                <a:ext uri="{FF2B5EF4-FFF2-40B4-BE49-F238E27FC236}">
                  <a16:creationId xmlns:a16="http://schemas.microsoft.com/office/drawing/2014/main" id="{0850392E-60AD-475A-93D9-F4FDF37684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2" name="Freeform 43">
              <a:extLst>
                <a:ext uri="{FF2B5EF4-FFF2-40B4-BE49-F238E27FC236}">
                  <a16:creationId xmlns:a16="http://schemas.microsoft.com/office/drawing/2014/main" id="{5537900E-1428-4977-A10A-DF3A9D647B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3" name="Freeform 44">
              <a:extLst>
                <a:ext uri="{FF2B5EF4-FFF2-40B4-BE49-F238E27FC236}">
                  <a16:creationId xmlns:a16="http://schemas.microsoft.com/office/drawing/2014/main" id="{EBCC9CC0-FE91-4D77-8F78-9F0ADFA38B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4" name="Freeform 45">
              <a:extLst>
                <a:ext uri="{FF2B5EF4-FFF2-40B4-BE49-F238E27FC236}">
                  <a16:creationId xmlns:a16="http://schemas.microsoft.com/office/drawing/2014/main" id="{CBC651B0-ACE3-4087-9F7B-D30A1722AC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5" name="Freeform 46">
              <a:extLst>
                <a:ext uri="{FF2B5EF4-FFF2-40B4-BE49-F238E27FC236}">
                  <a16:creationId xmlns:a16="http://schemas.microsoft.com/office/drawing/2014/main" id="{8AA74FC3-44A1-4697-9A5E-6C2012EA72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6" name="Freeform 47">
              <a:extLst>
                <a:ext uri="{FF2B5EF4-FFF2-40B4-BE49-F238E27FC236}">
                  <a16:creationId xmlns:a16="http://schemas.microsoft.com/office/drawing/2014/main" id="{855F918E-4040-493A-A7BE-F0B28E42C3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7" name="Freeform 48">
              <a:extLst>
                <a:ext uri="{FF2B5EF4-FFF2-40B4-BE49-F238E27FC236}">
                  <a16:creationId xmlns:a16="http://schemas.microsoft.com/office/drawing/2014/main" id="{44CA7BD0-E692-4C34-AB7C-1836CF4DD6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8" name="Freeform 49">
              <a:extLst>
                <a:ext uri="{FF2B5EF4-FFF2-40B4-BE49-F238E27FC236}">
                  <a16:creationId xmlns:a16="http://schemas.microsoft.com/office/drawing/2014/main" id="{2BA2B94B-AE1D-472B-A9E5-99E8115832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9" name="Freeform 50">
              <a:extLst>
                <a:ext uri="{FF2B5EF4-FFF2-40B4-BE49-F238E27FC236}">
                  <a16:creationId xmlns:a16="http://schemas.microsoft.com/office/drawing/2014/main" id="{478CFE8A-EA09-4C02-98B3-037D139B17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0" name="Freeform 51">
              <a:extLst>
                <a:ext uri="{FF2B5EF4-FFF2-40B4-BE49-F238E27FC236}">
                  <a16:creationId xmlns:a16="http://schemas.microsoft.com/office/drawing/2014/main" id="{D10C28EB-A7CE-46C7-B369-3D9300C181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1" name="Freeform 52">
              <a:extLst>
                <a:ext uri="{FF2B5EF4-FFF2-40B4-BE49-F238E27FC236}">
                  <a16:creationId xmlns:a16="http://schemas.microsoft.com/office/drawing/2014/main" id="{6E8BDA71-3BE3-42E2-AC95-2BC251EF10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2" name="Freeform 53">
              <a:extLst>
                <a:ext uri="{FF2B5EF4-FFF2-40B4-BE49-F238E27FC236}">
                  <a16:creationId xmlns:a16="http://schemas.microsoft.com/office/drawing/2014/main" id="{11B6D3B4-F51E-4B4D-944F-1D530CC264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3" name="Freeform 54">
              <a:extLst>
                <a:ext uri="{FF2B5EF4-FFF2-40B4-BE49-F238E27FC236}">
                  <a16:creationId xmlns:a16="http://schemas.microsoft.com/office/drawing/2014/main" id="{99BF5F67-6FDD-43EA-8C31-FBE175A09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4" name="Freeform 55">
              <a:extLst>
                <a:ext uri="{FF2B5EF4-FFF2-40B4-BE49-F238E27FC236}">
                  <a16:creationId xmlns:a16="http://schemas.microsoft.com/office/drawing/2014/main" id="{B4C1C016-9310-48DA-ADAD-2B764327A2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5" name="Freeform 56">
              <a:extLst>
                <a:ext uri="{FF2B5EF4-FFF2-40B4-BE49-F238E27FC236}">
                  <a16:creationId xmlns:a16="http://schemas.microsoft.com/office/drawing/2014/main" id="{2F5B9343-5F32-4130-95EF-2BEF8670CA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6" name="Freeform 57">
              <a:extLst>
                <a:ext uri="{FF2B5EF4-FFF2-40B4-BE49-F238E27FC236}">
                  <a16:creationId xmlns:a16="http://schemas.microsoft.com/office/drawing/2014/main" id="{4EAD7083-4B3E-4420-ACA7-09BCC63B69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7" name="Freeform 58">
              <a:extLst>
                <a:ext uri="{FF2B5EF4-FFF2-40B4-BE49-F238E27FC236}">
                  <a16:creationId xmlns:a16="http://schemas.microsoft.com/office/drawing/2014/main" id="{945ED441-ECE1-432D-BEE5-8717B72078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8" name="Freeform 59">
              <a:extLst>
                <a:ext uri="{FF2B5EF4-FFF2-40B4-BE49-F238E27FC236}">
                  <a16:creationId xmlns:a16="http://schemas.microsoft.com/office/drawing/2014/main" id="{EA0F052D-E340-4BA2-8E01-F1ED97F328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9" name="Freeform 60">
              <a:extLst>
                <a:ext uri="{FF2B5EF4-FFF2-40B4-BE49-F238E27FC236}">
                  <a16:creationId xmlns:a16="http://schemas.microsoft.com/office/drawing/2014/main" id="{14C25F84-775C-46A3-A835-378EC98CE3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0" name="Freeform 61">
              <a:extLst>
                <a:ext uri="{FF2B5EF4-FFF2-40B4-BE49-F238E27FC236}">
                  <a16:creationId xmlns:a16="http://schemas.microsoft.com/office/drawing/2014/main" id="{175D1280-4145-4769-A09A-12341C7B64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1" name="Freeform 62">
              <a:extLst>
                <a:ext uri="{FF2B5EF4-FFF2-40B4-BE49-F238E27FC236}">
                  <a16:creationId xmlns:a16="http://schemas.microsoft.com/office/drawing/2014/main" id="{10990632-3F01-4468-A442-B43D938BB4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164908528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C-Discov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ackground">
            <a:extLst>
              <a:ext uri="{FF2B5EF4-FFF2-40B4-BE49-F238E27FC236}">
                <a16:creationId xmlns:a16="http://schemas.microsoft.com/office/drawing/2014/main" id="{890DF213-662F-4F0F-AF3A-12E90D6AB403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A09848-F279-4869-99E6-5BED257317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438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4100400"/>
            <a:ext cx="4387042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4"/>
                </a:solidFill>
              </a:defRPr>
            </a:lvl2pPr>
            <a:lvl3pPr marL="0" indent="0" algn="l">
              <a:buNone/>
              <a:defRPr sz="1800">
                <a:solidFill>
                  <a:schemeClr val="accent4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4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191" name="Text Placeholder 140">
            <a:extLst>
              <a:ext uri="{FF2B5EF4-FFF2-40B4-BE49-F238E27FC236}">
                <a16:creationId xmlns:a16="http://schemas.microsoft.com/office/drawing/2014/main" id="{EA1CC78C-9D17-48F8-BD73-821790574A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475" y="5394944"/>
            <a:ext cx="3579152" cy="707231"/>
          </a:xfrm>
          <a:prstGeom prst="rect">
            <a:avLst/>
          </a:prstGeom>
        </p:spPr>
        <p:txBody>
          <a:bodyPr>
            <a:normAutofit/>
          </a:bodyPr>
          <a:lstStyle>
            <a:lvl1pPr rtl="0"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 rtl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 rtl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 rtl="0"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 rtl="0"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 rtl="0"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 rtl="0"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 rtl="0"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 rtl="0"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4F2ADBC4-6BE9-497D-BA58-27927CF9C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4522" y="-1"/>
            <a:ext cx="4278479" cy="6879660"/>
          </a:xfrm>
          <a:custGeom>
            <a:avLst/>
            <a:gdLst>
              <a:gd name="connsiteX0" fmla="*/ 1684339 w 4278479"/>
              <a:gd name="connsiteY0" fmla="*/ 0 h 6879660"/>
              <a:gd name="connsiteX1" fmla="*/ 4278479 w 4278479"/>
              <a:gd name="connsiteY1" fmla="*/ 0 h 6879660"/>
              <a:gd name="connsiteX2" fmla="*/ 4278479 w 4278479"/>
              <a:gd name="connsiteY2" fmla="*/ 6879660 h 6879660"/>
              <a:gd name="connsiteX3" fmla="*/ 1684339 w 4278479"/>
              <a:gd name="connsiteY3" fmla="*/ 6879660 h 6879660"/>
              <a:gd name="connsiteX4" fmla="*/ 0 w 4278479"/>
              <a:gd name="connsiteY4" fmla="*/ 6437231 h 687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78479" h="6879660">
                <a:moveTo>
                  <a:pt x="1684339" y="0"/>
                </a:moveTo>
                <a:lnTo>
                  <a:pt x="4278479" y="0"/>
                </a:lnTo>
                <a:lnTo>
                  <a:pt x="4278479" y="6879660"/>
                </a:lnTo>
                <a:lnTo>
                  <a:pt x="1684339" y="6879660"/>
                </a:lnTo>
                <a:lnTo>
                  <a:pt x="0" y="6437231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60928" t="-30644" r="-107570" b="-2669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/>
          </a:p>
        </p:txBody>
      </p:sp>
      <p:sp>
        <p:nvSpPr>
          <p:cNvPr id="192" name="Text Placeholder 135">
            <a:extLst>
              <a:ext uri="{FF2B5EF4-FFF2-40B4-BE49-F238E27FC236}">
                <a16:creationId xmlns:a16="http://schemas.microsoft.com/office/drawing/2014/main" id="{5000BE84-3D9F-45B4-A5F5-A6BB352308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6247" y="5338960"/>
            <a:ext cx="216000" cy="10800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rtl="0"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 rtl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 rtl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 rtl="0"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 rtl="0"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 rtl="0"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 rtl="0"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 rtl="0"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 rtl="0"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grpSp>
        <p:nvGrpSpPr>
          <p:cNvPr id="193" name="Logo" descr="The University of Melbourne logo">
            <a:extLst>
              <a:ext uri="{FF2B5EF4-FFF2-40B4-BE49-F238E27FC236}">
                <a16:creationId xmlns:a16="http://schemas.microsoft.com/office/drawing/2014/main" id="{89C2BB76-EC8B-4EE0-B3FE-F9F6A8015C0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607255" y="616633"/>
            <a:ext cx="1440000" cy="1443689"/>
            <a:chOff x="2864" y="1181"/>
            <a:chExt cx="1952" cy="1957"/>
          </a:xfrm>
        </p:grpSpPr>
        <p:sp>
          <p:nvSpPr>
            <p:cNvPr id="194" name="AutoShape 3">
              <a:extLst>
                <a:ext uri="{FF2B5EF4-FFF2-40B4-BE49-F238E27FC236}">
                  <a16:creationId xmlns:a16="http://schemas.microsoft.com/office/drawing/2014/main" id="{6F6F4730-7EA7-46CD-85DC-B75DBB77F8E8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5" name="Rectangle 5">
              <a:extLst>
                <a:ext uri="{FF2B5EF4-FFF2-40B4-BE49-F238E27FC236}">
                  <a16:creationId xmlns:a16="http://schemas.microsoft.com/office/drawing/2014/main" id="{E09E0824-B174-4948-8FEC-654D7CD9BAB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6" name="Freeform 6">
              <a:extLst>
                <a:ext uri="{FF2B5EF4-FFF2-40B4-BE49-F238E27FC236}">
                  <a16:creationId xmlns:a16="http://schemas.microsoft.com/office/drawing/2014/main" id="{DF48A723-8ED5-4D62-A3AD-E34A57401D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7" name="Freeform 7">
              <a:extLst>
                <a:ext uri="{FF2B5EF4-FFF2-40B4-BE49-F238E27FC236}">
                  <a16:creationId xmlns:a16="http://schemas.microsoft.com/office/drawing/2014/main" id="{25A41219-1F64-4154-99E9-D1169FB2FC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8" name="Freeform 8">
              <a:extLst>
                <a:ext uri="{FF2B5EF4-FFF2-40B4-BE49-F238E27FC236}">
                  <a16:creationId xmlns:a16="http://schemas.microsoft.com/office/drawing/2014/main" id="{8281E3FA-7278-4F28-97E5-97A24180CF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9" name="Freeform 9">
              <a:extLst>
                <a:ext uri="{FF2B5EF4-FFF2-40B4-BE49-F238E27FC236}">
                  <a16:creationId xmlns:a16="http://schemas.microsoft.com/office/drawing/2014/main" id="{C9F0559D-B19E-4729-8727-7C58D48364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0" name="Freeform 10">
              <a:extLst>
                <a:ext uri="{FF2B5EF4-FFF2-40B4-BE49-F238E27FC236}">
                  <a16:creationId xmlns:a16="http://schemas.microsoft.com/office/drawing/2014/main" id="{CA838872-0F5E-431E-9607-C1F2F3BFD9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1" name="Freeform 11">
              <a:extLst>
                <a:ext uri="{FF2B5EF4-FFF2-40B4-BE49-F238E27FC236}">
                  <a16:creationId xmlns:a16="http://schemas.microsoft.com/office/drawing/2014/main" id="{4C4EE19E-F9DE-43CB-B9FA-568A29EFF4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2" name="Freeform 12">
              <a:extLst>
                <a:ext uri="{FF2B5EF4-FFF2-40B4-BE49-F238E27FC236}">
                  <a16:creationId xmlns:a16="http://schemas.microsoft.com/office/drawing/2014/main" id="{2846D1A2-8F1F-4A76-A9D6-7A52E5DD96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3" name="Freeform 13">
              <a:extLst>
                <a:ext uri="{FF2B5EF4-FFF2-40B4-BE49-F238E27FC236}">
                  <a16:creationId xmlns:a16="http://schemas.microsoft.com/office/drawing/2014/main" id="{831E56F7-7026-475C-B029-0BD7774ABE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4" name="Freeform 14">
              <a:extLst>
                <a:ext uri="{FF2B5EF4-FFF2-40B4-BE49-F238E27FC236}">
                  <a16:creationId xmlns:a16="http://schemas.microsoft.com/office/drawing/2014/main" id="{BF7EFABE-1BDA-49DB-980B-7C651070CB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5" name="Freeform 15">
              <a:extLst>
                <a:ext uri="{FF2B5EF4-FFF2-40B4-BE49-F238E27FC236}">
                  <a16:creationId xmlns:a16="http://schemas.microsoft.com/office/drawing/2014/main" id="{6B5CEC9B-0F54-4C9E-85F1-D7DE83C18C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6" name="Freeform 16">
              <a:extLst>
                <a:ext uri="{FF2B5EF4-FFF2-40B4-BE49-F238E27FC236}">
                  <a16:creationId xmlns:a16="http://schemas.microsoft.com/office/drawing/2014/main" id="{A60A3249-E214-4EAD-919F-C7C44FAB7A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7" name="Freeform 17">
              <a:extLst>
                <a:ext uri="{FF2B5EF4-FFF2-40B4-BE49-F238E27FC236}">
                  <a16:creationId xmlns:a16="http://schemas.microsoft.com/office/drawing/2014/main" id="{697C151D-5B52-4341-B42B-45C80974B6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8" name="Freeform 18">
              <a:extLst>
                <a:ext uri="{FF2B5EF4-FFF2-40B4-BE49-F238E27FC236}">
                  <a16:creationId xmlns:a16="http://schemas.microsoft.com/office/drawing/2014/main" id="{7E18978D-54C4-43C7-9BCE-78E1C95294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9" name="Freeform 19">
              <a:extLst>
                <a:ext uri="{FF2B5EF4-FFF2-40B4-BE49-F238E27FC236}">
                  <a16:creationId xmlns:a16="http://schemas.microsoft.com/office/drawing/2014/main" id="{F770C2BF-62E8-414A-A4F3-B64EEEAAB7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0" name="Freeform 20">
              <a:extLst>
                <a:ext uri="{FF2B5EF4-FFF2-40B4-BE49-F238E27FC236}">
                  <a16:creationId xmlns:a16="http://schemas.microsoft.com/office/drawing/2014/main" id="{B5E09B7D-728B-4465-9E92-EDF90C3198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1" name="Rectangle 21">
              <a:extLst>
                <a:ext uri="{FF2B5EF4-FFF2-40B4-BE49-F238E27FC236}">
                  <a16:creationId xmlns:a16="http://schemas.microsoft.com/office/drawing/2014/main" id="{9DB1CE65-2195-414E-96DE-C06E9744046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2" name="Freeform 22">
              <a:extLst>
                <a:ext uri="{FF2B5EF4-FFF2-40B4-BE49-F238E27FC236}">
                  <a16:creationId xmlns:a16="http://schemas.microsoft.com/office/drawing/2014/main" id="{9660DD50-5B33-42A8-97CA-68C07E83F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3" name="Freeform 23">
              <a:extLst>
                <a:ext uri="{FF2B5EF4-FFF2-40B4-BE49-F238E27FC236}">
                  <a16:creationId xmlns:a16="http://schemas.microsoft.com/office/drawing/2014/main" id="{517E12D9-20E8-44D0-B8DF-2D4607569B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4" name="Freeform 24">
              <a:extLst>
                <a:ext uri="{FF2B5EF4-FFF2-40B4-BE49-F238E27FC236}">
                  <a16:creationId xmlns:a16="http://schemas.microsoft.com/office/drawing/2014/main" id="{7DF76A7B-42F4-464C-95E2-5E57BE595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5" name="Freeform 25">
              <a:extLst>
                <a:ext uri="{FF2B5EF4-FFF2-40B4-BE49-F238E27FC236}">
                  <a16:creationId xmlns:a16="http://schemas.microsoft.com/office/drawing/2014/main" id="{8453E42F-0789-42EF-BF57-BBDBB4AD85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6" name="Freeform 26">
              <a:extLst>
                <a:ext uri="{FF2B5EF4-FFF2-40B4-BE49-F238E27FC236}">
                  <a16:creationId xmlns:a16="http://schemas.microsoft.com/office/drawing/2014/main" id="{50204653-0365-48D9-9AB2-DA947684939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7" name="Freeform 27">
              <a:extLst>
                <a:ext uri="{FF2B5EF4-FFF2-40B4-BE49-F238E27FC236}">
                  <a16:creationId xmlns:a16="http://schemas.microsoft.com/office/drawing/2014/main" id="{44C5F707-0B4D-42D2-875F-AC0CD3604D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8" name="Freeform 28">
              <a:extLst>
                <a:ext uri="{FF2B5EF4-FFF2-40B4-BE49-F238E27FC236}">
                  <a16:creationId xmlns:a16="http://schemas.microsoft.com/office/drawing/2014/main" id="{07EB4E8B-44AC-49EC-936A-320A5004D8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9" name="Freeform 29">
              <a:extLst>
                <a:ext uri="{FF2B5EF4-FFF2-40B4-BE49-F238E27FC236}">
                  <a16:creationId xmlns:a16="http://schemas.microsoft.com/office/drawing/2014/main" id="{B90F8AFC-C8A9-4376-A2A0-6062E3F41A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0" name="Freeform 30">
              <a:extLst>
                <a:ext uri="{FF2B5EF4-FFF2-40B4-BE49-F238E27FC236}">
                  <a16:creationId xmlns:a16="http://schemas.microsoft.com/office/drawing/2014/main" id="{9EB36DC0-2361-4575-AD0C-714E2CD63C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1" name="Freeform 31">
              <a:extLst>
                <a:ext uri="{FF2B5EF4-FFF2-40B4-BE49-F238E27FC236}">
                  <a16:creationId xmlns:a16="http://schemas.microsoft.com/office/drawing/2014/main" id="{4F0BE09D-B550-4AC6-AFD6-580B6C9C34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2" name="Freeform 32">
              <a:extLst>
                <a:ext uri="{FF2B5EF4-FFF2-40B4-BE49-F238E27FC236}">
                  <a16:creationId xmlns:a16="http://schemas.microsoft.com/office/drawing/2014/main" id="{4BDF75F4-FDE8-4D34-A542-EA629B2523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3" name="Freeform 34">
              <a:extLst>
                <a:ext uri="{FF2B5EF4-FFF2-40B4-BE49-F238E27FC236}">
                  <a16:creationId xmlns:a16="http://schemas.microsoft.com/office/drawing/2014/main" id="{EDD0E1A7-A5CD-445B-AD4F-B038F8B3B2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4" name="Freeform 35">
              <a:extLst>
                <a:ext uri="{FF2B5EF4-FFF2-40B4-BE49-F238E27FC236}">
                  <a16:creationId xmlns:a16="http://schemas.microsoft.com/office/drawing/2014/main" id="{68A4B0F3-4A42-4ECA-BC4A-88D4805385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5" name="Freeform 36">
              <a:extLst>
                <a:ext uri="{FF2B5EF4-FFF2-40B4-BE49-F238E27FC236}">
                  <a16:creationId xmlns:a16="http://schemas.microsoft.com/office/drawing/2014/main" id="{D1D31D11-1B5E-41BC-B938-AA21B99EB9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6" name="Freeform 37">
              <a:extLst>
                <a:ext uri="{FF2B5EF4-FFF2-40B4-BE49-F238E27FC236}">
                  <a16:creationId xmlns:a16="http://schemas.microsoft.com/office/drawing/2014/main" id="{E37BA9FC-235E-47AE-9FB8-A705793CA1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7" name="Freeform 38">
              <a:extLst>
                <a:ext uri="{FF2B5EF4-FFF2-40B4-BE49-F238E27FC236}">
                  <a16:creationId xmlns:a16="http://schemas.microsoft.com/office/drawing/2014/main" id="{457E7A92-6308-4DE3-A895-AA62960D05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8" name="Freeform 39">
              <a:extLst>
                <a:ext uri="{FF2B5EF4-FFF2-40B4-BE49-F238E27FC236}">
                  <a16:creationId xmlns:a16="http://schemas.microsoft.com/office/drawing/2014/main" id="{AA31D295-E8BE-42B4-B0C2-CAD8D1A6F8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9" name="Freeform 40">
              <a:extLst>
                <a:ext uri="{FF2B5EF4-FFF2-40B4-BE49-F238E27FC236}">
                  <a16:creationId xmlns:a16="http://schemas.microsoft.com/office/drawing/2014/main" id="{DF368E95-4C33-437F-8F61-67CCA09D15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0" name="Freeform 41">
              <a:extLst>
                <a:ext uri="{FF2B5EF4-FFF2-40B4-BE49-F238E27FC236}">
                  <a16:creationId xmlns:a16="http://schemas.microsoft.com/office/drawing/2014/main" id="{D81DA87D-C6ED-41B0-87B3-30BBA06D9B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1" name="Freeform 42">
              <a:extLst>
                <a:ext uri="{FF2B5EF4-FFF2-40B4-BE49-F238E27FC236}">
                  <a16:creationId xmlns:a16="http://schemas.microsoft.com/office/drawing/2014/main" id="{4C42D249-9DC3-49B6-AE7F-142CED6A7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2" name="Freeform 43">
              <a:extLst>
                <a:ext uri="{FF2B5EF4-FFF2-40B4-BE49-F238E27FC236}">
                  <a16:creationId xmlns:a16="http://schemas.microsoft.com/office/drawing/2014/main" id="{2EEAC508-55F1-4816-9877-3ACF9A67A5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3" name="Freeform 44">
              <a:extLst>
                <a:ext uri="{FF2B5EF4-FFF2-40B4-BE49-F238E27FC236}">
                  <a16:creationId xmlns:a16="http://schemas.microsoft.com/office/drawing/2014/main" id="{02575FC1-7E5D-46CB-B78D-07BD3DD693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4" name="Freeform 45">
              <a:extLst>
                <a:ext uri="{FF2B5EF4-FFF2-40B4-BE49-F238E27FC236}">
                  <a16:creationId xmlns:a16="http://schemas.microsoft.com/office/drawing/2014/main" id="{1547C591-B65D-45F5-8037-8FD9F4B601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5" name="Freeform 46">
              <a:extLst>
                <a:ext uri="{FF2B5EF4-FFF2-40B4-BE49-F238E27FC236}">
                  <a16:creationId xmlns:a16="http://schemas.microsoft.com/office/drawing/2014/main" id="{1D4CFCC4-881A-4F8A-ABC9-F479B56C3B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6" name="Freeform 47">
              <a:extLst>
                <a:ext uri="{FF2B5EF4-FFF2-40B4-BE49-F238E27FC236}">
                  <a16:creationId xmlns:a16="http://schemas.microsoft.com/office/drawing/2014/main" id="{F6ABED90-5364-4FA5-9105-45E212E7DF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7" name="Freeform 48">
              <a:extLst>
                <a:ext uri="{FF2B5EF4-FFF2-40B4-BE49-F238E27FC236}">
                  <a16:creationId xmlns:a16="http://schemas.microsoft.com/office/drawing/2014/main" id="{9822A435-40D7-4DB0-8060-4B4DA0F8AC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8" name="Freeform 49">
              <a:extLst>
                <a:ext uri="{FF2B5EF4-FFF2-40B4-BE49-F238E27FC236}">
                  <a16:creationId xmlns:a16="http://schemas.microsoft.com/office/drawing/2014/main" id="{98D106D0-75BB-4AE3-830A-AFE45B6486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9" name="Freeform 50">
              <a:extLst>
                <a:ext uri="{FF2B5EF4-FFF2-40B4-BE49-F238E27FC236}">
                  <a16:creationId xmlns:a16="http://schemas.microsoft.com/office/drawing/2014/main" id="{3309DCB5-3856-47AF-AD5E-31FE974090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0" name="Freeform 51">
              <a:extLst>
                <a:ext uri="{FF2B5EF4-FFF2-40B4-BE49-F238E27FC236}">
                  <a16:creationId xmlns:a16="http://schemas.microsoft.com/office/drawing/2014/main" id="{026D4969-1646-4A9A-811F-E6B86284A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1" name="Freeform 52">
              <a:extLst>
                <a:ext uri="{FF2B5EF4-FFF2-40B4-BE49-F238E27FC236}">
                  <a16:creationId xmlns:a16="http://schemas.microsoft.com/office/drawing/2014/main" id="{D309E21A-B33A-4BCA-9284-DB988DF01B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2" name="Freeform 53">
              <a:extLst>
                <a:ext uri="{FF2B5EF4-FFF2-40B4-BE49-F238E27FC236}">
                  <a16:creationId xmlns:a16="http://schemas.microsoft.com/office/drawing/2014/main" id="{011B6EB2-2138-4E4D-A71C-0F2EC621F7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3" name="Freeform 54">
              <a:extLst>
                <a:ext uri="{FF2B5EF4-FFF2-40B4-BE49-F238E27FC236}">
                  <a16:creationId xmlns:a16="http://schemas.microsoft.com/office/drawing/2014/main" id="{639A836C-C974-410C-9E74-B66937EB9D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4" name="Freeform 55">
              <a:extLst>
                <a:ext uri="{FF2B5EF4-FFF2-40B4-BE49-F238E27FC236}">
                  <a16:creationId xmlns:a16="http://schemas.microsoft.com/office/drawing/2014/main" id="{E340CF28-83CF-4D13-8B32-E1B3782800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5" name="Freeform 56">
              <a:extLst>
                <a:ext uri="{FF2B5EF4-FFF2-40B4-BE49-F238E27FC236}">
                  <a16:creationId xmlns:a16="http://schemas.microsoft.com/office/drawing/2014/main" id="{778A1410-34C6-49E3-A7FB-1749982F00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6" name="Freeform 57">
              <a:extLst>
                <a:ext uri="{FF2B5EF4-FFF2-40B4-BE49-F238E27FC236}">
                  <a16:creationId xmlns:a16="http://schemas.microsoft.com/office/drawing/2014/main" id="{8F7EEEA7-84B4-4DED-BBDA-C1D465B0FF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7" name="Freeform 58">
              <a:extLst>
                <a:ext uri="{FF2B5EF4-FFF2-40B4-BE49-F238E27FC236}">
                  <a16:creationId xmlns:a16="http://schemas.microsoft.com/office/drawing/2014/main" id="{AB78D163-693F-4F95-96B7-C58597B686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8" name="Freeform 59">
              <a:extLst>
                <a:ext uri="{FF2B5EF4-FFF2-40B4-BE49-F238E27FC236}">
                  <a16:creationId xmlns:a16="http://schemas.microsoft.com/office/drawing/2014/main" id="{7B306C40-1949-4C91-B5B8-79A417CE74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9" name="Freeform 60">
              <a:extLst>
                <a:ext uri="{FF2B5EF4-FFF2-40B4-BE49-F238E27FC236}">
                  <a16:creationId xmlns:a16="http://schemas.microsoft.com/office/drawing/2014/main" id="{DE472E62-8046-470C-9B88-895A12A4B0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0" name="Freeform 61">
              <a:extLst>
                <a:ext uri="{FF2B5EF4-FFF2-40B4-BE49-F238E27FC236}">
                  <a16:creationId xmlns:a16="http://schemas.microsoft.com/office/drawing/2014/main" id="{38C00FE9-A56B-4921-B0D7-C31C1334F5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1" name="Freeform 62">
              <a:extLst>
                <a:ext uri="{FF2B5EF4-FFF2-40B4-BE49-F238E27FC236}">
                  <a16:creationId xmlns:a16="http://schemas.microsoft.com/office/drawing/2014/main" id="{22A4FF45-2458-4BD5-95F2-39A13A801D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29156360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3F1C04-3200-4425-86D0-2F9E2EAC9EF4}"/>
              </a:ext>
            </a:extLst>
          </p:cNvPr>
          <p:cNvSpPr/>
          <p:nvPr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2487775"/>
            <a:ext cx="3579152" cy="227293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Aft>
                <a:spcPts val="1200"/>
              </a:spcAft>
              <a:buNone/>
              <a:defRPr sz="3800" b="1">
                <a:solidFill>
                  <a:schemeClr val="bg1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146" name="Text Placeholder 135">
            <a:extLst>
              <a:ext uri="{FF2B5EF4-FFF2-40B4-BE49-F238E27FC236}">
                <a16:creationId xmlns:a16="http://schemas.microsoft.com/office/drawing/2014/main" id="{56E7987E-D425-4641-A476-A2F2AFEFA9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6247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147" name="Text Placeholder 140">
            <a:extLst>
              <a:ext uri="{FF2B5EF4-FFF2-40B4-BE49-F238E27FC236}">
                <a16:creationId xmlns:a16="http://schemas.microsoft.com/office/drawing/2014/main" id="{74859718-6497-4295-886B-BD752B23C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47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grpSp>
        <p:nvGrpSpPr>
          <p:cNvPr id="139" name="Group 4">
            <a:extLst>
              <a:ext uri="{FF2B5EF4-FFF2-40B4-BE49-F238E27FC236}">
                <a16:creationId xmlns:a16="http://schemas.microsoft.com/office/drawing/2014/main" id="{D3C3B792-698C-4BC7-AB47-C8E71AA3445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189" name="AutoShape 3">
              <a:extLst>
                <a:ext uri="{FF2B5EF4-FFF2-40B4-BE49-F238E27FC236}">
                  <a16:creationId xmlns:a16="http://schemas.microsoft.com/office/drawing/2014/main" id="{F1144B68-F3AB-4FC0-BDB5-7E64FCFA89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0" name="Rectangle 5">
              <a:extLst>
                <a:ext uri="{FF2B5EF4-FFF2-40B4-BE49-F238E27FC236}">
                  <a16:creationId xmlns:a16="http://schemas.microsoft.com/office/drawing/2014/main" id="{DB1CA0BC-10A9-4815-AEF4-80A802AE1AE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1" name="Freeform 6">
              <a:extLst>
                <a:ext uri="{FF2B5EF4-FFF2-40B4-BE49-F238E27FC236}">
                  <a16:creationId xmlns:a16="http://schemas.microsoft.com/office/drawing/2014/main" id="{6E1FC530-9D25-4AFE-92F1-AA5B48437B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2" name="Freeform 7">
              <a:extLst>
                <a:ext uri="{FF2B5EF4-FFF2-40B4-BE49-F238E27FC236}">
                  <a16:creationId xmlns:a16="http://schemas.microsoft.com/office/drawing/2014/main" id="{E5C9C0C4-A825-47A4-80DA-189FD4CDE7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3" name="Freeform 8">
              <a:extLst>
                <a:ext uri="{FF2B5EF4-FFF2-40B4-BE49-F238E27FC236}">
                  <a16:creationId xmlns:a16="http://schemas.microsoft.com/office/drawing/2014/main" id="{BF404745-ED8B-4880-AA08-7FB593373B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4" name="Freeform 9">
              <a:extLst>
                <a:ext uri="{FF2B5EF4-FFF2-40B4-BE49-F238E27FC236}">
                  <a16:creationId xmlns:a16="http://schemas.microsoft.com/office/drawing/2014/main" id="{3012DFAC-9036-4733-B93A-67CAA6065A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5" name="Freeform 10">
              <a:extLst>
                <a:ext uri="{FF2B5EF4-FFF2-40B4-BE49-F238E27FC236}">
                  <a16:creationId xmlns:a16="http://schemas.microsoft.com/office/drawing/2014/main" id="{62CE831A-B761-4D49-94FE-CD1FF83810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6" name="Freeform 11">
              <a:extLst>
                <a:ext uri="{FF2B5EF4-FFF2-40B4-BE49-F238E27FC236}">
                  <a16:creationId xmlns:a16="http://schemas.microsoft.com/office/drawing/2014/main" id="{4060AB50-F13B-4CAE-901B-119BFD5541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7" name="Freeform 12">
              <a:extLst>
                <a:ext uri="{FF2B5EF4-FFF2-40B4-BE49-F238E27FC236}">
                  <a16:creationId xmlns:a16="http://schemas.microsoft.com/office/drawing/2014/main" id="{162D76C8-1A91-43A1-B2FA-120613EAC3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8" name="Freeform 13">
              <a:extLst>
                <a:ext uri="{FF2B5EF4-FFF2-40B4-BE49-F238E27FC236}">
                  <a16:creationId xmlns:a16="http://schemas.microsoft.com/office/drawing/2014/main" id="{A867129F-9514-4F98-861D-4935041756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9" name="Freeform 14">
              <a:extLst>
                <a:ext uri="{FF2B5EF4-FFF2-40B4-BE49-F238E27FC236}">
                  <a16:creationId xmlns:a16="http://schemas.microsoft.com/office/drawing/2014/main" id="{179BCBE1-F15B-452A-9454-5A9D9263443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0" name="Freeform 15">
              <a:extLst>
                <a:ext uri="{FF2B5EF4-FFF2-40B4-BE49-F238E27FC236}">
                  <a16:creationId xmlns:a16="http://schemas.microsoft.com/office/drawing/2014/main" id="{DE02BC67-4E10-445C-9BF2-905266BF2A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1" name="Freeform 16">
              <a:extLst>
                <a:ext uri="{FF2B5EF4-FFF2-40B4-BE49-F238E27FC236}">
                  <a16:creationId xmlns:a16="http://schemas.microsoft.com/office/drawing/2014/main" id="{D1CDDC45-84E7-48D0-A493-CB35939ACA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2" name="Freeform 17">
              <a:extLst>
                <a:ext uri="{FF2B5EF4-FFF2-40B4-BE49-F238E27FC236}">
                  <a16:creationId xmlns:a16="http://schemas.microsoft.com/office/drawing/2014/main" id="{FA8704D9-4A78-426D-B194-AB6AEAFA46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3" name="Freeform 18">
              <a:extLst>
                <a:ext uri="{FF2B5EF4-FFF2-40B4-BE49-F238E27FC236}">
                  <a16:creationId xmlns:a16="http://schemas.microsoft.com/office/drawing/2014/main" id="{5E07D196-8F38-4460-8C15-EECBE3088D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4" name="Freeform 19">
              <a:extLst>
                <a:ext uri="{FF2B5EF4-FFF2-40B4-BE49-F238E27FC236}">
                  <a16:creationId xmlns:a16="http://schemas.microsoft.com/office/drawing/2014/main" id="{DDD09126-BC8A-4A4C-87B0-84175BDD6E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5" name="Freeform 20">
              <a:extLst>
                <a:ext uri="{FF2B5EF4-FFF2-40B4-BE49-F238E27FC236}">
                  <a16:creationId xmlns:a16="http://schemas.microsoft.com/office/drawing/2014/main" id="{0AC35AB2-A2B5-43E4-8A07-5FF76AB1D9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6" name="Rectangle 21">
              <a:extLst>
                <a:ext uri="{FF2B5EF4-FFF2-40B4-BE49-F238E27FC236}">
                  <a16:creationId xmlns:a16="http://schemas.microsoft.com/office/drawing/2014/main" id="{000AEDDA-4FA6-4D65-B88F-9E0DEA65B80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7" name="Freeform 22">
              <a:extLst>
                <a:ext uri="{FF2B5EF4-FFF2-40B4-BE49-F238E27FC236}">
                  <a16:creationId xmlns:a16="http://schemas.microsoft.com/office/drawing/2014/main" id="{DBB97ECE-A7A8-4866-A47B-56068F861A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8" name="Freeform 23">
              <a:extLst>
                <a:ext uri="{FF2B5EF4-FFF2-40B4-BE49-F238E27FC236}">
                  <a16:creationId xmlns:a16="http://schemas.microsoft.com/office/drawing/2014/main" id="{2ACF1A60-34FB-44A0-86D7-072E098CB5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9" name="Freeform 24">
              <a:extLst>
                <a:ext uri="{FF2B5EF4-FFF2-40B4-BE49-F238E27FC236}">
                  <a16:creationId xmlns:a16="http://schemas.microsoft.com/office/drawing/2014/main" id="{D86E9C6F-1848-4525-9384-03368E8DC2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0" name="Freeform 25">
              <a:extLst>
                <a:ext uri="{FF2B5EF4-FFF2-40B4-BE49-F238E27FC236}">
                  <a16:creationId xmlns:a16="http://schemas.microsoft.com/office/drawing/2014/main" id="{F0B2A1C4-4775-40E9-B622-F705310060C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1" name="Freeform 26">
              <a:extLst>
                <a:ext uri="{FF2B5EF4-FFF2-40B4-BE49-F238E27FC236}">
                  <a16:creationId xmlns:a16="http://schemas.microsoft.com/office/drawing/2014/main" id="{426AD5F6-C8F1-4CB7-AC8A-23C1BA42CD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2" name="Freeform 27">
              <a:extLst>
                <a:ext uri="{FF2B5EF4-FFF2-40B4-BE49-F238E27FC236}">
                  <a16:creationId xmlns:a16="http://schemas.microsoft.com/office/drawing/2014/main" id="{B0ECAB00-918C-4065-B7EB-7655CD9CF0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3" name="Freeform 28">
              <a:extLst>
                <a:ext uri="{FF2B5EF4-FFF2-40B4-BE49-F238E27FC236}">
                  <a16:creationId xmlns:a16="http://schemas.microsoft.com/office/drawing/2014/main" id="{D1D8B02A-1DB2-480F-B6EE-3A23974B89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4" name="Freeform 29">
              <a:extLst>
                <a:ext uri="{FF2B5EF4-FFF2-40B4-BE49-F238E27FC236}">
                  <a16:creationId xmlns:a16="http://schemas.microsoft.com/office/drawing/2014/main" id="{982FB33C-4F8F-439A-A771-348BF42D86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5" name="Freeform 30">
              <a:extLst>
                <a:ext uri="{FF2B5EF4-FFF2-40B4-BE49-F238E27FC236}">
                  <a16:creationId xmlns:a16="http://schemas.microsoft.com/office/drawing/2014/main" id="{D454DB91-C669-405D-AD62-F96718703A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6" name="Freeform 31">
              <a:extLst>
                <a:ext uri="{FF2B5EF4-FFF2-40B4-BE49-F238E27FC236}">
                  <a16:creationId xmlns:a16="http://schemas.microsoft.com/office/drawing/2014/main" id="{0285A4AF-21DD-4EB1-AA08-762FBD3A20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7" name="Freeform 32">
              <a:extLst>
                <a:ext uri="{FF2B5EF4-FFF2-40B4-BE49-F238E27FC236}">
                  <a16:creationId xmlns:a16="http://schemas.microsoft.com/office/drawing/2014/main" id="{0A30254D-7806-43F0-A801-9DE9A17AE7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8" name="Freeform 34">
              <a:extLst>
                <a:ext uri="{FF2B5EF4-FFF2-40B4-BE49-F238E27FC236}">
                  <a16:creationId xmlns:a16="http://schemas.microsoft.com/office/drawing/2014/main" id="{00710D5E-0C7C-405D-8C3E-1B138A2726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9" name="Freeform 35">
              <a:extLst>
                <a:ext uri="{FF2B5EF4-FFF2-40B4-BE49-F238E27FC236}">
                  <a16:creationId xmlns:a16="http://schemas.microsoft.com/office/drawing/2014/main" id="{45980DE5-A695-41D4-B58E-41388D6C9C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0" name="Freeform 36">
              <a:extLst>
                <a:ext uri="{FF2B5EF4-FFF2-40B4-BE49-F238E27FC236}">
                  <a16:creationId xmlns:a16="http://schemas.microsoft.com/office/drawing/2014/main" id="{9F5515FD-58D3-49B5-8DCA-A2C0612500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1" name="Freeform 37">
              <a:extLst>
                <a:ext uri="{FF2B5EF4-FFF2-40B4-BE49-F238E27FC236}">
                  <a16:creationId xmlns:a16="http://schemas.microsoft.com/office/drawing/2014/main" id="{E65F5310-B34D-48B6-BB72-5824A90CA7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2" name="Freeform 38">
              <a:extLst>
                <a:ext uri="{FF2B5EF4-FFF2-40B4-BE49-F238E27FC236}">
                  <a16:creationId xmlns:a16="http://schemas.microsoft.com/office/drawing/2014/main" id="{34B7A193-8B0F-4830-B860-04F654C0EF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3" name="Freeform 39">
              <a:extLst>
                <a:ext uri="{FF2B5EF4-FFF2-40B4-BE49-F238E27FC236}">
                  <a16:creationId xmlns:a16="http://schemas.microsoft.com/office/drawing/2014/main" id="{E17F19F7-E66B-4348-9126-4760CECBB2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4" name="Freeform 40">
              <a:extLst>
                <a:ext uri="{FF2B5EF4-FFF2-40B4-BE49-F238E27FC236}">
                  <a16:creationId xmlns:a16="http://schemas.microsoft.com/office/drawing/2014/main" id="{B1A5512D-9F93-43B4-8866-823F4D2000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5" name="Freeform 41">
              <a:extLst>
                <a:ext uri="{FF2B5EF4-FFF2-40B4-BE49-F238E27FC236}">
                  <a16:creationId xmlns:a16="http://schemas.microsoft.com/office/drawing/2014/main" id="{0B1CF15D-B9CB-41DB-B8CC-E7782B62C6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6" name="Freeform 42">
              <a:extLst>
                <a:ext uri="{FF2B5EF4-FFF2-40B4-BE49-F238E27FC236}">
                  <a16:creationId xmlns:a16="http://schemas.microsoft.com/office/drawing/2014/main" id="{29F228CC-1FD8-4363-AE7A-88B9DE20A6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7" name="Freeform 43">
              <a:extLst>
                <a:ext uri="{FF2B5EF4-FFF2-40B4-BE49-F238E27FC236}">
                  <a16:creationId xmlns:a16="http://schemas.microsoft.com/office/drawing/2014/main" id="{5C5ABF27-F04C-4B3A-8D23-99291DA991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8" name="Freeform 44">
              <a:extLst>
                <a:ext uri="{FF2B5EF4-FFF2-40B4-BE49-F238E27FC236}">
                  <a16:creationId xmlns:a16="http://schemas.microsoft.com/office/drawing/2014/main" id="{73849F8F-BA7F-4A94-BC3D-74DDA3CA02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9" name="Freeform 45">
              <a:extLst>
                <a:ext uri="{FF2B5EF4-FFF2-40B4-BE49-F238E27FC236}">
                  <a16:creationId xmlns:a16="http://schemas.microsoft.com/office/drawing/2014/main" id="{D57F78E2-9509-4870-B404-467A5C44C2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0" name="Freeform 46">
              <a:extLst>
                <a:ext uri="{FF2B5EF4-FFF2-40B4-BE49-F238E27FC236}">
                  <a16:creationId xmlns:a16="http://schemas.microsoft.com/office/drawing/2014/main" id="{2A6B04D5-A08E-4CE2-AD1F-DBA8858BEB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1" name="Freeform 47">
              <a:extLst>
                <a:ext uri="{FF2B5EF4-FFF2-40B4-BE49-F238E27FC236}">
                  <a16:creationId xmlns:a16="http://schemas.microsoft.com/office/drawing/2014/main" id="{0CA78EF8-ED6E-45F1-A49B-6DD19E31D4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2" name="Freeform 48">
              <a:extLst>
                <a:ext uri="{FF2B5EF4-FFF2-40B4-BE49-F238E27FC236}">
                  <a16:creationId xmlns:a16="http://schemas.microsoft.com/office/drawing/2014/main" id="{A57AD615-01C2-47B5-A0EB-A98FAB2420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3" name="Freeform 49">
              <a:extLst>
                <a:ext uri="{FF2B5EF4-FFF2-40B4-BE49-F238E27FC236}">
                  <a16:creationId xmlns:a16="http://schemas.microsoft.com/office/drawing/2014/main" id="{55F52E64-BCB6-450A-A3B9-C5856F86FD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4" name="Freeform 50">
              <a:extLst>
                <a:ext uri="{FF2B5EF4-FFF2-40B4-BE49-F238E27FC236}">
                  <a16:creationId xmlns:a16="http://schemas.microsoft.com/office/drawing/2014/main" id="{FE8DED9C-BC2F-4E90-AF3B-4FF92BFBEA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5" name="Freeform 51">
              <a:extLst>
                <a:ext uri="{FF2B5EF4-FFF2-40B4-BE49-F238E27FC236}">
                  <a16:creationId xmlns:a16="http://schemas.microsoft.com/office/drawing/2014/main" id="{DFAC6AEA-F0C8-49D8-8D23-8F1ABED54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6" name="Freeform 52">
              <a:extLst>
                <a:ext uri="{FF2B5EF4-FFF2-40B4-BE49-F238E27FC236}">
                  <a16:creationId xmlns:a16="http://schemas.microsoft.com/office/drawing/2014/main" id="{94784C7C-B8A9-41FB-B6DD-07C0D21FE9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7" name="Freeform 53">
              <a:extLst>
                <a:ext uri="{FF2B5EF4-FFF2-40B4-BE49-F238E27FC236}">
                  <a16:creationId xmlns:a16="http://schemas.microsoft.com/office/drawing/2014/main" id="{DD3A09B1-9740-4B7F-ADCB-6967BBD872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8" name="Freeform 54">
              <a:extLst>
                <a:ext uri="{FF2B5EF4-FFF2-40B4-BE49-F238E27FC236}">
                  <a16:creationId xmlns:a16="http://schemas.microsoft.com/office/drawing/2014/main" id="{5D76697D-E67D-4DBE-9B4E-C9C6303D13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9" name="Freeform 55">
              <a:extLst>
                <a:ext uri="{FF2B5EF4-FFF2-40B4-BE49-F238E27FC236}">
                  <a16:creationId xmlns:a16="http://schemas.microsoft.com/office/drawing/2014/main" id="{3D6D6FE0-1DC5-4D12-9C4D-F201F793AC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0" name="Freeform 56">
              <a:extLst>
                <a:ext uri="{FF2B5EF4-FFF2-40B4-BE49-F238E27FC236}">
                  <a16:creationId xmlns:a16="http://schemas.microsoft.com/office/drawing/2014/main" id="{F97BE177-7241-4BB5-95E3-C738C0DEA2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1" name="Freeform 57">
              <a:extLst>
                <a:ext uri="{FF2B5EF4-FFF2-40B4-BE49-F238E27FC236}">
                  <a16:creationId xmlns:a16="http://schemas.microsoft.com/office/drawing/2014/main" id="{B312547D-8055-4202-B3C2-8163B48F6E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2" name="Freeform 58">
              <a:extLst>
                <a:ext uri="{FF2B5EF4-FFF2-40B4-BE49-F238E27FC236}">
                  <a16:creationId xmlns:a16="http://schemas.microsoft.com/office/drawing/2014/main" id="{C48F8059-7D4B-4B04-8A12-C162D91D5D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3" name="Freeform 59">
              <a:extLst>
                <a:ext uri="{FF2B5EF4-FFF2-40B4-BE49-F238E27FC236}">
                  <a16:creationId xmlns:a16="http://schemas.microsoft.com/office/drawing/2014/main" id="{E26410F2-EB45-4288-9F0D-893860511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4" name="Freeform 60">
              <a:extLst>
                <a:ext uri="{FF2B5EF4-FFF2-40B4-BE49-F238E27FC236}">
                  <a16:creationId xmlns:a16="http://schemas.microsoft.com/office/drawing/2014/main" id="{6C0E53F1-9B8F-4865-85ED-193C56960D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5" name="Freeform 61">
              <a:extLst>
                <a:ext uri="{FF2B5EF4-FFF2-40B4-BE49-F238E27FC236}">
                  <a16:creationId xmlns:a16="http://schemas.microsoft.com/office/drawing/2014/main" id="{59D3D0CD-1B8D-4C2B-8D0A-D68187B7D4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6" name="Freeform 62">
              <a:extLst>
                <a:ext uri="{FF2B5EF4-FFF2-40B4-BE49-F238E27FC236}">
                  <a16:creationId xmlns:a16="http://schemas.microsoft.com/office/drawing/2014/main" id="{0A819554-1D18-455B-B0DB-80E67DC04F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  <p:sp>
        <p:nvSpPr>
          <p:cNvPr id="252" name="Picture Placeholder 251">
            <a:extLst>
              <a:ext uri="{FF2B5EF4-FFF2-40B4-BE49-F238E27FC236}">
                <a16:creationId xmlns:a16="http://schemas.microsoft.com/office/drawing/2014/main" id="{9543297A-9A00-45E2-9D6B-76630245E46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</p:spTree>
    <p:extLst>
      <p:ext uri="{BB962C8B-B14F-4D97-AF65-F5344CB8AC3E}">
        <p14:creationId xmlns:p14="http://schemas.microsoft.com/office/powerpoint/2010/main" val="3281516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45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A9561C-11B4-4CC4-B271-3E59C981A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2" y="395066"/>
            <a:ext cx="7520001" cy="88736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81F4D-4B89-424A-BC66-199E1E666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571" y="1532415"/>
            <a:ext cx="8467006" cy="43769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  <a:p>
            <a:pPr lvl="5"/>
            <a:r>
              <a:rPr lang="en-AU" noProof="0" dirty="0"/>
              <a:t>Six</a:t>
            </a:r>
          </a:p>
          <a:p>
            <a:pPr lvl="6"/>
            <a:r>
              <a:rPr lang="en-AU" noProof="0" dirty="0"/>
              <a:t>Seven</a:t>
            </a:r>
          </a:p>
          <a:p>
            <a:pPr lvl="7"/>
            <a:r>
              <a:rPr lang="en-AU" noProof="0" dirty="0"/>
              <a:t>Eight</a:t>
            </a:r>
          </a:p>
          <a:p>
            <a:pPr lvl="8"/>
            <a:r>
              <a:rPr lang="en-AU" noProof="0" dirty="0"/>
              <a:t>nine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D8956-3042-4F51-A765-52197DEBA8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09737" y="6172508"/>
            <a:ext cx="186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15C1EA3C-26E9-4B87-838B-C7B127160328}" type="datetime1">
              <a:rPr lang="en-AU" noProof="0" smtClean="0"/>
              <a:t>10/7/2023</a:t>
            </a:fld>
            <a:endParaRPr lang="en-AU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DE430-5DBA-4DE1-9C36-C5FAED4EA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571" y="6172508"/>
            <a:ext cx="59358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AU" noProof="0" dirty="0"/>
              <a:t>Semester 1,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2F550-8FDF-4424-AA18-C45633333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20048" y="6172508"/>
            <a:ext cx="56526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  <p:grpSp>
        <p:nvGrpSpPr>
          <p:cNvPr id="243" name="Group 4">
            <a:extLst>
              <a:ext uri="{FF2B5EF4-FFF2-40B4-BE49-F238E27FC236}">
                <a16:creationId xmlns:a16="http://schemas.microsoft.com/office/drawing/2014/main" id="{10B109AB-C874-4A80-A1E4-F3A3AC0E449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3071" y="432000"/>
            <a:ext cx="718160" cy="720000"/>
            <a:chOff x="2864" y="1181"/>
            <a:chExt cx="1952" cy="1957"/>
          </a:xfrm>
        </p:grpSpPr>
        <p:sp>
          <p:nvSpPr>
            <p:cNvPr id="244" name="AutoShape 3">
              <a:extLst>
                <a:ext uri="{FF2B5EF4-FFF2-40B4-BE49-F238E27FC236}">
                  <a16:creationId xmlns:a16="http://schemas.microsoft.com/office/drawing/2014/main" id="{7EB6AC4B-8B74-448B-AA29-8C83B2CD6BD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5" name="Rectangle 5">
              <a:extLst>
                <a:ext uri="{FF2B5EF4-FFF2-40B4-BE49-F238E27FC236}">
                  <a16:creationId xmlns:a16="http://schemas.microsoft.com/office/drawing/2014/main" id="{818B5319-6FEE-4850-89C9-467814391D6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6" name="Freeform 6">
              <a:extLst>
                <a:ext uri="{FF2B5EF4-FFF2-40B4-BE49-F238E27FC236}">
                  <a16:creationId xmlns:a16="http://schemas.microsoft.com/office/drawing/2014/main" id="{0AF01425-EE43-40DE-957E-6EC99E3880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7" name="Freeform 7">
              <a:extLst>
                <a:ext uri="{FF2B5EF4-FFF2-40B4-BE49-F238E27FC236}">
                  <a16:creationId xmlns:a16="http://schemas.microsoft.com/office/drawing/2014/main" id="{AD36EF20-735B-4B32-97EA-92986DF06D9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8" name="Freeform 8">
              <a:extLst>
                <a:ext uri="{FF2B5EF4-FFF2-40B4-BE49-F238E27FC236}">
                  <a16:creationId xmlns:a16="http://schemas.microsoft.com/office/drawing/2014/main" id="{CE12F0BB-70E6-459F-A657-3727377649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9" name="Freeform 9">
              <a:extLst>
                <a:ext uri="{FF2B5EF4-FFF2-40B4-BE49-F238E27FC236}">
                  <a16:creationId xmlns:a16="http://schemas.microsoft.com/office/drawing/2014/main" id="{4DEA87C4-A8B0-4BAB-B44D-7553C0C5EE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0" name="Freeform 10">
              <a:extLst>
                <a:ext uri="{FF2B5EF4-FFF2-40B4-BE49-F238E27FC236}">
                  <a16:creationId xmlns:a16="http://schemas.microsoft.com/office/drawing/2014/main" id="{3B2109E3-4D96-46F3-80CA-36C469DBA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1" name="Freeform 11">
              <a:extLst>
                <a:ext uri="{FF2B5EF4-FFF2-40B4-BE49-F238E27FC236}">
                  <a16:creationId xmlns:a16="http://schemas.microsoft.com/office/drawing/2014/main" id="{9A65ABD4-2F80-48ED-9586-996B6D4B25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2" name="Freeform 12">
              <a:extLst>
                <a:ext uri="{FF2B5EF4-FFF2-40B4-BE49-F238E27FC236}">
                  <a16:creationId xmlns:a16="http://schemas.microsoft.com/office/drawing/2014/main" id="{010AD24B-1B5A-4AE2-88DA-B6DA4AE7F6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3" name="Freeform 13">
              <a:extLst>
                <a:ext uri="{FF2B5EF4-FFF2-40B4-BE49-F238E27FC236}">
                  <a16:creationId xmlns:a16="http://schemas.microsoft.com/office/drawing/2014/main" id="{C26A18C3-B362-4583-899A-39A3B1FF6F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4" name="Freeform 14">
              <a:extLst>
                <a:ext uri="{FF2B5EF4-FFF2-40B4-BE49-F238E27FC236}">
                  <a16:creationId xmlns:a16="http://schemas.microsoft.com/office/drawing/2014/main" id="{75A20202-BC46-45E6-80A6-208C5A1870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5" name="Freeform 15">
              <a:extLst>
                <a:ext uri="{FF2B5EF4-FFF2-40B4-BE49-F238E27FC236}">
                  <a16:creationId xmlns:a16="http://schemas.microsoft.com/office/drawing/2014/main" id="{084CB548-6EDD-451D-86B2-60E12A8AF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6" name="Freeform 16">
              <a:extLst>
                <a:ext uri="{FF2B5EF4-FFF2-40B4-BE49-F238E27FC236}">
                  <a16:creationId xmlns:a16="http://schemas.microsoft.com/office/drawing/2014/main" id="{25F8FFA1-05FF-4B87-8A08-8F93112C09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7" name="Freeform 17">
              <a:extLst>
                <a:ext uri="{FF2B5EF4-FFF2-40B4-BE49-F238E27FC236}">
                  <a16:creationId xmlns:a16="http://schemas.microsoft.com/office/drawing/2014/main" id="{9DE83C18-5C9D-456C-BD2F-04E4DC7E82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8" name="Freeform 18">
              <a:extLst>
                <a:ext uri="{FF2B5EF4-FFF2-40B4-BE49-F238E27FC236}">
                  <a16:creationId xmlns:a16="http://schemas.microsoft.com/office/drawing/2014/main" id="{3D9729A0-7431-42D6-B3C0-A50B1F37BD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9" name="Freeform 19">
              <a:extLst>
                <a:ext uri="{FF2B5EF4-FFF2-40B4-BE49-F238E27FC236}">
                  <a16:creationId xmlns:a16="http://schemas.microsoft.com/office/drawing/2014/main" id="{5B283A52-6ECA-44BC-88FB-D25C3551D6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0" name="Freeform 20">
              <a:extLst>
                <a:ext uri="{FF2B5EF4-FFF2-40B4-BE49-F238E27FC236}">
                  <a16:creationId xmlns:a16="http://schemas.microsoft.com/office/drawing/2014/main" id="{E8973538-4017-4AD4-9B9C-8299C4D413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1" name="Rectangle 21">
              <a:extLst>
                <a:ext uri="{FF2B5EF4-FFF2-40B4-BE49-F238E27FC236}">
                  <a16:creationId xmlns:a16="http://schemas.microsoft.com/office/drawing/2014/main" id="{ED45594E-FE63-4B02-8BFE-F27623E005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2" name="Freeform 22">
              <a:extLst>
                <a:ext uri="{FF2B5EF4-FFF2-40B4-BE49-F238E27FC236}">
                  <a16:creationId xmlns:a16="http://schemas.microsoft.com/office/drawing/2014/main" id="{032C4DC5-4FC3-4CD6-A5F9-D68CB605F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3" name="Freeform 23">
              <a:extLst>
                <a:ext uri="{FF2B5EF4-FFF2-40B4-BE49-F238E27FC236}">
                  <a16:creationId xmlns:a16="http://schemas.microsoft.com/office/drawing/2014/main" id="{FA4D9B53-5E07-4261-9BCE-D261EA4D5B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4" name="Freeform 24">
              <a:extLst>
                <a:ext uri="{FF2B5EF4-FFF2-40B4-BE49-F238E27FC236}">
                  <a16:creationId xmlns:a16="http://schemas.microsoft.com/office/drawing/2014/main" id="{41D3032E-CDEE-4628-97B5-20B5ED1619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5" name="Freeform 25">
              <a:extLst>
                <a:ext uri="{FF2B5EF4-FFF2-40B4-BE49-F238E27FC236}">
                  <a16:creationId xmlns:a16="http://schemas.microsoft.com/office/drawing/2014/main" id="{96C04E23-D084-4BA4-8698-55662D0C4A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6" name="Freeform 26">
              <a:extLst>
                <a:ext uri="{FF2B5EF4-FFF2-40B4-BE49-F238E27FC236}">
                  <a16:creationId xmlns:a16="http://schemas.microsoft.com/office/drawing/2014/main" id="{2E873FF8-C701-4848-BB75-53E79F3F26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7" name="Freeform 27">
              <a:extLst>
                <a:ext uri="{FF2B5EF4-FFF2-40B4-BE49-F238E27FC236}">
                  <a16:creationId xmlns:a16="http://schemas.microsoft.com/office/drawing/2014/main" id="{99D61FDE-A0E9-4023-A115-06F59761AD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8" name="Freeform 28">
              <a:extLst>
                <a:ext uri="{FF2B5EF4-FFF2-40B4-BE49-F238E27FC236}">
                  <a16:creationId xmlns:a16="http://schemas.microsoft.com/office/drawing/2014/main" id="{264E625C-71BF-42C5-8F97-A4540F0AEC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9" name="Freeform 29">
              <a:extLst>
                <a:ext uri="{FF2B5EF4-FFF2-40B4-BE49-F238E27FC236}">
                  <a16:creationId xmlns:a16="http://schemas.microsoft.com/office/drawing/2014/main" id="{7032F3D2-21E2-47FC-8661-70B84BBBF7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0" name="Freeform 30">
              <a:extLst>
                <a:ext uri="{FF2B5EF4-FFF2-40B4-BE49-F238E27FC236}">
                  <a16:creationId xmlns:a16="http://schemas.microsoft.com/office/drawing/2014/main" id="{1329B72A-6B21-4D5F-849C-463F7424A1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1" name="Freeform 31">
              <a:extLst>
                <a:ext uri="{FF2B5EF4-FFF2-40B4-BE49-F238E27FC236}">
                  <a16:creationId xmlns:a16="http://schemas.microsoft.com/office/drawing/2014/main" id="{0BC9B370-A036-4F47-80FB-6E5BAD85E5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2" name="Freeform 32">
              <a:extLst>
                <a:ext uri="{FF2B5EF4-FFF2-40B4-BE49-F238E27FC236}">
                  <a16:creationId xmlns:a16="http://schemas.microsoft.com/office/drawing/2014/main" id="{C0A6B761-41BA-40A1-8CBC-713E93EC60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3" name="Freeform 34">
              <a:extLst>
                <a:ext uri="{FF2B5EF4-FFF2-40B4-BE49-F238E27FC236}">
                  <a16:creationId xmlns:a16="http://schemas.microsoft.com/office/drawing/2014/main" id="{B0EA4F54-49D3-4BD7-B0DF-92223FBC50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4" name="Freeform 35">
              <a:extLst>
                <a:ext uri="{FF2B5EF4-FFF2-40B4-BE49-F238E27FC236}">
                  <a16:creationId xmlns:a16="http://schemas.microsoft.com/office/drawing/2014/main" id="{FA09D9E7-91C1-4546-AB1F-C5CC560A06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5" name="Freeform 36">
              <a:extLst>
                <a:ext uri="{FF2B5EF4-FFF2-40B4-BE49-F238E27FC236}">
                  <a16:creationId xmlns:a16="http://schemas.microsoft.com/office/drawing/2014/main" id="{3ED3064C-75FA-468D-8D31-882F4D58B4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6" name="Freeform 37">
              <a:extLst>
                <a:ext uri="{FF2B5EF4-FFF2-40B4-BE49-F238E27FC236}">
                  <a16:creationId xmlns:a16="http://schemas.microsoft.com/office/drawing/2014/main" id="{68D220D6-C7AF-4B65-9BFC-883493F4D4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7" name="Freeform 38">
              <a:extLst>
                <a:ext uri="{FF2B5EF4-FFF2-40B4-BE49-F238E27FC236}">
                  <a16:creationId xmlns:a16="http://schemas.microsoft.com/office/drawing/2014/main" id="{E1290535-1314-49DF-9ABD-15513857C2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8" name="Freeform 39">
              <a:extLst>
                <a:ext uri="{FF2B5EF4-FFF2-40B4-BE49-F238E27FC236}">
                  <a16:creationId xmlns:a16="http://schemas.microsoft.com/office/drawing/2014/main" id="{AADFF7CD-8DC0-442C-82DD-99F07411D4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9" name="Freeform 40">
              <a:extLst>
                <a:ext uri="{FF2B5EF4-FFF2-40B4-BE49-F238E27FC236}">
                  <a16:creationId xmlns:a16="http://schemas.microsoft.com/office/drawing/2014/main" id="{C98D974F-651C-4B46-9D6B-C869F97AAF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0" name="Freeform 41">
              <a:extLst>
                <a:ext uri="{FF2B5EF4-FFF2-40B4-BE49-F238E27FC236}">
                  <a16:creationId xmlns:a16="http://schemas.microsoft.com/office/drawing/2014/main" id="{F18AA89E-6D2F-49E9-AAB7-33D81C26A7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1" name="Freeform 42">
              <a:extLst>
                <a:ext uri="{FF2B5EF4-FFF2-40B4-BE49-F238E27FC236}">
                  <a16:creationId xmlns:a16="http://schemas.microsoft.com/office/drawing/2014/main" id="{643C4C7B-D3E8-400B-B938-BAC36EDF5E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2" name="Freeform 43">
              <a:extLst>
                <a:ext uri="{FF2B5EF4-FFF2-40B4-BE49-F238E27FC236}">
                  <a16:creationId xmlns:a16="http://schemas.microsoft.com/office/drawing/2014/main" id="{39A39533-D4A2-4BBA-9B85-AABE37AF61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3" name="Freeform 44">
              <a:extLst>
                <a:ext uri="{FF2B5EF4-FFF2-40B4-BE49-F238E27FC236}">
                  <a16:creationId xmlns:a16="http://schemas.microsoft.com/office/drawing/2014/main" id="{336FF3A4-2A83-46B0-BAED-601F83C6A9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4" name="Freeform 45">
              <a:extLst>
                <a:ext uri="{FF2B5EF4-FFF2-40B4-BE49-F238E27FC236}">
                  <a16:creationId xmlns:a16="http://schemas.microsoft.com/office/drawing/2014/main" id="{5F03CB4B-F373-47A8-9A9D-149CBC4509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5" name="Freeform 46">
              <a:extLst>
                <a:ext uri="{FF2B5EF4-FFF2-40B4-BE49-F238E27FC236}">
                  <a16:creationId xmlns:a16="http://schemas.microsoft.com/office/drawing/2014/main" id="{9AF231D7-96BB-4A58-98A9-9C38F6EBCA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6" name="Freeform 47">
              <a:extLst>
                <a:ext uri="{FF2B5EF4-FFF2-40B4-BE49-F238E27FC236}">
                  <a16:creationId xmlns:a16="http://schemas.microsoft.com/office/drawing/2014/main" id="{9699CB94-9797-4630-B9B1-00E1053B78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7" name="Freeform 48">
              <a:extLst>
                <a:ext uri="{FF2B5EF4-FFF2-40B4-BE49-F238E27FC236}">
                  <a16:creationId xmlns:a16="http://schemas.microsoft.com/office/drawing/2014/main" id="{532904E0-BD95-47FE-8467-AFAEFC6AAB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8" name="Freeform 49">
              <a:extLst>
                <a:ext uri="{FF2B5EF4-FFF2-40B4-BE49-F238E27FC236}">
                  <a16:creationId xmlns:a16="http://schemas.microsoft.com/office/drawing/2014/main" id="{EE067328-8325-4EDC-9B0E-249D98AF22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9" name="Freeform 50">
              <a:extLst>
                <a:ext uri="{FF2B5EF4-FFF2-40B4-BE49-F238E27FC236}">
                  <a16:creationId xmlns:a16="http://schemas.microsoft.com/office/drawing/2014/main" id="{FE6D58E0-3CBC-4EF2-8602-1F1443409E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0" name="Freeform 51">
              <a:extLst>
                <a:ext uri="{FF2B5EF4-FFF2-40B4-BE49-F238E27FC236}">
                  <a16:creationId xmlns:a16="http://schemas.microsoft.com/office/drawing/2014/main" id="{A540C51A-ADC8-4601-B5AA-A99D0DAC90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1" name="Freeform 52">
              <a:extLst>
                <a:ext uri="{FF2B5EF4-FFF2-40B4-BE49-F238E27FC236}">
                  <a16:creationId xmlns:a16="http://schemas.microsoft.com/office/drawing/2014/main" id="{D00811B7-7E43-45EA-8E0E-370C388D72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2" name="Freeform 53">
              <a:extLst>
                <a:ext uri="{FF2B5EF4-FFF2-40B4-BE49-F238E27FC236}">
                  <a16:creationId xmlns:a16="http://schemas.microsoft.com/office/drawing/2014/main" id="{1D818141-D0FA-4D72-B8AD-78E6BCBDF3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3" name="Freeform 54">
              <a:extLst>
                <a:ext uri="{FF2B5EF4-FFF2-40B4-BE49-F238E27FC236}">
                  <a16:creationId xmlns:a16="http://schemas.microsoft.com/office/drawing/2014/main" id="{56C15302-16A9-421B-ABD2-0E2AE03A1A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4" name="Freeform 55">
              <a:extLst>
                <a:ext uri="{FF2B5EF4-FFF2-40B4-BE49-F238E27FC236}">
                  <a16:creationId xmlns:a16="http://schemas.microsoft.com/office/drawing/2014/main" id="{3B36BC11-8A39-4060-89B3-3F68F20F51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5" name="Freeform 56">
              <a:extLst>
                <a:ext uri="{FF2B5EF4-FFF2-40B4-BE49-F238E27FC236}">
                  <a16:creationId xmlns:a16="http://schemas.microsoft.com/office/drawing/2014/main" id="{9A604842-442A-4AC7-8CF8-AF3B6C0A76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6" name="Freeform 57">
              <a:extLst>
                <a:ext uri="{FF2B5EF4-FFF2-40B4-BE49-F238E27FC236}">
                  <a16:creationId xmlns:a16="http://schemas.microsoft.com/office/drawing/2014/main" id="{8E5AF6BD-F9F0-4306-BE6A-01192D38ED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7" name="Freeform 58">
              <a:extLst>
                <a:ext uri="{FF2B5EF4-FFF2-40B4-BE49-F238E27FC236}">
                  <a16:creationId xmlns:a16="http://schemas.microsoft.com/office/drawing/2014/main" id="{AA64BF41-A39C-4080-9E34-4C723236C4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8" name="Freeform 59">
              <a:extLst>
                <a:ext uri="{FF2B5EF4-FFF2-40B4-BE49-F238E27FC236}">
                  <a16:creationId xmlns:a16="http://schemas.microsoft.com/office/drawing/2014/main" id="{B675F4D5-7A6D-4C8E-A9F0-360004B5E9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9" name="Freeform 60">
              <a:extLst>
                <a:ext uri="{FF2B5EF4-FFF2-40B4-BE49-F238E27FC236}">
                  <a16:creationId xmlns:a16="http://schemas.microsoft.com/office/drawing/2014/main" id="{85DEC662-1A2A-4AEA-8E4F-D3E1AD9E42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300" name="Freeform 61">
              <a:extLst>
                <a:ext uri="{FF2B5EF4-FFF2-40B4-BE49-F238E27FC236}">
                  <a16:creationId xmlns:a16="http://schemas.microsoft.com/office/drawing/2014/main" id="{0C30D195-16A6-4BE4-9295-10800D45BF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301" name="Freeform 62">
              <a:extLst>
                <a:ext uri="{FF2B5EF4-FFF2-40B4-BE49-F238E27FC236}">
                  <a16:creationId xmlns:a16="http://schemas.microsoft.com/office/drawing/2014/main" id="{F58BE6EC-96DF-47C7-977F-435A400B2D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  <p:sp>
        <p:nvSpPr>
          <p:cNvPr id="66" name="Text Box 23">
            <a:extLst>
              <a:ext uri="{FF2B5EF4-FFF2-40B4-BE49-F238E27FC236}">
                <a16:creationId xmlns:a16="http://schemas.microsoft.com/office/drawing/2014/main" id="{6A18DB8A-AA93-0C46-8B31-4744EFFA8A2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362950" y="6521450"/>
            <a:ext cx="7810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>
            <a:lvl1pPr marL="342900" indent="-342900"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fld id="{19079AF9-BEA8-2D4C-8FA9-3D71362B570E}" type="slidenum">
              <a:rPr lang="en-AU" altLang="x-none" sz="1600" smtClean="0"/>
              <a:pPr>
                <a:spcBef>
                  <a:spcPct val="50000"/>
                </a:spcBef>
                <a:defRPr/>
              </a:pPr>
              <a:t>‹#›</a:t>
            </a:fld>
            <a:endParaRPr lang="en-AU" altLang="x-none" sz="1600"/>
          </a:p>
        </p:txBody>
      </p:sp>
    </p:spTree>
    <p:extLst>
      <p:ext uri="{BB962C8B-B14F-4D97-AF65-F5344CB8AC3E}">
        <p14:creationId xmlns:p14="http://schemas.microsoft.com/office/powerpoint/2010/main" val="3315020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15989" indent="-215989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31979" indent="-215989" algn="l" defTabSz="914354" rtl="0" eaLnBrk="1" latinLnBrk="0" hangingPunct="1">
        <a:lnSpc>
          <a:spcPct val="100000"/>
        </a:lnSpc>
        <a:spcBef>
          <a:spcPts val="500"/>
        </a:spcBef>
        <a:buFont typeface="Calibri" panose="020F0502020204030204" pitchFamily="34" charset="0"/>
        <a:buChar char="–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354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A9561C-11B4-4CC4-B271-3E59C981A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2" y="395066"/>
            <a:ext cx="7520001" cy="88736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81F4D-4B89-424A-BC66-199E1E666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571" y="1532415"/>
            <a:ext cx="8467006" cy="43769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DE430-5DBA-4DE1-9C36-C5FAED4EA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571" y="6172508"/>
            <a:ext cx="59358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D8956-3042-4F51-A765-52197DEBA8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09737" y="6172508"/>
            <a:ext cx="186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15C1EA3C-26E9-4B87-838B-C7B127160328}" type="datetime1">
              <a:rPr lang="en-AU" noProof="0" smtClean="0"/>
              <a:t>10/7/2023</a:t>
            </a:fld>
            <a:endParaRPr lang="en-AU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2F550-8FDF-4424-AA18-C45633333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20048" y="6172508"/>
            <a:ext cx="56526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  <p:grpSp>
        <p:nvGrpSpPr>
          <p:cNvPr id="243" name="Logo">
            <a:extLst>
              <a:ext uri="{FF2B5EF4-FFF2-40B4-BE49-F238E27FC236}">
                <a16:creationId xmlns:a16="http://schemas.microsoft.com/office/drawing/2014/main" id="{10B109AB-C874-4A80-A1E4-F3A3AC0E4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23071" y="432000"/>
            <a:ext cx="718160" cy="720000"/>
            <a:chOff x="2864" y="1181"/>
            <a:chExt cx="1952" cy="1957"/>
          </a:xfrm>
        </p:grpSpPr>
        <p:sp>
          <p:nvSpPr>
            <p:cNvPr id="244" name="AutoShape 3">
              <a:extLst>
                <a:ext uri="{FF2B5EF4-FFF2-40B4-BE49-F238E27FC236}">
                  <a16:creationId xmlns:a16="http://schemas.microsoft.com/office/drawing/2014/main" id="{7EB6AC4B-8B74-448B-AA29-8C83B2CD6BD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5" name="Rectangle 5">
              <a:extLst>
                <a:ext uri="{FF2B5EF4-FFF2-40B4-BE49-F238E27FC236}">
                  <a16:creationId xmlns:a16="http://schemas.microsoft.com/office/drawing/2014/main" id="{818B5319-6FEE-4850-89C9-467814391D6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6" name="Freeform 6">
              <a:extLst>
                <a:ext uri="{FF2B5EF4-FFF2-40B4-BE49-F238E27FC236}">
                  <a16:creationId xmlns:a16="http://schemas.microsoft.com/office/drawing/2014/main" id="{0AF01425-EE43-40DE-957E-6EC99E3880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7" name="Freeform 7">
              <a:extLst>
                <a:ext uri="{FF2B5EF4-FFF2-40B4-BE49-F238E27FC236}">
                  <a16:creationId xmlns:a16="http://schemas.microsoft.com/office/drawing/2014/main" id="{AD36EF20-735B-4B32-97EA-92986DF06D9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8" name="Freeform 8">
              <a:extLst>
                <a:ext uri="{FF2B5EF4-FFF2-40B4-BE49-F238E27FC236}">
                  <a16:creationId xmlns:a16="http://schemas.microsoft.com/office/drawing/2014/main" id="{CE12F0BB-70E6-459F-A657-3727377649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9" name="Freeform 9">
              <a:extLst>
                <a:ext uri="{FF2B5EF4-FFF2-40B4-BE49-F238E27FC236}">
                  <a16:creationId xmlns:a16="http://schemas.microsoft.com/office/drawing/2014/main" id="{4DEA87C4-A8B0-4BAB-B44D-7553C0C5EE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0" name="Freeform 10">
              <a:extLst>
                <a:ext uri="{FF2B5EF4-FFF2-40B4-BE49-F238E27FC236}">
                  <a16:creationId xmlns:a16="http://schemas.microsoft.com/office/drawing/2014/main" id="{3B2109E3-4D96-46F3-80CA-36C469DBA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1" name="Freeform 11">
              <a:extLst>
                <a:ext uri="{FF2B5EF4-FFF2-40B4-BE49-F238E27FC236}">
                  <a16:creationId xmlns:a16="http://schemas.microsoft.com/office/drawing/2014/main" id="{9A65ABD4-2F80-48ED-9586-996B6D4B25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2" name="Freeform 12">
              <a:extLst>
                <a:ext uri="{FF2B5EF4-FFF2-40B4-BE49-F238E27FC236}">
                  <a16:creationId xmlns:a16="http://schemas.microsoft.com/office/drawing/2014/main" id="{010AD24B-1B5A-4AE2-88DA-B6DA4AE7F6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3" name="Freeform 13">
              <a:extLst>
                <a:ext uri="{FF2B5EF4-FFF2-40B4-BE49-F238E27FC236}">
                  <a16:creationId xmlns:a16="http://schemas.microsoft.com/office/drawing/2014/main" id="{C26A18C3-B362-4583-899A-39A3B1FF6F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4" name="Freeform 14">
              <a:extLst>
                <a:ext uri="{FF2B5EF4-FFF2-40B4-BE49-F238E27FC236}">
                  <a16:creationId xmlns:a16="http://schemas.microsoft.com/office/drawing/2014/main" id="{75A20202-BC46-45E6-80A6-208C5A1870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5" name="Freeform 15">
              <a:extLst>
                <a:ext uri="{FF2B5EF4-FFF2-40B4-BE49-F238E27FC236}">
                  <a16:creationId xmlns:a16="http://schemas.microsoft.com/office/drawing/2014/main" id="{084CB548-6EDD-451D-86B2-60E12A8AF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6" name="Freeform 16">
              <a:extLst>
                <a:ext uri="{FF2B5EF4-FFF2-40B4-BE49-F238E27FC236}">
                  <a16:creationId xmlns:a16="http://schemas.microsoft.com/office/drawing/2014/main" id="{25F8FFA1-05FF-4B87-8A08-8F93112C09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7" name="Freeform 17">
              <a:extLst>
                <a:ext uri="{FF2B5EF4-FFF2-40B4-BE49-F238E27FC236}">
                  <a16:creationId xmlns:a16="http://schemas.microsoft.com/office/drawing/2014/main" id="{9DE83C18-5C9D-456C-BD2F-04E4DC7E82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8" name="Freeform 18">
              <a:extLst>
                <a:ext uri="{FF2B5EF4-FFF2-40B4-BE49-F238E27FC236}">
                  <a16:creationId xmlns:a16="http://schemas.microsoft.com/office/drawing/2014/main" id="{3D9729A0-7431-42D6-B3C0-A50B1F37BD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9" name="Freeform 19">
              <a:extLst>
                <a:ext uri="{FF2B5EF4-FFF2-40B4-BE49-F238E27FC236}">
                  <a16:creationId xmlns:a16="http://schemas.microsoft.com/office/drawing/2014/main" id="{5B283A52-6ECA-44BC-88FB-D25C3551D6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0" name="Freeform 20">
              <a:extLst>
                <a:ext uri="{FF2B5EF4-FFF2-40B4-BE49-F238E27FC236}">
                  <a16:creationId xmlns:a16="http://schemas.microsoft.com/office/drawing/2014/main" id="{E8973538-4017-4AD4-9B9C-8299C4D413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1" name="Rectangle 21">
              <a:extLst>
                <a:ext uri="{FF2B5EF4-FFF2-40B4-BE49-F238E27FC236}">
                  <a16:creationId xmlns:a16="http://schemas.microsoft.com/office/drawing/2014/main" id="{ED45594E-FE63-4B02-8BFE-F27623E005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2" name="Freeform 22">
              <a:extLst>
                <a:ext uri="{FF2B5EF4-FFF2-40B4-BE49-F238E27FC236}">
                  <a16:creationId xmlns:a16="http://schemas.microsoft.com/office/drawing/2014/main" id="{032C4DC5-4FC3-4CD6-A5F9-D68CB605F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3" name="Freeform 23">
              <a:extLst>
                <a:ext uri="{FF2B5EF4-FFF2-40B4-BE49-F238E27FC236}">
                  <a16:creationId xmlns:a16="http://schemas.microsoft.com/office/drawing/2014/main" id="{FA4D9B53-5E07-4261-9BCE-D261EA4D5B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4" name="Freeform 24">
              <a:extLst>
                <a:ext uri="{FF2B5EF4-FFF2-40B4-BE49-F238E27FC236}">
                  <a16:creationId xmlns:a16="http://schemas.microsoft.com/office/drawing/2014/main" id="{41D3032E-CDEE-4628-97B5-20B5ED1619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5" name="Freeform 25">
              <a:extLst>
                <a:ext uri="{FF2B5EF4-FFF2-40B4-BE49-F238E27FC236}">
                  <a16:creationId xmlns:a16="http://schemas.microsoft.com/office/drawing/2014/main" id="{96C04E23-D084-4BA4-8698-55662D0C4A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6" name="Freeform 26">
              <a:extLst>
                <a:ext uri="{FF2B5EF4-FFF2-40B4-BE49-F238E27FC236}">
                  <a16:creationId xmlns:a16="http://schemas.microsoft.com/office/drawing/2014/main" id="{2E873FF8-C701-4848-BB75-53E79F3F26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7" name="Freeform 27">
              <a:extLst>
                <a:ext uri="{FF2B5EF4-FFF2-40B4-BE49-F238E27FC236}">
                  <a16:creationId xmlns:a16="http://schemas.microsoft.com/office/drawing/2014/main" id="{99D61FDE-A0E9-4023-A115-06F59761AD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8" name="Freeform 28">
              <a:extLst>
                <a:ext uri="{FF2B5EF4-FFF2-40B4-BE49-F238E27FC236}">
                  <a16:creationId xmlns:a16="http://schemas.microsoft.com/office/drawing/2014/main" id="{264E625C-71BF-42C5-8F97-A4540F0AEC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9" name="Freeform 29">
              <a:extLst>
                <a:ext uri="{FF2B5EF4-FFF2-40B4-BE49-F238E27FC236}">
                  <a16:creationId xmlns:a16="http://schemas.microsoft.com/office/drawing/2014/main" id="{7032F3D2-21E2-47FC-8661-70B84BBBF7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0" name="Freeform 30">
              <a:extLst>
                <a:ext uri="{FF2B5EF4-FFF2-40B4-BE49-F238E27FC236}">
                  <a16:creationId xmlns:a16="http://schemas.microsoft.com/office/drawing/2014/main" id="{1329B72A-6B21-4D5F-849C-463F7424A1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1" name="Freeform 31">
              <a:extLst>
                <a:ext uri="{FF2B5EF4-FFF2-40B4-BE49-F238E27FC236}">
                  <a16:creationId xmlns:a16="http://schemas.microsoft.com/office/drawing/2014/main" id="{0BC9B370-A036-4F47-80FB-6E5BAD85E5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2" name="Freeform 32">
              <a:extLst>
                <a:ext uri="{FF2B5EF4-FFF2-40B4-BE49-F238E27FC236}">
                  <a16:creationId xmlns:a16="http://schemas.microsoft.com/office/drawing/2014/main" id="{C0A6B761-41BA-40A1-8CBC-713E93EC60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3" name="Freeform 34">
              <a:extLst>
                <a:ext uri="{FF2B5EF4-FFF2-40B4-BE49-F238E27FC236}">
                  <a16:creationId xmlns:a16="http://schemas.microsoft.com/office/drawing/2014/main" id="{B0EA4F54-49D3-4BD7-B0DF-92223FBC50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4" name="Freeform 35">
              <a:extLst>
                <a:ext uri="{FF2B5EF4-FFF2-40B4-BE49-F238E27FC236}">
                  <a16:creationId xmlns:a16="http://schemas.microsoft.com/office/drawing/2014/main" id="{FA09D9E7-91C1-4546-AB1F-C5CC560A06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5" name="Freeform 36">
              <a:extLst>
                <a:ext uri="{FF2B5EF4-FFF2-40B4-BE49-F238E27FC236}">
                  <a16:creationId xmlns:a16="http://schemas.microsoft.com/office/drawing/2014/main" id="{3ED3064C-75FA-468D-8D31-882F4D58B4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6" name="Freeform 37">
              <a:extLst>
                <a:ext uri="{FF2B5EF4-FFF2-40B4-BE49-F238E27FC236}">
                  <a16:creationId xmlns:a16="http://schemas.microsoft.com/office/drawing/2014/main" id="{68D220D6-C7AF-4B65-9BFC-883493F4D4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7" name="Freeform 38">
              <a:extLst>
                <a:ext uri="{FF2B5EF4-FFF2-40B4-BE49-F238E27FC236}">
                  <a16:creationId xmlns:a16="http://schemas.microsoft.com/office/drawing/2014/main" id="{E1290535-1314-49DF-9ABD-15513857C2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8" name="Freeform 39">
              <a:extLst>
                <a:ext uri="{FF2B5EF4-FFF2-40B4-BE49-F238E27FC236}">
                  <a16:creationId xmlns:a16="http://schemas.microsoft.com/office/drawing/2014/main" id="{AADFF7CD-8DC0-442C-82DD-99F07411D4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9" name="Freeform 40">
              <a:extLst>
                <a:ext uri="{FF2B5EF4-FFF2-40B4-BE49-F238E27FC236}">
                  <a16:creationId xmlns:a16="http://schemas.microsoft.com/office/drawing/2014/main" id="{C98D974F-651C-4B46-9D6B-C869F97AAF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0" name="Freeform 41">
              <a:extLst>
                <a:ext uri="{FF2B5EF4-FFF2-40B4-BE49-F238E27FC236}">
                  <a16:creationId xmlns:a16="http://schemas.microsoft.com/office/drawing/2014/main" id="{F18AA89E-6D2F-49E9-AAB7-33D81C26A7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1" name="Freeform 42">
              <a:extLst>
                <a:ext uri="{FF2B5EF4-FFF2-40B4-BE49-F238E27FC236}">
                  <a16:creationId xmlns:a16="http://schemas.microsoft.com/office/drawing/2014/main" id="{643C4C7B-D3E8-400B-B938-BAC36EDF5E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2" name="Freeform 43">
              <a:extLst>
                <a:ext uri="{FF2B5EF4-FFF2-40B4-BE49-F238E27FC236}">
                  <a16:creationId xmlns:a16="http://schemas.microsoft.com/office/drawing/2014/main" id="{39A39533-D4A2-4BBA-9B85-AABE37AF61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3" name="Freeform 44">
              <a:extLst>
                <a:ext uri="{FF2B5EF4-FFF2-40B4-BE49-F238E27FC236}">
                  <a16:creationId xmlns:a16="http://schemas.microsoft.com/office/drawing/2014/main" id="{336FF3A4-2A83-46B0-BAED-601F83C6A9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4" name="Freeform 45">
              <a:extLst>
                <a:ext uri="{FF2B5EF4-FFF2-40B4-BE49-F238E27FC236}">
                  <a16:creationId xmlns:a16="http://schemas.microsoft.com/office/drawing/2014/main" id="{5F03CB4B-F373-47A8-9A9D-149CBC4509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5" name="Freeform 46">
              <a:extLst>
                <a:ext uri="{FF2B5EF4-FFF2-40B4-BE49-F238E27FC236}">
                  <a16:creationId xmlns:a16="http://schemas.microsoft.com/office/drawing/2014/main" id="{9AF231D7-96BB-4A58-98A9-9C38F6EBCA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6" name="Freeform 47">
              <a:extLst>
                <a:ext uri="{FF2B5EF4-FFF2-40B4-BE49-F238E27FC236}">
                  <a16:creationId xmlns:a16="http://schemas.microsoft.com/office/drawing/2014/main" id="{9699CB94-9797-4630-B9B1-00E1053B78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7" name="Freeform 48">
              <a:extLst>
                <a:ext uri="{FF2B5EF4-FFF2-40B4-BE49-F238E27FC236}">
                  <a16:creationId xmlns:a16="http://schemas.microsoft.com/office/drawing/2014/main" id="{532904E0-BD95-47FE-8467-AFAEFC6AAB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8" name="Freeform 49">
              <a:extLst>
                <a:ext uri="{FF2B5EF4-FFF2-40B4-BE49-F238E27FC236}">
                  <a16:creationId xmlns:a16="http://schemas.microsoft.com/office/drawing/2014/main" id="{EE067328-8325-4EDC-9B0E-249D98AF22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9" name="Freeform 50">
              <a:extLst>
                <a:ext uri="{FF2B5EF4-FFF2-40B4-BE49-F238E27FC236}">
                  <a16:creationId xmlns:a16="http://schemas.microsoft.com/office/drawing/2014/main" id="{FE6D58E0-3CBC-4EF2-8602-1F1443409E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0" name="Freeform 51">
              <a:extLst>
                <a:ext uri="{FF2B5EF4-FFF2-40B4-BE49-F238E27FC236}">
                  <a16:creationId xmlns:a16="http://schemas.microsoft.com/office/drawing/2014/main" id="{A540C51A-ADC8-4601-B5AA-A99D0DAC90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1" name="Freeform 52">
              <a:extLst>
                <a:ext uri="{FF2B5EF4-FFF2-40B4-BE49-F238E27FC236}">
                  <a16:creationId xmlns:a16="http://schemas.microsoft.com/office/drawing/2014/main" id="{D00811B7-7E43-45EA-8E0E-370C388D72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2" name="Freeform 53">
              <a:extLst>
                <a:ext uri="{FF2B5EF4-FFF2-40B4-BE49-F238E27FC236}">
                  <a16:creationId xmlns:a16="http://schemas.microsoft.com/office/drawing/2014/main" id="{1D818141-D0FA-4D72-B8AD-78E6BCBDF3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3" name="Freeform 54">
              <a:extLst>
                <a:ext uri="{FF2B5EF4-FFF2-40B4-BE49-F238E27FC236}">
                  <a16:creationId xmlns:a16="http://schemas.microsoft.com/office/drawing/2014/main" id="{56C15302-16A9-421B-ABD2-0E2AE03A1A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4" name="Freeform 55">
              <a:extLst>
                <a:ext uri="{FF2B5EF4-FFF2-40B4-BE49-F238E27FC236}">
                  <a16:creationId xmlns:a16="http://schemas.microsoft.com/office/drawing/2014/main" id="{3B36BC11-8A39-4060-89B3-3F68F20F51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5" name="Freeform 56">
              <a:extLst>
                <a:ext uri="{FF2B5EF4-FFF2-40B4-BE49-F238E27FC236}">
                  <a16:creationId xmlns:a16="http://schemas.microsoft.com/office/drawing/2014/main" id="{9A604842-442A-4AC7-8CF8-AF3B6C0A76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6" name="Freeform 57">
              <a:extLst>
                <a:ext uri="{FF2B5EF4-FFF2-40B4-BE49-F238E27FC236}">
                  <a16:creationId xmlns:a16="http://schemas.microsoft.com/office/drawing/2014/main" id="{8E5AF6BD-F9F0-4306-BE6A-01192D38ED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7" name="Freeform 58">
              <a:extLst>
                <a:ext uri="{FF2B5EF4-FFF2-40B4-BE49-F238E27FC236}">
                  <a16:creationId xmlns:a16="http://schemas.microsoft.com/office/drawing/2014/main" id="{AA64BF41-A39C-4080-9E34-4C723236C4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8" name="Freeform 59">
              <a:extLst>
                <a:ext uri="{FF2B5EF4-FFF2-40B4-BE49-F238E27FC236}">
                  <a16:creationId xmlns:a16="http://schemas.microsoft.com/office/drawing/2014/main" id="{B675F4D5-7A6D-4C8E-A9F0-360004B5E9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9" name="Freeform 60">
              <a:extLst>
                <a:ext uri="{FF2B5EF4-FFF2-40B4-BE49-F238E27FC236}">
                  <a16:creationId xmlns:a16="http://schemas.microsoft.com/office/drawing/2014/main" id="{85DEC662-1A2A-4AEA-8E4F-D3E1AD9E42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300" name="Freeform 61">
              <a:extLst>
                <a:ext uri="{FF2B5EF4-FFF2-40B4-BE49-F238E27FC236}">
                  <a16:creationId xmlns:a16="http://schemas.microsoft.com/office/drawing/2014/main" id="{0C30D195-16A6-4BE4-9295-10800D45BF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301" name="Freeform 62">
              <a:extLst>
                <a:ext uri="{FF2B5EF4-FFF2-40B4-BE49-F238E27FC236}">
                  <a16:creationId xmlns:a16="http://schemas.microsoft.com/office/drawing/2014/main" id="{F58BE6EC-96DF-47C7-977F-435A400B2D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1410196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  <p:sldLayoutId id="2147483709" r:id="rId24"/>
    <p:sldLayoutId id="2147483711" r:id="rId25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15989" indent="-215989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31979" indent="-215989" algn="l" defTabSz="914354" rtl="0" eaLnBrk="1" latinLnBrk="0" hangingPunct="1">
        <a:lnSpc>
          <a:spcPct val="100000"/>
        </a:lnSpc>
        <a:spcBef>
          <a:spcPts val="500"/>
        </a:spcBef>
        <a:buFont typeface="Calibri" panose="020F0502020204030204" pitchFamily="34" charset="0"/>
        <a:buChar char="–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354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E631B-23A6-364E-A2F4-4355776867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Winter Semester, 2023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752CF1-41DC-B946-BC99-68C5CC88CB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4179" y="5792476"/>
            <a:ext cx="6471466" cy="134047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/>
              <a:t>Lecturer: Farhana Choudhury (PhD)</a:t>
            </a:r>
          </a:p>
          <a:p>
            <a:r>
              <a:rPr lang="en-US" sz="2000" dirty="0"/>
              <a:t>Week 4 part 4</a:t>
            </a:r>
          </a:p>
          <a:p>
            <a:endParaRPr lang="en-US" sz="2000" dirty="0"/>
          </a:p>
          <a:p>
            <a:endParaRPr lang="en-US" sz="2000" dirty="0">
              <a:cs typeface="Calibri"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5223C83E-E304-724A-BF89-30C9F3A24F58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42" r="25342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340E88-7385-2847-BAF7-13E01F07616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24012" y="395288"/>
            <a:ext cx="7940117" cy="887412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COMP90050 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Advanced Database Systems</a:t>
            </a:r>
          </a:p>
        </p:txBody>
      </p:sp>
    </p:spTree>
    <p:extLst>
      <p:ext uri="{BB962C8B-B14F-4D97-AF65-F5344CB8AC3E}">
        <p14:creationId xmlns:p14="http://schemas.microsoft.com/office/powerpoint/2010/main" val="79267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135">
            <a:extLst>
              <a:ext uri="{FF2B5EF4-FFF2-40B4-BE49-F238E27FC236}">
                <a16:creationId xmlns:a16="http://schemas.microsoft.com/office/drawing/2014/main" id="{B11F4EEF-008B-9858-5C6E-E3ACDC4624DF}"/>
              </a:ext>
            </a:extLst>
          </p:cNvPr>
          <p:cNvSpPr/>
          <p:nvPr/>
        </p:nvSpPr>
        <p:spPr>
          <a:xfrm>
            <a:off x="3144405" y="1470716"/>
            <a:ext cx="1841740" cy="1321996"/>
          </a:xfrm>
          <a:prstGeom prst="rect">
            <a:avLst/>
          </a:prstGeom>
          <a:gradFill>
            <a:gsLst>
              <a:gs pos="0">
                <a:srgbClr val="FFEFD1"/>
              </a:gs>
              <a:gs pos="65000">
                <a:srgbClr val="F0EBD5"/>
              </a:gs>
              <a:gs pos="100000">
                <a:srgbClr val="D1C39F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Efficiency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897A86-F504-2F48-C80A-D68ABF393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Concepts of Database management system </a:t>
            </a:r>
          </a:p>
        </p:txBody>
      </p:sp>
      <p:sp>
        <p:nvSpPr>
          <p:cNvPr id="13" name="Shape 127">
            <a:extLst>
              <a:ext uri="{FF2B5EF4-FFF2-40B4-BE49-F238E27FC236}">
                <a16:creationId xmlns:a16="http://schemas.microsoft.com/office/drawing/2014/main" id="{FA6E46A1-A9CB-C038-B7DB-D1BB015B5FE7}"/>
              </a:ext>
            </a:extLst>
          </p:cNvPr>
          <p:cNvSpPr/>
          <p:nvPr/>
        </p:nvSpPr>
        <p:spPr>
          <a:xfrm>
            <a:off x="5433813" y="1414626"/>
            <a:ext cx="2615877" cy="790714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Disks and I/O bandwidth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Main memory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Type of architecture</a:t>
            </a:r>
          </a:p>
        </p:txBody>
      </p:sp>
      <p:sp>
        <p:nvSpPr>
          <p:cNvPr id="15" name="Shape 129">
            <a:extLst>
              <a:ext uri="{FF2B5EF4-FFF2-40B4-BE49-F238E27FC236}">
                <a16:creationId xmlns:a16="http://schemas.microsoft.com/office/drawing/2014/main" id="{EEB9042E-C798-28C6-D9F1-DA53CE8CEEBC}"/>
              </a:ext>
            </a:extLst>
          </p:cNvPr>
          <p:cNvSpPr/>
          <p:nvPr/>
        </p:nvSpPr>
        <p:spPr>
          <a:xfrm>
            <a:off x="3185757" y="1812098"/>
            <a:ext cx="1684642" cy="335972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Hardware</a:t>
            </a:r>
          </a:p>
        </p:txBody>
      </p:sp>
      <p:sp>
        <p:nvSpPr>
          <p:cNvPr id="21" name="Shape 135">
            <a:extLst>
              <a:ext uri="{FF2B5EF4-FFF2-40B4-BE49-F238E27FC236}">
                <a16:creationId xmlns:a16="http://schemas.microsoft.com/office/drawing/2014/main" id="{814347BC-3A38-634E-89A2-CEC3250A01CB}"/>
              </a:ext>
            </a:extLst>
          </p:cNvPr>
          <p:cNvSpPr/>
          <p:nvPr/>
        </p:nvSpPr>
        <p:spPr>
          <a:xfrm>
            <a:off x="260008" y="1893121"/>
            <a:ext cx="2520299" cy="2636567"/>
          </a:xfrm>
          <a:prstGeom prst="rect">
            <a:avLst/>
          </a:prstGeom>
          <a:gradFill>
            <a:gsLst>
              <a:gs pos="0">
                <a:srgbClr val="FFEFD1"/>
              </a:gs>
              <a:gs pos="65000">
                <a:srgbClr val="F0EBD5"/>
              </a:gs>
              <a:gs pos="100000">
                <a:srgbClr val="D1C39F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Database performance metrics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Shape 136">
            <a:extLst>
              <a:ext uri="{FF2B5EF4-FFF2-40B4-BE49-F238E27FC236}">
                <a16:creationId xmlns:a16="http://schemas.microsoft.com/office/drawing/2014/main" id="{9F0E3167-867D-7ADF-FBAC-F52FFE0BA4C0}"/>
              </a:ext>
            </a:extLst>
          </p:cNvPr>
          <p:cNvSpPr/>
          <p:nvPr/>
        </p:nvSpPr>
        <p:spPr>
          <a:xfrm>
            <a:off x="332016" y="3971117"/>
            <a:ext cx="2376300" cy="503999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Security &amp; </a:t>
            </a:r>
            <a:r>
              <a:rPr kumimoji="0" lang="en-AU" sz="1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Reliability</a:t>
            </a:r>
          </a:p>
        </p:txBody>
      </p:sp>
      <p:sp>
        <p:nvSpPr>
          <p:cNvPr id="23" name="Shape 137">
            <a:extLst>
              <a:ext uri="{FF2B5EF4-FFF2-40B4-BE49-F238E27FC236}">
                <a16:creationId xmlns:a16="http://schemas.microsoft.com/office/drawing/2014/main" id="{85BD1A78-55F1-CE86-3DDA-48EEDFF7974F}"/>
              </a:ext>
            </a:extLst>
          </p:cNvPr>
          <p:cNvSpPr/>
          <p:nvPr/>
        </p:nvSpPr>
        <p:spPr>
          <a:xfrm>
            <a:off x="332016" y="3251038"/>
            <a:ext cx="2376300" cy="503999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Effectiveness</a:t>
            </a:r>
          </a:p>
        </p:txBody>
      </p:sp>
      <p:sp>
        <p:nvSpPr>
          <p:cNvPr id="24" name="Shape 138">
            <a:extLst>
              <a:ext uri="{FF2B5EF4-FFF2-40B4-BE49-F238E27FC236}">
                <a16:creationId xmlns:a16="http://schemas.microsoft.com/office/drawing/2014/main" id="{65BC1796-8623-F8F1-37D3-CCD4FCF6C1A5}"/>
              </a:ext>
            </a:extLst>
          </p:cNvPr>
          <p:cNvSpPr/>
          <p:nvPr/>
        </p:nvSpPr>
        <p:spPr>
          <a:xfrm>
            <a:off x="332016" y="2530957"/>
            <a:ext cx="2376300" cy="503999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Efficiency/speed</a:t>
            </a:r>
          </a:p>
        </p:txBody>
      </p:sp>
      <p:sp>
        <p:nvSpPr>
          <p:cNvPr id="43" name="Shape 129">
            <a:extLst>
              <a:ext uri="{FF2B5EF4-FFF2-40B4-BE49-F238E27FC236}">
                <a16:creationId xmlns:a16="http://schemas.microsoft.com/office/drawing/2014/main" id="{10E4AD70-ED0F-53F8-3F74-71999AC11B42}"/>
              </a:ext>
            </a:extLst>
          </p:cNvPr>
          <p:cNvSpPr/>
          <p:nvPr/>
        </p:nvSpPr>
        <p:spPr>
          <a:xfrm>
            <a:off x="3185756" y="2227960"/>
            <a:ext cx="1684642" cy="490596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Software/ DB tuning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D5670E6-CAE9-979D-A31F-C5E4E57CD9CE}"/>
              </a:ext>
            </a:extLst>
          </p:cNvPr>
          <p:cNvCxnSpPr>
            <a:stCxn id="24" idx="3"/>
          </p:cNvCxnSpPr>
          <p:nvPr/>
        </p:nvCxnSpPr>
        <p:spPr>
          <a:xfrm flipV="1">
            <a:off x="2708316" y="2199190"/>
            <a:ext cx="436089" cy="58376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Shape 127">
            <a:extLst>
              <a:ext uri="{FF2B5EF4-FFF2-40B4-BE49-F238E27FC236}">
                <a16:creationId xmlns:a16="http://schemas.microsoft.com/office/drawing/2014/main" id="{5D711325-E59B-4538-2CFF-E09E4CF4AE2F}"/>
              </a:ext>
            </a:extLst>
          </p:cNvPr>
          <p:cNvSpPr/>
          <p:nvPr/>
        </p:nvSpPr>
        <p:spPr>
          <a:xfrm>
            <a:off x="5433813" y="2379117"/>
            <a:ext cx="2615877" cy="790714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Types of DB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Indexing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Query optimisation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C87E3B4-7C97-6470-50FF-3A40521ED70E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 flipV="1">
            <a:off x="4870399" y="1809983"/>
            <a:ext cx="563414" cy="170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8F8AA2D-483A-CA4B-4D5E-AE3FD1EA8317}"/>
              </a:ext>
            </a:extLst>
          </p:cNvPr>
          <p:cNvCxnSpPr>
            <a:cxnSpLocks/>
            <a:stCxn id="43" idx="3"/>
            <a:endCxn id="51" idx="1"/>
          </p:cNvCxnSpPr>
          <p:nvPr/>
        </p:nvCxnSpPr>
        <p:spPr>
          <a:xfrm>
            <a:off x="4870398" y="2473258"/>
            <a:ext cx="563415" cy="301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Shape 135">
            <a:extLst>
              <a:ext uri="{FF2B5EF4-FFF2-40B4-BE49-F238E27FC236}">
                <a16:creationId xmlns:a16="http://schemas.microsoft.com/office/drawing/2014/main" id="{B153083E-9767-DE9F-D9CB-981BE3E68224}"/>
              </a:ext>
            </a:extLst>
          </p:cNvPr>
          <p:cNvSpPr/>
          <p:nvPr/>
        </p:nvSpPr>
        <p:spPr>
          <a:xfrm>
            <a:off x="3113764" y="3116679"/>
            <a:ext cx="1872381" cy="1321996"/>
          </a:xfrm>
          <a:prstGeom prst="rect">
            <a:avLst/>
          </a:prstGeom>
          <a:gradFill>
            <a:gsLst>
              <a:gs pos="0">
                <a:srgbClr val="FFEFD1"/>
              </a:gs>
              <a:gs pos="65000">
                <a:srgbClr val="F0EBD5"/>
              </a:gs>
              <a:gs pos="100000">
                <a:srgbClr val="D1C39F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Effectiveness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Shape 129">
            <a:extLst>
              <a:ext uri="{FF2B5EF4-FFF2-40B4-BE49-F238E27FC236}">
                <a16:creationId xmlns:a16="http://schemas.microsoft.com/office/drawing/2014/main" id="{9768DC3F-92AC-38A6-F90D-FDB2EAA79DE0}"/>
              </a:ext>
            </a:extLst>
          </p:cNvPr>
          <p:cNvSpPr/>
          <p:nvPr/>
        </p:nvSpPr>
        <p:spPr>
          <a:xfrm>
            <a:off x="3201687" y="3504313"/>
            <a:ext cx="1668712" cy="503999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Concurrent users</a:t>
            </a:r>
          </a:p>
        </p:txBody>
      </p:sp>
      <p:sp>
        <p:nvSpPr>
          <p:cNvPr id="60" name="Shape 129">
            <a:extLst>
              <a:ext uri="{FF2B5EF4-FFF2-40B4-BE49-F238E27FC236}">
                <a16:creationId xmlns:a16="http://schemas.microsoft.com/office/drawing/2014/main" id="{063918BC-8BF4-E4FE-6580-698382034F9C}"/>
              </a:ext>
            </a:extLst>
          </p:cNvPr>
          <p:cNvSpPr/>
          <p:nvPr/>
        </p:nvSpPr>
        <p:spPr>
          <a:xfrm>
            <a:off x="3215598" y="4063347"/>
            <a:ext cx="1668712" cy="332600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Transactions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0A557F6-1664-D6B4-D3AE-36EFFB795A84}"/>
              </a:ext>
            </a:extLst>
          </p:cNvPr>
          <p:cNvCxnSpPr>
            <a:cxnSpLocks/>
            <a:stCxn id="23" idx="3"/>
            <a:endCxn id="58" idx="1"/>
          </p:cNvCxnSpPr>
          <p:nvPr/>
        </p:nvCxnSpPr>
        <p:spPr>
          <a:xfrm>
            <a:off x="2708316" y="3503038"/>
            <a:ext cx="405448" cy="27463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ular Callout 2">
            <a:extLst>
              <a:ext uri="{FF2B5EF4-FFF2-40B4-BE49-F238E27FC236}">
                <a16:creationId xmlns:a16="http://schemas.microsoft.com/office/drawing/2014/main" id="{F0D5FC43-D56F-F790-1052-820332928C05}"/>
              </a:ext>
            </a:extLst>
          </p:cNvPr>
          <p:cNvSpPr/>
          <p:nvPr/>
        </p:nvSpPr>
        <p:spPr>
          <a:xfrm>
            <a:off x="5463584" y="3375988"/>
            <a:ext cx="2586106" cy="569407"/>
          </a:xfrm>
          <a:prstGeom prst="wedgeRectCallout">
            <a:avLst>
              <a:gd name="adj1" fmla="val -80503"/>
              <a:gd name="adj2" fmla="val 25716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Users reading and writing over the same data</a:t>
            </a:r>
          </a:p>
        </p:txBody>
      </p:sp>
      <p:sp>
        <p:nvSpPr>
          <p:cNvPr id="5" name="Rectangular Callout 4">
            <a:extLst>
              <a:ext uri="{FF2B5EF4-FFF2-40B4-BE49-F238E27FC236}">
                <a16:creationId xmlns:a16="http://schemas.microsoft.com/office/drawing/2014/main" id="{14D89C92-5B4A-7D1D-7205-CA9DB103BFC1}"/>
              </a:ext>
            </a:extLst>
          </p:cNvPr>
          <p:cNvSpPr/>
          <p:nvPr/>
        </p:nvSpPr>
        <p:spPr>
          <a:xfrm>
            <a:off x="5463584" y="4115152"/>
            <a:ext cx="2586106" cy="569407"/>
          </a:xfrm>
          <a:prstGeom prst="wedgeRectCallout">
            <a:avLst>
              <a:gd name="adj1" fmla="val -80503"/>
              <a:gd name="adj2" fmla="val -13778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Required tasks are all done together</a:t>
            </a:r>
          </a:p>
        </p:txBody>
      </p:sp>
      <p:sp>
        <p:nvSpPr>
          <p:cNvPr id="7" name="Shape 135">
            <a:extLst>
              <a:ext uri="{FF2B5EF4-FFF2-40B4-BE49-F238E27FC236}">
                <a16:creationId xmlns:a16="http://schemas.microsoft.com/office/drawing/2014/main" id="{301CA926-F096-C11A-BD5F-68B0236F824A}"/>
              </a:ext>
            </a:extLst>
          </p:cNvPr>
          <p:cNvSpPr/>
          <p:nvPr/>
        </p:nvSpPr>
        <p:spPr>
          <a:xfrm>
            <a:off x="3113764" y="4594672"/>
            <a:ext cx="1872381" cy="1577836"/>
          </a:xfrm>
          <a:prstGeom prst="rect">
            <a:avLst/>
          </a:prstGeom>
          <a:gradFill>
            <a:gsLst>
              <a:gs pos="0">
                <a:srgbClr val="FFEFD1"/>
              </a:gs>
              <a:gs pos="65000">
                <a:srgbClr val="F0EBD5"/>
              </a:gs>
              <a:gs pos="100000">
                <a:srgbClr val="D1C39F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Reliability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Shape 129">
            <a:extLst>
              <a:ext uri="{FF2B5EF4-FFF2-40B4-BE49-F238E27FC236}">
                <a16:creationId xmlns:a16="http://schemas.microsoft.com/office/drawing/2014/main" id="{D21000CE-616B-90EE-9F17-FB8A88196127}"/>
              </a:ext>
            </a:extLst>
          </p:cNvPr>
          <p:cNvSpPr/>
          <p:nvPr/>
        </p:nvSpPr>
        <p:spPr>
          <a:xfrm>
            <a:off x="3180464" y="4941510"/>
            <a:ext cx="1668712" cy="341360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Crash recovery</a:t>
            </a:r>
          </a:p>
        </p:txBody>
      </p:sp>
      <p:sp>
        <p:nvSpPr>
          <p:cNvPr id="9" name="Shape 129">
            <a:extLst>
              <a:ext uri="{FF2B5EF4-FFF2-40B4-BE49-F238E27FC236}">
                <a16:creationId xmlns:a16="http://schemas.microsoft.com/office/drawing/2014/main" id="{3DCA5D58-238C-EB57-EAE7-8D0C973B7B68}"/>
              </a:ext>
            </a:extLst>
          </p:cNvPr>
          <p:cNvSpPr/>
          <p:nvPr/>
        </p:nvSpPr>
        <p:spPr>
          <a:xfrm>
            <a:off x="3193964" y="5348555"/>
            <a:ext cx="1668712" cy="341360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Fault tolerance</a:t>
            </a:r>
          </a:p>
        </p:txBody>
      </p:sp>
      <p:sp>
        <p:nvSpPr>
          <p:cNvPr id="10" name="Shape 129">
            <a:extLst>
              <a:ext uri="{FF2B5EF4-FFF2-40B4-BE49-F238E27FC236}">
                <a16:creationId xmlns:a16="http://schemas.microsoft.com/office/drawing/2014/main" id="{1E25E392-3B7E-8140-E9EF-6E2F3D863BC3}"/>
              </a:ext>
            </a:extLst>
          </p:cNvPr>
          <p:cNvSpPr/>
          <p:nvPr/>
        </p:nvSpPr>
        <p:spPr>
          <a:xfrm>
            <a:off x="3219043" y="5801897"/>
            <a:ext cx="1668712" cy="341360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Data duplication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C62411-CD7E-21A2-FB43-DC2015DB2973}"/>
              </a:ext>
            </a:extLst>
          </p:cNvPr>
          <p:cNvCxnSpPr>
            <a:cxnSpLocks/>
          </p:cNvCxnSpPr>
          <p:nvPr/>
        </p:nvCxnSpPr>
        <p:spPr>
          <a:xfrm>
            <a:off x="2708315" y="4266369"/>
            <a:ext cx="436090" cy="55866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ular Callout 1">
            <a:extLst>
              <a:ext uri="{FF2B5EF4-FFF2-40B4-BE49-F238E27FC236}">
                <a16:creationId xmlns:a16="http://schemas.microsoft.com/office/drawing/2014/main" id="{4D9D1B05-BE31-6848-8004-74C37D4DC67C}"/>
              </a:ext>
            </a:extLst>
          </p:cNvPr>
          <p:cNvSpPr/>
          <p:nvPr/>
        </p:nvSpPr>
        <p:spPr>
          <a:xfrm>
            <a:off x="649415" y="5369160"/>
            <a:ext cx="2058900" cy="586764"/>
          </a:xfrm>
          <a:prstGeom prst="wedgeRectCallout">
            <a:avLst>
              <a:gd name="adj1" fmla="val 73598"/>
              <a:gd name="adj2" fmla="val -86673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ARIES algorithm</a:t>
            </a:r>
          </a:p>
        </p:txBody>
      </p:sp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3747E866-9083-3442-3F2E-8ABD7EF4336A}"/>
              </a:ext>
            </a:extLst>
          </p:cNvPr>
          <p:cNvSpPr/>
          <p:nvPr/>
        </p:nvSpPr>
        <p:spPr>
          <a:xfrm>
            <a:off x="5579889" y="5072379"/>
            <a:ext cx="2586106" cy="1577835"/>
          </a:xfrm>
          <a:prstGeom prst="wedgeRectCallout">
            <a:avLst>
              <a:gd name="adj1" fmla="val -79107"/>
              <a:gd name="adj2" fmla="val -26899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Hardware: 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Arrangement of multiple disks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Voting among multiple disks/modules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Disk block write</a:t>
            </a:r>
          </a:p>
        </p:txBody>
      </p:sp>
      <p:sp>
        <p:nvSpPr>
          <p:cNvPr id="14" name="Rectangular Callout 13">
            <a:extLst>
              <a:ext uri="{FF2B5EF4-FFF2-40B4-BE49-F238E27FC236}">
                <a16:creationId xmlns:a16="http://schemas.microsoft.com/office/drawing/2014/main" id="{E9C66FFB-6F92-3D12-6CC8-369176E22DAF}"/>
              </a:ext>
            </a:extLst>
          </p:cNvPr>
          <p:cNvSpPr/>
          <p:nvPr/>
        </p:nvSpPr>
        <p:spPr>
          <a:xfrm>
            <a:off x="2974672" y="6336405"/>
            <a:ext cx="2058900" cy="365882"/>
          </a:xfrm>
          <a:prstGeom prst="wedgeRectCallout">
            <a:avLst>
              <a:gd name="adj1" fmla="val -2450"/>
              <a:gd name="adj2" fmla="val -110638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Distributed database</a:t>
            </a:r>
          </a:p>
        </p:txBody>
      </p:sp>
    </p:spTree>
    <p:extLst>
      <p:ext uri="{BB962C8B-B14F-4D97-AF65-F5344CB8AC3E}">
        <p14:creationId xmlns:p14="http://schemas.microsoft.com/office/powerpoint/2010/main" val="45297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897A86-F504-2F48-C80A-D68ABF393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000" y="2637225"/>
            <a:ext cx="7520001" cy="887360"/>
          </a:xfrm>
        </p:spPr>
        <p:txBody>
          <a:bodyPr/>
          <a:lstStyle/>
          <a:p>
            <a:r>
              <a:rPr lang="en-US" dirty="0"/>
              <a:t>A related concept on distributed databases first -  atomicity</a:t>
            </a:r>
          </a:p>
        </p:txBody>
      </p:sp>
    </p:spTree>
    <p:extLst>
      <p:ext uri="{BB962C8B-B14F-4D97-AF65-F5344CB8AC3E}">
        <p14:creationId xmlns:p14="http://schemas.microsoft.com/office/powerpoint/2010/main" val="176401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257800"/>
          </a:xfrm>
        </p:spPr>
        <p:txBody>
          <a:bodyPr>
            <a:normAutofit/>
          </a:bodyPr>
          <a:lstStyle/>
          <a:p>
            <a:r>
              <a:rPr lang="en-US" sz="2400" dirty="0"/>
              <a:t>The two-phase commit protocol (2PC) can help achieve atomicity in distributed transaction processing</a:t>
            </a:r>
          </a:p>
          <a:p>
            <a:pPr lvl="1">
              <a:buFont typeface="Wingdings" pitchFamily="2" charset="2"/>
              <a:buChar char="§"/>
            </a:pPr>
            <a:endParaRPr lang="en-US" sz="2000" dirty="0"/>
          </a:p>
          <a:p>
            <a:pPr lvl="2">
              <a:buFont typeface="Wingdings" pitchFamily="2" charset="2"/>
              <a:buChar char="§"/>
            </a:pPr>
            <a:endParaRPr lang="en-US" sz="1600" dirty="0"/>
          </a:p>
          <a:p>
            <a:pPr lvl="1">
              <a:buFont typeface="Wingdings" pitchFamily="2" charset="2"/>
              <a:buChar char="§"/>
            </a:pPr>
            <a:endParaRPr lang="en-US" sz="1600" dirty="0"/>
          </a:p>
        </p:txBody>
      </p:sp>
      <p:sp>
        <p:nvSpPr>
          <p:cNvPr id="28" name="AutoShape 2" descr="data:image/jpeg;base64,/9j/4AAQSkZJRgABAQAAAQABAAD/2wCEAAkGBxAPEA8UEA8WEBUQEBQQFBARFBYVERAVFBUXFhQVGBQYKCggGBsnHRQVITIhJiksLi4uFx8zODMtNygtLywBCgoKDg0OGxAQFywkHx0uLC0yLC43LC8sLDQvLCsuLywsLCw3LC8sLC0rNDcsLCwsLCwsLCwsLSwsLCwsLCwsLP/AABEIAOEA4QMBIgACEQEDEQH/xAAcAAEAAQUBAQAAAAAAAAAAAAAABwECBAUGAwj/xABGEAABAwIBBggLBQgDAAMAAAABAAIDBBEFBhIhMUFhBxMiNVFxgbIUMjNScnN0kaGxsyNCYpLwJEOCosHC0eElNFNEVJP/xAAZAQEBAAMBAAAAAAAAAAAAAAAAAQIDBAX/xAArEQEBAAEDAAkEAgMAAAAAAAAAAQIDBBESITEyQVFhcYEUM6HRE/AiYpH/2gAMAwEAAhEDEQA/AJxREQEREBERAREQEREBERARczlTl1Q4ddsknGS20U8VnSbs7YwdZG66hzKrhBrsQJZneDwuNhBCTd99QfJ4z+oWBvqROUp5V8JdFQ5zIz4XMNHFxEcWw/jl1DqFzuCiLHsr8QxOQNfI6zjyKanDgz8reU89d91ltMl+DSqqs19RekiNjZw+3eN0Z8Trd7ipWwLJ2jw1n2EYYSLOmfypX9bzp7BYblREuS3CPXUBDJCaqJpsYpnHjGWOkNkNyLdDrjRbQpiyXyzosSFoJM2S13U8tmzN6bDU4b2kha7KTI6ixIZz2ZkhGioisJN2dseOvssolylyFrcOPGAGaNhzhUQXBjtqLmjlRneLgdKHY+jEUGZKcK1VTZrKwGri1cZoFQwdeqTtsfxFS9gGUVJXsz6WZslvGZqkjvscw6W/I7FDltUREUREQEREBERAREQEREBERAREQEREBFr8axqmoozJUzNibszvGcehrRpcdwBKibKrhbmlzmUDOIZq4+QAzO9FulrOs3PUUEn5R5U0eHNvUzBriLtibypX+iwabbzYb1D+VfClV1ecymvRxG4u0/bvG+QeJ1N0jzitFgWTFdijy9jXODncurnc7MJ1El5uZD1X32Ur5McHdHRZr5B4VKNPGSgcWw9LI9IHWbneFU7UZZM5B1tfZ+b4PE434+YG776SWM1v69APSpayayMosOAcxmfIBpqJbF49HYwdXaSt1PWhvi8o/Ba6eZz/ABj2bB2KcjMqMRA0MF951e7atZLI5xu43Qq0rEXQzuYbtNt2w9i2lNibXaHck9P3T27FpyqFBh5UcHVHW5z4v2WU6c+MDi3n8cegdosetRVi+AV+ESte4OizTyKqBxzDuzxYtv5rrX6Cpnpqx8eo3HmnV/pbSKrimaWuA5QsY3gFrgdY06CNysojrJXhde3NjxFmeNXhMQ5Y3viGg9bbeiVK2GYnBVRiSnlbMw/eYbi+0HoO46VG2VHBbBNnPoXCnfr4l1zA47tsfZcbgo4LcRwaov8AaUknSNMcwHvZK3dptuKyH02ii/JXhcikzY8QZxDtA4+MEwuP4m6XM+I6SFJlPOyRjXxvbI1wu17CHNcOkOGghRXoiIgIiICIiAiIgIiICKyWRrGlznBrWi5c4gAAaySdQUcZVcLVPBnMoWiqfq443FO07jrk7LD8SCQq6tip43STSNiY3W97g1o7Sotyr4XQM6PDmZ2zwmZpzf4IjpPW63olR9VVeIYxUAOMlXJrbG0ciIHoaLNjGzONt5K77JjgpY2z8Qfxh1+DxEhg9OTQXdQsN5VRwNJQ4hjE7nDjKqS9nzSHkR7bF55LBpvmjsCkzJjgvpoM19YRVSa+LtanafR1yfxaPwruIIooGNZExsbGizY4wGtb1AaAvKWYncNynJw9nzMYAGgaBYNboAA2blhTTudrOjoGpUKsKivMq0r0KsKiPMq0q8q0oLCrSryrSgtVpVxVEGXS4i9mg8odB1jqKz5mU9ZGY5WNla7XHIAe2x27wsKnw5x0vOYP5j2bFmszWCzBm9J+8e1VUX5d8HMVJDLU00pDI80ugk5RAc4N5Ems6SNDr7dK9uAmskFTVQ5x4swcbmX5Ie17W5wGwkON+mw6F2fCVzVW+gz6rFwnAZzhUexu+rEsk8U4IiKKIiICIiAiIgIiIPm7KvKStxOpfG573M44shpYwczQ6zBmDx36BpNzcm1hoXS5McFUj819e/im6/B4yDIdz36Q3qFzvC5XJfnel9uH1F9Dq1IwsLwynpIxHTxNiYNjRpcelx1uO8kle73nZoV7gvMhYq8XKwr1IXmQg8yrCvQqwqDzKsK9CrCiPMq0q8q0oLCrSvaOFzzZov8AIdqz4aFjNL+UejYP8oMCno3yahYecdX+1sIYGRahnO84/wBF6PkJ6uheZKqj3k61YShKsJQa/hJ5qrfQZ9Vi4HgM5wn9if8AViXfcJHNVb6tv1GLgOA3nGb2KT6sKsTxTmiIiiIiAiIgIiICIiD5pyX53pfbh9RTrjlY6BsTm6ftQC3zmlrrj4fBQVkvzvS+3D6inHKMciL1w7j0qRn01Q2Vgew3B946Qd6q4LnKNz4XZ0WkHxozqdvHQV0FLVMmF2mxGtp0OaeghRRwXmV7PbZeRCDyKsK9SvMoPMqwr0K9YqUu16B8VEYmaTqF9yy4aDa82/CNfvWUxrWeKO3arXOVVXOAFmiw3LzJQlWkoKEqwlVJVhKASrCUJVpKiMThH5rrfVt+o1R9wG85TewyfWgUhcIvNdd6od9qjvgOP/Jy+wS/Wp1lC9qdkREUREQEREBERAREQfNOS/O9L7cPqKc8oPJsPRID/K5QZkvzvS+3D6inLKXyGjTyv7HJUjTYRiEVQ3OieHC9jsIO8HSFtmjSDqI2jX71BVJi89HPnMJb/UaLgg6CNx+Ck/JzLOnqg1shEUmrSfs3Hc46juPxUHaRVXnDtH+F6ANdqP66lhNXhKiti+A9a8xA47Lda1wr5GanX3O0/wC1XHsRkZFTlhzTM9gcRrAIBIHQg2zImt3lVc66oVQlBQlWkoSrCUAlWEqpKsJQCVYShKtJURQlWkoSrCUHnwic113qh32qOeA/nST2CX61OpG4Q+a671P9zVHPAhzpJ7DL9WBZQqd0REUREQEREBERAREQfNOS/O9L7cPqKdMoDaJp6Hg/yuUF5L870vtw+opyyl8h/F/Y5KkcJWYLS4oxz4nBkgNnAjb+No1H8Q+K5ym4P63OfYZmboBL2gP6td+2y9cpI58NrHPhu1ucSCNovpHQd4K6rJvLiCoAbMRC/Vnfu3HrPiHcdG9QcbRZU1uHP4p5JDDm8XILtFtYtrb2Gy6mh4Q6eWwlYYz0tIc33GxHuK2mU2SENeQ/P4t+aBnWzmvtqJGg3touDqUfYvkFVwXLW8Y0bY+V/L43wKdQkmkxGKoaXQvzwDY6CCDrsQetZOUvkqH1jO6Fy+QEJZSvDhYiXN0i2pjL/G66jKXyVD6xndCDoCVaSjirCUUJVhKqSrCUAlWEoSrSVEUJVpKEqwlAJVhKqSrCUFeEHmuu9Se8FG/Ajzo/2KX6sKknhA5rrvUH5hRtwJc6O9il+pCsoVPCIiKIiICIiAiIgIiIPmnJfnel9uH1FOmUAvE0HbIB/K5QXkvzvS+3D6inXHvJt9YO65KkaWqhiqGFlU242Tge4vA8U/jGjpAXBZSZBTQEyQctpGcHM03Gu9hrG8KRadZMbCy/FuzLm5YRnRuPSWdO8WO9QQzheVFbQnNzjmj7juVH+U6uyy6yh4SIngCaLNPTGdH5XWt7yunxfAqWqB46AxOP72K72HrA5Q9x61wmM8HErQX0z2zs6YyDbrA1Hcg7ehxOKqZnxEkA5puLEGwNvcQsrKbyVD6xndC5vIamfFTPa9paRKRYi2pjB/RdJlP5Kh9YzuhFbxxVhKq4qwlAJVhKErX4vi8FIzPnkDAdQ1ueehrRpKSW3iJbx2s0lWkri6nKmsn/AOtTtgZ/61Ol5HSGDV8QtNVTyP8A+xiUj/wQnMb1WZoXVhs8729TRluMZ2JIlkDfGIb1m3zWM7EIf/aP87f8qMTBQg3Mb5CfvOJues3Cr+xf/VPvP+Vu+h/2/DX9V6JNbVRu8WRrupwPyV7lFxjoTrp3DqJ/yvWBkDbcTUz0/QGvcG+4KXY+WX4Wbr0Shl/zXXeoPzCjXgT50d7HL9SJZtZiOIzU00PhUdXHKwsOe1olaD5rm7fSWHwWWosUHhLhCH08kTTJyQXufGWi50ac0rTnt88fVtx1sck8IiLnbhERAREQEREBERB805L870vtw+op1x7ybfWDuuUFZL87Uvtw+op1x7ybfWDuuSpGtp1mtWDAelc7JjksznFkrom2u1sYjBzTpaXmRrruI02FgL202utGvr4aOPSzrHPOYTmuzasaaMZ2cOS7z2ktf+YaVh5OYoahjg+xfGRcgWD2uvmuzdhu1wI6W31EBZ8y2Y5TKSzsrKXmcxgPbYuJcXFzs4k26ANgGwBVyn8lResZ3QqyqmVHkqL1je6FkrcOKsJVXFWEojBxrEm0sEsztIjbfN1ZzibNb2kgKN5JnAioqftZ5RnNafFhbsDR90C/60ldZwkc3y+sj74Wtx3A5KinhqqdpkDYwyVjRdzLaSQNouTfdY9K9DaTGY9K+N4cm45t4ng5apq3yHluJ3amjsXiqAqq9FxiIiAiIgq1xBuDY9I0FZ0da2QcXUNEjDozj4zd9/6rAWwwTBpq2QRwtJ899uRGOlx+Q1lY5cSc1ZzbxHb8HePSxVBoKh5kaWF9NI48rNaLmInaLAkdGadlgJIURROjGO4cyI5wiL4y4feIjkztO3XbsKl1eTucZMpZ4zl6OhbceL4CIi524REQEREBUKqvNxQfNuS/O1L7cPqKdce8m31g7rlBWS3O1L7cPqKdce8m31g7rkqRqRHntc29s5pbfouLLhpGvjc8OFnDx23AzDtvf7ush2oixXe06yH07HkFzGuLdRc0Et6idS5NztsdfGS3sa9TTmc4rS5F0bmsfIdUgaxv4msL3F43EyEA7Q240ELeTL3avCZb8MJhjMZ2RnJxOIwpVTKnyVF6xvdCrKqZU+SovWN7oWbJs3FWEqrirCVEczwjH9gk9ZH3wrcl8TfTi7ToJ5Tdh0D4qvCL/wBCT1kfeCwcN8QfrYF6W2kujZfNx61s1JZ5OrrsEw+vGe+Iwvfp42HkknaXDUT1g9a0FVwauN/B6xj+hsrS09rm3+S6LDHfZM6j8ysqZ9mOI1gFYTUzwvGNZ9HHKc2I/qOD/EWaomSehI3+/NWKcisSH/w3f/pEfk5do+ulGqRw6jZYsuJT/wDvJ+dy3TW1fT8tV08PVzMeQuJuP/Vzd7pYrD3OJ+CzouDqqGmeeCBu0ueSR2WA+Ky566Y65pD1vd/layY30nTvKy6epfGT4Y9HCeFbCPAsJpdM9U+scP3cIzWHtB/vXji2VT3R8TSxNo4dIzY9D3A67uFrX2207ytTKsSVZTDm85Xn++SXPjqnUysledcN9N/03qcgoOyWH/KYceh7/puU3tK5N7357Ona92+69ERcbpEREBERBQrwmcvZxWFUvQfO+S3O1L7a36inbH/Jt9YO65QTkrztSe2t+op2x/ybfWDuuSpER4Ll9NRTGnxWNzbGzZ7cq2wuA0OG8dG1SjR1UczGvie2RjhcPYbtPaoZnx1pcaPHackAkR1QA42MHU640OHzt95VbguJ4V+0YVUeGUzuV9nywQNj49OrVfZp0hOBNzV4zKPMnuF2mksytjNM/UXtBdGd9vGb8V3FLiUFS3OgmZMOmNwdbrA0jtUFsqplV5Ki9Y3uhVlVMq/JUfrG90IrPcVYSquKsJURz2XYvRPH44+8sHD/ABR+tgWflt/03+mzvLBoPFH62BentftfP6cWv9z4dJhz/s29vzKypX8l3UVraN/JHb81lF/JPUteU62eN6mBKsOVZkqw5VsjCsSVYcqzJVhyrZGusSVYkqy5ViSrbGFZ+SY/5Gi9N303KaWFQvklzjRem76blNLAuHe9+ezs2vdvuvCqqBVXG6RERAREQechWtq3LYSrVVhQQHkpzrSe2t76nbHmkxC2x47NDh/UKCMqcNkw+tdmOLOXx8Eo1jlXFj0tOjsHSpmyLyljxOmzjYSsAZPF0O84DzXax2jYlSIZr8Qlpj4JjVOaiEk8XUA3mjBPjMkPjDVoO69tSrR4XX4eDU4NVeGU50uazS5o82SE6Qbbbb9CmPG8AhmY6OeMSxO1Z2tp3HWDvCi/FeD2vw6Qz4RO5wGnir2lA6LapBu29CDHblZhGJcnFaLwaU66iEEXPSQNPvzlU8HLH/aYRijX20hpdZ7f4m6b9YCw5MrKOpJjxrDc2UHNNRC3i5gelzdAJ6/cqxZGUk5D8JxZudrbFMTHIDuOs9je1BIWSFPWxUxZXuL5WyOAcXBxLLNzTnDXpvr0re5V+So/WN7oWiyQpa2GmLK55fK2RwDnODyWWbmnOF9t9elb3KzyVH6xvdCgynFWEqrirCVBostT+xv9NneWHQ+KP1sCy8tGO8EeSLDPZr1nldCxaLxR+ti9La/a+f04tf7nw2dO+wWU1+hYMayY1coYrZVhyrMlWHKkKxJVhyrMlWHKtka6xJViSrLlWJKtsYVsckOcqH03fTcpqAUJZLOtiFGeh7u45TXDJnBcO9789v27Nr3b7vRERcbpEREBERB5SBa6qjW1IWPNHdBwmV2T7K2EsdyXNOdHJ5jv6g6iP8BRJQ1lXhVXnN+zljNnNOlkjTsPnNNta+g6qnXJ5UZMxVrLPGa9viStHKZu3t3fJErb5J5W02Jx8ghkoH2lO48odJHnN3++y20tH5vuP+V894rg1Vh8gc67c112VERIbfZZw0tO4/Fdfk7wrTRAMrY+PaNHGx2bL2tPJd8E4OXf4vgNNVjNqqdkui13DljqeNI7Co+xrghpnEupZ305813LZ1AixA67qRMJyxw+rsI6pgcf3cv2b/yvtfsutw+lY7Z2gqDgckMJqKOmMVTKJXCRxa8Oc4ZhDbDlWtqOhb3K3yVH6xvdC3EmFNOpxHuK95aGOQR8Y0P4vS2+q9rXttRWthpXv1Cw846v9rPZSMjBJ0kC5c7UN+5c/lPl/R0N2B3hEw0cVERZp/G/U3q0ncokykyvrcRObI/NjJ0U8Vww9F9rz1+4K8I7PLXK2lnBpoH8c4uDnSM8k3NN7Z33j1aN6yaPxR+tij7C8BnBD3DM0GzD4xuNvQu2wetEjR5zRZzdoI0Xt0L0NtZ/HZ6uPXn+fLdRrJjWLEVlRq5McVsqw5VmSrDlSLWJKsOVZkqw5VsjXWJKsSVZcqxZB06AtsYVlZOn9upPSPccpkoHKKMiMPdPVCW3Igvp2OeQQB7jf3dKlqijsFwbyy5yeUdm2nGDLREXI6RERAREQFaQrkQY0sV1r6ilW4IXm+O6DlaygDgQ5ocCLFpFwR0EHWuIxng/gkJMJNO47Byo/wAp1dhtuUry011hTUW5BA+IZFVkV7MbMOmNwv8AldY+6618dRXUnivqKa2wGSNvu0AqepaDcsWSg3K8pwh+HL3FG+LXv/ibE/vtKYnl3iVRHxclUQ06HcW1kZf1uYAbbhYKVJcGjd40TXdbQfmrIsn4QQRBGCNREbQR22Q4RTg+StRUWLm8Sw/ecOU70Wa+027V3GEZMxQeIy7tr3aXnt2dQXYQ4buWwp8OHQocOciwbO2LEr8ks858bjFINThqPWP12rvoaMDYskU42hZYZ5YXnGpljMpxUTPfWUvl6cvaP3sOkdZA1dtlk0mUFO794G7ngt+OpSZJQNK1NdkzDL48LHnpLRf3610zcy97H/jRdCzu1yvhsbvFe13ouB+S8pHLbT5B0p/dFvovf8rrFPB9T9D/AM3+lnNbS9WN0s/Rp5ngayB1la+eriGuRvYb/JdXHkBTDWxx63n+llsqTI2mZa1O0+kM7vXV+p055p/BnfJHDJnSm0ET5T+FpsOvo7VvMKyMnmIdVO4tuvimG7juLtQ+PYpHpsKa0AAAAbALD3LOip2t2LXnu8r1Yzhsx22M7etrsKwpkLGtYwMa0WAGr/Z3rbNFlVFyc8ugREQEREBERAREQFQoiCxy8XoiDGkWO9EQeRVWoiDJiWXGiIMhquCIgqiIgoVYURBVqvREBERAREQEREBERB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28" y="3965454"/>
            <a:ext cx="1066799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514600"/>
            <a:ext cx="1066799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Can 28"/>
          <p:cNvSpPr/>
          <p:nvPr/>
        </p:nvSpPr>
        <p:spPr>
          <a:xfrm>
            <a:off x="7086599" y="2660946"/>
            <a:ext cx="914400" cy="774107"/>
          </a:xfrm>
          <a:prstGeom prst="ca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79135" y="3505200"/>
            <a:ext cx="1529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MS PGothic" panose="020B0600070205080204" pitchFamily="34" charset="-128"/>
                <a:cs typeface="+mn-cs"/>
              </a:rPr>
              <a:t>Database Server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51617" y="3513032"/>
            <a:ext cx="11300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MS PGothic" panose="020B0600070205080204" pitchFamily="34" charset="-128"/>
                <a:cs typeface="+mn-cs"/>
              </a:rPr>
              <a:t>Participant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027" y="5018391"/>
            <a:ext cx="1078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MS PGothic" panose="020B0600070205080204" pitchFamily="34" charset="-128"/>
                <a:cs typeface="+mn-cs"/>
              </a:rPr>
              <a:t>Coordinator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62272" y="3047999"/>
            <a:ext cx="2624328" cy="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1183" y="3951591"/>
            <a:ext cx="1066799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" name="Can 54"/>
          <p:cNvSpPr/>
          <p:nvPr/>
        </p:nvSpPr>
        <p:spPr>
          <a:xfrm>
            <a:off x="7116382" y="4097937"/>
            <a:ext cx="914400" cy="774107"/>
          </a:xfrm>
          <a:prstGeom prst="ca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808918" y="4942191"/>
            <a:ext cx="1529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MS PGothic" panose="020B0600070205080204" pitchFamily="34" charset="-128"/>
                <a:cs typeface="+mn-cs"/>
              </a:rPr>
              <a:t>Database Server 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81400" y="4950023"/>
            <a:ext cx="11300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MS PGothic" panose="020B0600070205080204" pitchFamily="34" charset="-128"/>
                <a:cs typeface="+mn-cs"/>
              </a:rPr>
              <a:t>Participant 2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4492055" y="4484990"/>
            <a:ext cx="2624328" cy="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1183" y="5399391"/>
            <a:ext cx="1066799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0" name="Can 59"/>
          <p:cNvSpPr/>
          <p:nvPr/>
        </p:nvSpPr>
        <p:spPr>
          <a:xfrm>
            <a:off x="7116382" y="5545737"/>
            <a:ext cx="914400" cy="774107"/>
          </a:xfrm>
          <a:prstGeom prst="ca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808918" y="6389991"/>
            <a:ext cx="1529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MS PGothic" panose="020B0600070205080204" pitchFamily="34" charset="-128"/>
                <a:cs typeface="+mn-cs"/>
              </a:rPr>
              <a:t>Database Server 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81400" y="6397823"/>
            <a:ext cx="11300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MS PGothic" panose="020B0600070205080204" pitchFamily="34" charset="-128"/>
                <a:cs typeface="+mn-cs"/>
              </a:rPr>
              <a:t>Participant 3</a:t>
            </a:r>
          </a:p>
        </p:txBody>
      </p:sp>
      <p:cxnSp>
        <p:nvCxnSpPr>
          <p:cNvPr id="63" name="Straight Connector 62"/>
          <p:cNvCxnSpPr/>
          <p:nvPr/>
        </p:nvCxnSpPr>
        <p:spPr>
          <a:xfrm>
            <a:off x="4492055" y="5932790"/>
            <a:ext cx="2624328" cy="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Connector 1023"/>
          <p:cNvCxnSpPr/>
          <p:nvPr/>
        </p:nvCxnSpPr>
        <p:spPr>
          <a:xfrm flipV="1">
            <a:off x="1644976" y="3124200"/>
            <a:ext cx="5786" cy="84125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6" name="Straight Arrow Connector 1025"/>
          <p:cNvCxnSpPr/>
          <p:nvPr/>
        </p:nvCxnSpPr>
        <p:spPr>
          <a:xfrm>
            <a:off x="1650762" y="3124200"/>
            <a:ext cx="2083038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Straight Arrow Connector 1030"/>
          <p:cNvCxnSpPr/>
          <p:nvPr/>
        </p:nvCxnSpPr>
        <p:spPr>
          <a:xfrm>
            <a:off x="1955562" y="4484990"/>
            <a:ext cx="18288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V="1">
            <a:off x="1701324" y="4950023"/>
            <a:ext cx="0" cy="106977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1701324" y="6019800"/>
            <a:ext cx="2083038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035"/>
          <p:cNvSpPr txBox="1"/>
          <p:nvPr/>
        </p:nvSpPr>
        <p:spPr>
          <a:xfrm>
            <a:off x="1757637" y="2726518"/>
            <a:ext cx="1939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MS PGothic" panose="020B0600070205080204" pitchFamily="34" charset="-128"/>
                <a:cs typeface="+mn-cs"/>
              </a:rPr>
              <a:t>Prepare to commit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73568" y="385589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MS PGothic" panose="020B0600070205080204" pitchFamily="34" charset="-128"/>
                <a:cs typeface="+mn-cs"/>
              </a:rPr>
              <a:t>Prepare to commit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14480" y="5587785"/>
            <a:ext cx="1939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MS PGothic" panose="020B0600070205080204" pitchFamily="34" charset="-128"/>
                <a:cs typeface="+mn-cs"/>
              </a:rPr>
              <a:t>Prepare to commit</a:t>
            </a:r>
          </a:p>
        </p:txBody>
      </p:sp>
      <p:sp>
        <p:nvSpPr>
          <p:cNvPr id="1039" name="TextBox 1038"/>
          <p:cNvSpPr txBox="1"/>
          <p:nvPr/>
        </p:nvSpPr>
        <p:spPr>
          <a:xfrm>
            <a:off x="76670" y="2514600"/>
            <a:ext cx="1761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MS PGothic" panose="020B0600070205080204" pitchFamily="34" charset="-128"/>
                <a:cs typeface="+mn-cs"/>
              </a:rPr>
              <a:t>Phase I: Voting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FF20DC92-1013-3A58-7F26-CB2160422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2" y="395066"/>
            <a:ext cx="7520001" cy="887360"/>
          </a:xfrm>
        </p:spPr>
        <p:txBody>
          <a:bodyPr/>
          <a:lstStyle/>
          <a:p>
            <a:r>
              <a:rPr lang="en-US" dirty="0"/>
              <a:t>Atomicity in distributed transaction processing</a:t>
            </a:r>
          </a:p>
        </p:txBody>
      </p:sp>
    </p:spTree>
    <p:extLst>
      <p:ext uri="{BB962C8B-B14F-4D97-AF65-F5344CB8AC3E}">
        <p14:creationId xmlns:p14="http://schemas.microsoft.com/office/powerpoint/2010/main" val="818986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extLst>
    <p:ext uri="{3A86A75C-4F4B-4683-9AE1-C65F6400EC91}">
      <p14:laserTraceLst xmlns:p14="http://schemas.microsoft.com/office/powerpoint/2010/main">
        <p14:tracePtLst>
          <p14:tracePt t="17460" x="3255963" y="3208338"/>
          <p14:tracePt t="17523" x="3255963" y="3190875"/>
          <p14:tracePt t="17530" x="3255963" y="3173413"/>
          <p14:tracePt t="17539" x="3255963" y="3167063"/>
          <p14:tracePt t="17547" x="3255963" y="3149600"/>
          <p14:tracePt t="17556" x="3255963" y="3121025"/>
          <p14:tracePt t="17589" x="3255963" y="3103563"/>
          <p14:tracePt t="17590" x="3255963" y="2973388"/>
          <p14:tracePt t="17605" x="3255963" y="2932113"/>
          <p14:tracePt t="17606" x="3255963" y="2879725"/>
          <p14:tracePt t="17610" x="3255963" y="2827338"/>
          <p14:tracePt t="17622" x="3260725" y="2749550"/>
          <p14:tracePt t="17626" x="3260725" y="2697163"/>
          <p14:tracePt t="17639" x="3273425" y="2655888"/>
          <p14:tracePt t="17642" x="3273425" y="2586038"/>
          <p14:tracePt t="17655" x="3284538" y="2527300"/>
          <p14:tracePt t="17659" x="3297238" y="2468563"/>
          <p14:tracePt t="17672" x="3321050" y="2409825"/>
          <p14:tracePt t="17675" x="3343275" y="2351088"/>
          <p14:tracePt t="17689" x="3355975" y="2292350"/>
          <p14:tracePt t="17692" x="3390900" y="2233613"/>
          <p14:tracePt t="17705" x="3414713" y="2174875"/>
          <p14:tracePt t="17708" x="3449638" y="2109788"/>
          <p14:tracePt t="17722" x="3473450" y="2068513"/>
          <p14:tracePt t="17725" x="3525838" y="1985963"/>
          <p14:tracePt t="17739" x="3556000" y="1968500"/>
          <p14:tracePt t="17741" x="3614738" y="1909763"/>
          <p14:tracePt t="17756" x="3619500" y="1898650"/>
          <p14:tracePt t="17758" x="3660775" y="1874838"/>
          <p14:tracePt t="17772" x="3678238" y="1862138"/>
          <p14:tracePt t="17777" x="3719513" y="1833563"/>
          <p14:tracePt t="17778" x="3743325" y="1809750"/>
          <p14:tracePt t="17789" x="3767138" y="1803400"/>
          <p14:tracePt t="17794" x="3790950" y="1792288"/>
          <p14:tracePt t="17806" x="3832225" y="1774825"/>
          <p14:tracePt t="17811" x="3849688" y="1774825"/>
          <p14:tracePt t="17822" x="3854450" y="1763713"/>
          <p14:tracePt t="17827" x="3890963" y="1763713"/>
          <p14:tracePt t="17839" x="3908425" y="1757363"/>
          <p14:tracePt t="17844" x="3937000" y="1757363"/>
          <p14:tracePt t="17856" x="3967163" y="1757363"/>
          <p14:tracePt t="17861" x="3990975" y="1757363"/>
          <p14:tracePt t="17872" x="4030663" y="1757363"/>
          <p14:tracePt t="17877" x="4049713" y="1757363"/>
          <p14:tracePt t="17889" x="4078288" y="1757363"/>
          <p14:tracePt t="17894" x="4095750" y="1757363"/>
          <p14:tracePt t="17906" x="4148138" y="1763713"/>
          <p14:tracePt t="17910" x="4178300" y="1763713"/>
          <p14:tracePt t="17922" x="4206875" y="1792288"/>
          <p14:tracePt t="17927" x="4248150" y="1809750"/>
          <p14:tracePt t="17939" x="4295775" y="1844675"/>
          <p14:tracePt t="17944" x="4378325" y="1898650"/>
          <p14:tracePt t="17946" x="4406900" y="1933575"/>
          <p14:tracePt t="17956" x="4489450" y="1998663"/>
          <p14:tracePt t="17962" x="4524375" y="2062163"/>
          <p14:tracePt t="17972" x="4572000" y="2109788"/>
          <p14:tracePt t="17979" x="4624388" y="2174875"/>
          <p14:tracePt t="17989" x="4672013" y="2233613"/>
          <p14:tracePt t="17994" x="4695825" y="2279650"/>
          <p14:tracePt t="18006" x="4748213" y="2355850"/>
          <p14:tracePt t="18011" x="4783138" y="2420938"/>
          <p14:tracePt t="18023" x="4824413" y="2479675"/>
          <p14:tracePt t="18027" x="4859338" y="2544763"/>
          <p14:tracePt t="18039" x="4895850" y="2603500"/>
          <p14:tracePt t="18044" x="4937125" y="2668588"/>
          <p14:tracePt t="18056" x="4959350" y="2727325"/>
          <p14:tracePt t="18061" x="4995863" y="2790825"/>
          <p14:tracePt t="18073" x="5018088" y="2832100"/>
          <p14:tracePt t="18077" x="5054600" y="2908300"/>
          <p14:tracePt t="18089" x="5065713" y="2967038"/>
          <p14:tracePt t="18094" x="5076825" y="3008313"/>
          <p14:tracePt t="18106" x="5106988" y="3103563"/>
          <p14:tracePt t="18110" x="5113338" y="3143250"/>
          <p14:tracePt t="18115" x="5130800" y="3232150"/>
          <p14:tracePt t="18123" x="5141913" y="3325813"/>
          <p14:tracePt t="18130" x="5165725" y="3402013"/>
          <p14:tracePt t="18156" x="5165725" y="3473450"/>
          <p14:tracePt t="18157" x="5189538" y="3656013"/>
          <p14:tracePt t="18162" x="5207000" y="3743325"/>
          <p14:tracePt t="18179" x="5207000" y="3954463"/>
          <p14:tracePt t="18189" x="5230813" y="4049713"/>
          <p14:tracePt t="18194" x="5241925" y="4160838"/>
          <p14:tracePt t="18206" x="5241925" y="4248150"/>
          <p14:tracePt t="18211" x="5259388" y="4371975"/>
          <p14:tracePt t="18223" x="5259388" y="4478338"/>
          <p14:tracePt t="18227" x="5259388" y="4583113"/>
          <p14:tracePt t="18239" x="5259388" y="4706938"/>
          <p14:tracePt t="18244" x="5259388" y="4830763"/>
          <p14:tracePt t="18256" x="5259388" y="4954588"/>
          <p14:tracePt t="18261" x="5259388" y="5041900"/>
          <p14:tracePt t="18273" x="5235575" y="5153025"/>
          <p14:tracePt t="18277" x="5224463" y="5241925"/>
          <p14:tracePt t="18290" x="5200650" y="5307013"/>
          <p14:tracePt t="18294" x="5159375" y="5400675"/>
          <p14:tracePt t="18306" x="5148263" y="5453063"/>
          <p14:tracePt t="18311" x="5113338" y="5500688"/>
          <p14:tracePt t="18314" x="5089525" y="5559425"/>
          <p14:tracePt t="18323" x="5076825" y="5600700"/>
          <p14:tracePt t="18330" x="5024438" y="5683250"/>
          <p14:tracePt t="18339" x="4989513" y="5741988"/>
          <p14:tracePt t="18346" x="4972050" y="5770563"/>
          <p14:tracePt t="18356" x="4924425" y="5829300"/>
          <p14:tracePt t="18362" x="4900613" y="5876925"/>
          <p14:tracePt t="18373" x="4854575" y="5922963"/>
          <p14:tracePt t="18378" x="4830763" y="5964238"/>
          <p14:tracePt t="18390" x="4813300" y="5981700"/>
          <p14:tracePt t="18394" x="4795838" y="6011863"/>
          <p14:tracePt t="18406" x="4748213" y="6046788"/>
          <p14:tracePt t="18411" x="4741863" y="6053138"/>
          <p14:tracePt t="18423" x="4719638" y="6070600"/>
          <p14:tracePt t="18427" x="4683125" y="6099175"/>
          <p14:tracePt t="18440" x="4678363" y="6111875"/>
          <p14:tracePt t="18444" x="4630738" y="6129338"/>
          <p14:tracePt t="18456" x="4613275" y="6146800"/>
          <p14:tracePt t="18461" x="4589463" y="6164263"/>
          <p14:tracePt t="18473" x="4548188" y="6199188"/>
          <p14:tracePt t="18478" x="4519613" y="6211888"/>
          <p14:tracePt t="18482" x="4478338" y="6229350"/>
          <p14:tracePt t="18490" x="4448175" y="6253163"/>
          <p14:tracePt t="18499" x="4406900" y="6257925"/>
          <p14:tracePt t="18506" x="4343400" y="6299200"/>
          <p14:tracePt t="18514" x="4319588" y="6299200"/>
          <p14:tracePt t="18523" x="4278313" y="6299200"/>
          <p14:tracePt t="18531" x="4248150" y="6299200"/>
          <p14:tracePt t="18540" x="4206875" y="6305550"/>
          <p14:tracePt t="18546" x="4167188" y="6305550"/>
          <p14:tracePt t="18556" x="4130675" y="6305550"/>
          <p14:tracePt t="18562" x="4078288" y="6305550"/>
          <p14:tracePt t="18573" x="4002088" y="6288088"/>
          <p14:tracePt t="18578" x="3943350" y="6276975"/>
          <p14:tracePt t="18590" x="3884613" y="6264275"/>
          <p14:tracePt t="18594" x="3790950" y="6211888"/>
          <p14:tracePt t="18606" x="3695700" y="6170613"/>
          <p14:tracePt t="18611" x="3636963" y="6146800"/>
          <p14:tracePt t="18623" x="3573463" y="6111875"/>
          <p14:tracePt t="18628" x="3497263" y="6070600"/>
          <p14:tracePt t="18640" x="3432175" y="6018213"/>
          <p14:tracePt t="18645" x="3414713" y="6011863"/>
          <p14:tracePt t="18656" x="3355975" y="5964238"/>
          <p14:tracePt t="18661" x="3308350" y="5918200"/>
          <p14:tracePt t="18673" x="3273425" y="5870575"/>
          <p14:tracePt t="18678" x="3238500" y="5822950"/>
          <p14:tracePt t="18690" x="3201988" y="5746750"/>
          <p14:tracePt t="18694" x="3179763" y="5688013"/>
          <p14:tracePt t="18698" x="3138488" y="5594350"/>
          <p14:tracePt t="18706" x="3108325" y="5500688"/>
          <p14:tracePt t="18714" x="3055938" y="5400675"/>
          <p14:tracePt t="18723" x="3025775" y="5259388"/>
          <p14:tracePt t="18730" x="2986088" y="5130800"/>
          <p14:tracePt t="18740" x="2955925" y="5024438"/>
          <p14:tracePt t="18746" x="2925763" y="4913313"/>
          <p14:tracePt t="18757" x="2903538" y="4837113"/>
          <p14:tracePt t="18762" x="2903538" y="4783138"/>
          <p14:tracePt t="18773" x="2890838" y="4689475"/>
          <p14:tracePt t="18778" x="2890838" y="4602163"/>
          <p14:tracePt t="18790" x="2862263" y="4489450"/>
          <p14:tracePt t="18794" x="2862263" y="4402138"/>
          <p14:tracePt t="18807" x="2862263" y="4313238"/>
          <p14:tracePt t="18812" x="2862263" y="4206875"/>
          <p14:tracePt t="18823" x="2862263" y="4102100"/>
          <p14:tracePt t="18828" x="2862263" y="3995738"/>
          <p14:tracePt t="18840" x="2862263" y="3871913"/>
          <p14:tracePt t="18844" x="2862263" y="3749675"/>
          <p14:tracePt t="18857" x="2862263" y="3660775"/>
          <p14:tracePt t="18861" x="2873375" y="3519488"/>
          <p14:tracePt t="18873" x="2886075" y="3408363"/>
          <p14:tracePt t="18878" x="2886075" y="3302000"/>
          <p14:tracePt t="18890" x="2925763" y="3190875"/>
          <p14:tracePt t="18894" x="2938463" y="3121025"/>
          <p14:tracePt t="18907" x="2967038" y="3025775"/>
          <p14:tracePt t="18911" x="3008313" y="2932113"/>
          <p14:tracePt t="18914" x="3014663" y="2873375"/>
          <p14:tracePt t="18923" x="3073400" y="2762250"/>
          <p14:tracePt t="18930" x="3084513" y="2673350"/>
          <p14:tracePt t="18940" x="3125788" y="2609850"/>
          <p14:tracePt t="18946" x="3149600" y="2532063"/>
          <p14:tracePt t="18957" x="3201988" y="2420938"/>
          <p14:tracePt t="18962" x="3232150" y="2344738"/>
          <p14:tracePt t="18973" x="3267075" y="2268538"/>
          <p14:tracePt t="18978" x="3297238" y="2174875"/>
          <p14:tracePt t="18990" x="3349625" y="2109788"/>
          <p14:tracePt t="18995" x="3402013" y="2033588"/>
          <p14:tracePt t="19007" x="3414713" y="1974850"/>
          <p14:tracePt t="19011" x="3467100" y="1892300"/>
          <p14:tracePt t="19023" x="3490913" y="1833563"/>
          <p14:tracePt t="19028" x="3543300" y="1757363"/>
          <p14:tracePt t="19040" x="3578225" y="1674813"/>
          <p14:tracePt t="19045" x="3614738" y="1627188"/>
          <p14:tracePt t="19057" x="3649663" y="1568450"/>
          <p14:tracePt t="19061" x="3684588" y="1522413"/>
          <p14:tracePt t="19073" x="3719513" y="1492250"/>
          <p14:tracePt t="19078" x="3767138" y="1446213"/>
          <p14:tracePt t="19082" x="3795713" y="1416050"/>
          <p14:tracePt t="19090" x="3813175" y="1392238"/>
          <p14:tracePt t="19098" x="3871913" y="1374775"/>
          <p14:tracePt t="19107" x="3902075" y="1350963"/>
          <p14:tracePt t="19114" x="3932238" y="1346200"/>
          <p14:tracePt t="19123" x="3960813" y="1322388"/>
          <p14:tracePt t="19130" x="4002088" y="1316038"/>
          <p14:tracePt t="19140" x="4037013" y="1304925"/>
          <p14:tracePt t="19146" x="4049713" y="1304925"/>
          <p14:tracePt t="19157" x="4071938" y="1292225"/>
          <p14:tracePt t="19174" x="4089400" y="1292225"/>
          <p14:tracePt t="19176" x="4108450" y="1292225"/>
          <p14:tracePt t="19178" x="4137025" y="1274763"/>
          <p14:tracePt t="19190" x="4154488" y="1274763"/>
          <p14:tracePt t="19194" x="4184650" y="1274763"/>
          <p14:tracePt t="19207" x="4202113" y="1274763"/>
          <p14:tracePt t="19210" x="4230688" y="1287463"/>
          <p14:tracePt t="19223" x="4260850" y="1298575"/>
          <p14:tracePt t="19226" x="4313238" y="1346200"/>
          <p14:tracePt t="19240" x="4378325" y="1392238"/>
          <p14:tracePt t="19242" x="4460875" y="1463675"/>
          <p14:tracePt t="19257" x="4560888" y="1533525"/>
          <p14:tracePt t="19259" x="4641850" y="1616075"/>
          <p14:tracePt t="19274" x="4772025" y="1744663"/>
          <p14:tracePt t="19276" x="4889500" y="1833563"/>
          <p14:tracePt t="19290" x="5024438" y="1968500"/>
          <p14:tracePt t="19293" x="5141913" y="2098675"/>
          <p14:tracePt t="19307" x="5241925" y="2251075"/>
          <p14:tracePt t="19312" x="5348288" y="2397125"/>
          <p14:tracePt t="19314" x="5483225" y="2597150"/>
          <p14:tracePt t="19324" x="5553075" y="2727325"/>
          <p14:tracePt t="19330" x="5611813" y="2873375"/>
          <p14:tracePt t="19340" x="5670550" y="3021013"/>
          <p14:tracePt t="19346" x="5700713" y="3179763"/>
          <p14:tracePt t="19357" x="5741988" y="3325813"/>
          <p14:tracePt t="19362" x="5759450" y="3502025"/>
          <p14:tracePt t="19374" x="5788025" y="3660775"/>
          <p14:tracePt t="19379" x="5788025" y="3819525"/>
          <p14:tracePt t="19391" x="5829300" y="3978275"/>
          <p14:tracePt t="19395" x="5829300" y="4119563"/>
          <p14:tracePt t="19407" x="5829300" y="4260850"/>
          <p14:tracePt t="19411" x="5829300" y="4402138"/>
          <p14:tracePt t="19424" x="5829300" y="4541838"/>
          <p14:tracePt t="19428" x="5829300" y="4665663"/>
          <p14:tracePt t="19441" x="5829300" y="4772025"/>
          <p14:tracePt t="19445" x="5811838" y="4876800"/>
          <p14:tracePt t="19457" x="5794375" y="4989513"/>
          <p14:tracePt t="19459" x="5753100" y="5083175"/>
          <p14:tracePt t="19474" x="5729288" y="5194300"/>
          <p14:tracePt t="19476" x="5718175" y="5283200"/>
          <p14:tracePt t="19491" x="5676900" y="5359400"/>
          <p14:tracePt t="19495" x="5665788" y="5435600"/>
          <p14:tracePt t="19498" x="5624513" y="5511800"/>
          <p14:tracePt t="19507" x="5583238" y="5588000"/>
          <p14:tracePt t="19514" x="5546725" y="5653088"/>
          <p14:tracePt t="19524" x="5511800" y="5711825"/>
          <p14:tracePt t="19530" x="5476875" y="5759450"/>
          <p14:tracePt t="19541" x="5424488" y="5822950"/>
          <p14:tracePt t="19546" x="5407025" y="5842000"/>
          <p14:tracePt t="19557" x="5365750" y="5864225"/>
          <p14:tracePt t="19562" x="5318125" y="5900738"/>
          <p14:tracePt t="19574" x="5253038" y="5946775"/>
          <p14:tracePt t="19578" x="5211763" y="5970588"/>
          <p14:tracePt t="19591" x="5130800" y="6022975"/>
          <p14:tracePt t="19595" x="5054600" y="6064250"/>
          <p14:tracePt t="19607" x="4995863" y="6088063"/>
          <p14:tracePt t="19612" x="4900613" y="6129338"/>
          <p14:tracePt t="19624" x="4854575" y="6146800"/>
          <p14:tracePt t="19628" x="4765675" y="6176963"/>
          <p14:tracePt t="19641" x="4719638" y="6199188"/>
          <p14:tracePt t="19646" x="4660900" y="6223000"/>
          <p14:tracePt t="19657" x="4602163" y="6246813"/>
          <p14:tracePt t="19662" x="4524375" y="6257925"/>
          <p14:tracePt t="19674" x="4483100" y="6270625"/>
          <p14:tracePt t="19678" x="4430713" y="6270625"/>
          <p14:tracePt t="19691" x="4402138" y="6276975"/>
          <p14:tracePt t="19695" x="4348163" y="6276975"/>
          <p14:tracePt t="19699" x="4306888" y="6299200"/>
          <p14:tracePt t="19707" x="4278313" y="6299200"/>
          <p14:tracePt t="19714" x="4248150" y="6299200"/>
          <p14:tracePt t="19724" x="4206875" y="6299200"/>
          <p14:tracePt t="19730" x="4171950" y="6299200"/>
          <p14:tracePt t="19741" x="4119563" y="6299200"/>
          <p14:tracePt t="19746" x="4060825" y="6299200"/>
          <p14:tracePt t="19757" x="3984625" y="6281738"/>
          <p14:tracePt t="19762" x="3908425" y="6240463"/>
          <p14:tracePt t="19774" x="3813175" y="6199188"/>
          <p14:tracePt t="19778" x="3736975" y="6164263"/>
          <p14:tracePt t="19791" x="3678238" y="6135688"/>
          <p14:tracePt t="19796" x="3614738" y="6099175"/>
          <p14:tracePt t="19807" x="3536950" y="6046788"/>
          <p14:tracePt t="19812" x="3490913" y="6011863"/>
          <p14:tracePt t="19824" x="3425825" y="5964238"/>
          <p14:tracePt t="19829" x="3402013" y="5918200"/>
          <p14:tracePt t="19841" x="3355975" y="5870575"/>
          <p14:tracePt t="19845" x="3314700" y="5794375"/>
          <p14:tracePt t="19858" x="3279775" y="5729288"/>
          <p14:tracePt t="19862" x="3238500" y="5618163"/>
          <p14:tracePt t="19866" x="3214688" y="5529263"/>
          <p14:tracePt t="19874" x="3197225" y="5418138"/>
          <p14:tracePt t="19882" x="3155950" y="5259388"/>
          <p14:tracePt t="19891" x="3138488" y="5118100"/>
          <p14:tracePt t="19898" x="3125788" y="4941888"/>
          <p14:tracePt t="19908" x="3073400" y="4713288"/>
          <p14:tracePt t="19914" x="3073400" y="4554538"/>
          <p14:tracePt t="19924" x="3073400" y="4413250"/>
          <p14:tracePt t="19930" x="3073400" y="4254500"/>
          <p14:tracePt t="19941" x="3073400" y="4130675"/>
          <p14:tracePt t="19946" x="3073400" y="4025900"/>
          <p14:tracePt t="19958" x="3073400" y="3937000"/>
          <p14:tracePt t="19962" x="3097213" y="3843338"/>
          <p14:tracePt t="19974" x="3108325" y="3802063"/>
          <p14:tracePt t="19979" x="3121025" y="3732213"/>
          <p14:tracePt t="19991" x="3155950" y="3667125"/>
          <p14:tracePt t="19995" x="3179763" y="3590925"/>
          <p14:tracePt t="20008" x="3221038" y="3532188"/>
          <p14:tracePt t="20012" x="3225800" y="3508375"/>
          <p14:tracePt t="20024" x="3249613" y="3467100"/>
          <p14:tracePt t="20186" x="0" y="0"/>
        </p14:tracePtLst>
        <p14:tracePtLst>
          <p14:tracePt t="31731" x="3214688" y="2709863"/>
          <p14:tracePt t="31737" x="3225800" y="2703513"/>
          <p14:tracePt t="31768" x="3238500" y="2703513"/>
          <p14:tracePt t="31776" x="3249613" y="2697163"/>
          <p14:tracePt t="31800" x="3255963" y="2686050"/>
          <p14:tracePt t="31848" x="3273425" y="2651125"/>
          <p14:tracePt t="31856" x="3302000" y="2620963"/>
          <p14:tracePt t="31864" x="3325813" y="2590800"/>
          <p14:tracePt t="31872" x="3355975" y="2544763"/>
          <p14:tracePt t="31885" x="3402013" y="2497138"/>
          <p14:tracePt t="31889" x="3467100" y="2462213"/>
          <p14:tracePt t="31901" x="3525838" y="2427288"/>
          <p14:tracePt t="31906" x="3560763" y="2392363"/>
          <p14:tracePt t="31918" x="3625850" y="2344738"/>
          <p14:tracePt t="31923" x="3684588" y="2320925"/>
          <p14:tracePt t="31935" x="3743325" y="2279650"/>
          <p14:tracePt t="31939" x="3802063" y="2255838"/>
          <p14:tracePt t="31952" x="3849688" y="2238375"/>
          <p14:tracePt t="31956" x="3890963" y="2227263"/>
          <p14:tracePt t="31968" x="3932238" y="2216150"/>
          <p14:tracePt t="31973" x="3967163" y="2216150"/>
          <p14:tracePt t="31985" x="3984625" y="2209800"/>
          <p14:tracePt t="31989" x="4025900" y="2209800"/>
          <p14:tracePt t="31992" x="4043363" y="2209800"/>
          <p14:tracePt t="32001" x="4095750" y="2209800"/>
          <p14:tracePt t="32008" x="4148138" y="2209800"/>
          <p14:tracePt t="32018" x="4189413" y="2209800"/>
          <p14:tracePt t="32024" x="4254500" y="2209800"/>
          <p14:tracePt t="32035" x="4313238" y="2209800"/>
          <p14:tracePt t="32040" x="4424363" y="2244725"/>
          <p14:tracePt t="32051" x="4478338" y="2255838"/>
          <p14:tracePt t="32056" x="4560888" y="2292350"/>
          <p14:tracePt t="32068" x="4637088" y="2333625"/>
          <p14:tracePt t="32073" x="4719638" y="2386013"/>
          <p14:tracePt t="32085" x="4795838" y="2438400"/>
          <p14:tracePt t="32089" x="4854575" y="2462213"/>
          <p14:tracePt t="32101" x="4918075" y="2514600"/>
          <p14:tracePt t="32106" x="4965700" y="2562225"/>
          <p14:tracePt t="32118" x="4995863" y="2590800"/>
          <p14:tracePt t="32123" x="5018088" y="2620963"/>
          <p14:tracePt t="32135" x="5054600" y="2679700"/>
          <p14:tracePt t="32139" x="5059363" y="2709863"/>
          <p14:tracePt t="32151" x="5094288" y="2749550"/>
          <p14:tracePt t="32156" x="5100638" y="2779713"/>
          <p14:tracePt t="32168" x="5100638" y="2820988"/>
          <p14:tracePt t="32172" x="5113338" y="2862263"/>
          <p14:tracePt t="32176" x="5113338" y="2897188"/>
          <p14:tracePt t="32185" x="5113338" y="2925763"/>
          <p14:tracePt t="32192" x="5113338" y="2979738"/>
          <p14:tracePt t="32202" x="5113338" y="3021013"/>
          <p14:tracePt t="32208" x="5113338" y="3062288"/>
          <p14:tracePt t="32218" x="5113338" y="3084513"/>
          <p14:tracePt t="32224" x="5100638" y="3132138"/>
          <p14:tracePt t="32235" x="5089525" y="3184525"/>
          <p14:tracePt t="32240" x="5065713" y="3232150"/>
          <p14:tracePt t="32252" x="5041900" y="3273425"/>
          <p14:tracePt t="32256" x="5024438" y="3302000"/>
          <p14:tracePt t="32268" x="4976813" y="3360738"/>
          <p14:tracePt t="32273" x="4959350" y="3390900"/>
          <p14:tracePt t="32285" x="4930775" y="3414713"/>
          <p14:tracePt t="32290" x="4883150" y="3432175"/>
          <p14:tracePt t="32302" x="4841875" y="3455988"/>
          <p14:tracePt t="32306" x="4783138" y="3478213"/>
          <p14:tracePt t="32318" x="4724400" y="3502025"/>
          <p14:tracePt t="32323" x="4665663" y="3514725"/>
          <p14:tracePt t="32335" x="4595813" y="3514725"/>
          <p14:tracePt t="32339" x="4502150" y="3525838"/>
          <p14:tracePt t="32352" x="4395788" y="3525838"/>
          <p14:tracePt t="32357" x="4289425" y="3525838"/>
          <p14:tracePt t="32360" x="4202113" y="3525838"/>
          <p14:tracePt t="32368" x="4113213" y="3525838"/>
          <p14:tracePt t="32385" x="4025900" y="3525838"/>
          <p14:tracePt t="32389" x="3967163" y="3525838"/>
          <p14:tracePt t="32402" x="3943350" y="3525838"/>
          <p14:tracePt t="32406" x="3895725" y="3514725"/>
          <p14:tracePt t="32408" x="3878263" y="3490913"/>
          <p14:tracePt t="32418" x="3860800" y="3484563"/>
          <p14:tracePt t="32424" x="3854450" y="3484563"/>
          <p14:tracePt t="32435" x="3825875" y="3455988"/>
          <p14:tracePt t="32440" x="3808413" y="3425825"/>
          <p14:tracePt t="32452" x="3790950" y="3397250"/>
          <p14:tracePt t="32456" x="3754438" y="3355975"/>
          <p14:tracePt t="32468" x="3732213" y="3308350"/>
          <p14:tracePt t="32473" x="3714750" y="3290888"/>
          <p14:tracePt t="32489" x="3702050" y="3260725"/>
          <p14:tracePt t="32502" x="3702050" y="3243263"/>
          <p14:tracePt t="32506" x="3695700" y="3225800"/>
          <p14:tracePt t="32518" x="3695700" y="3221038"/>
          <p14:tracePt t="32523" x="3695700" y="3201988"/>
          <p14:tracePt t="32535" x="3684588" y="3184525"/>
          <p14:tracePt t="32540" x="3684588" y="3179763"/>
          <p14:tracePt t="32752" x="0" y="0"/>
        </p14:tracePtLst>
        <p14:tracePtLst>
          <p14:tracePt t="33353" x="3667125" y="4078288"/>
          <p14:tracePt t="33408" x="3667125" y="4067175"/>
          <p14:tracePt t="33416" x="3708400" y="4030663"/>
          <p14:tracePt t="33424" x="3754438" y="3984625"/>
          <p14:tracePt t="33432" x="3813175" y="3932238"/>
          <p14:tracePt t="33440" x="3878263" y="3895725"/>
          <p14:tracePt t="33453" x="3943350" y="3860800"/>
          <p14:tracePt t="33456" x="3978275" y="3849688"/>
          <p14:tracePt t="33469" x="4043363" y="3825875"/>
          <p14:tracePt t="33472" x="4095750" y="3813175"/>
          <p14:tracePt t="33486" x="4189413" y="3813175"/>
          <p14:tracePt t="33488" x="4213225" y="3802063"/>
          <p14:tracePt t="33503" x="4254500" y="3802063"/>
          <p14:tracePt t="33505" x="4295775" y="3802063"/>
          <p14:tracePt t="33519" x="4313238" y="3802063"/>
          <p14:tracePt t="33522" x="4354513" y="3802063"/>
          <p14:tracePt t="33536" x="4378325" y="3802063"/>
          <p14:tracePt t="33538" x="4389438" y="3802063"/>
          <p14:tracePt t="33553" x="4402138" y="3808413"/>
          <p14:tracePt t="33555" x="4430713" y="3825875"/>
          <p14:tracePt t="33569" x="4443413" y="3832225"/>
          <p14:tracePt t="33571" x="4448175" y="3849688"/>
          <p14:tracePt t="33586" x="4478338" y="3871913"/>
          <p14:tracePt t="33588" x="4502150" y="3913188"/>
          <p14:tracePt t="33603" x="4502150" y="3954463"/>
          <p14:tracePt t="33605" x="4530725" y="3995738"/>
          <p14:tracePt t="33619" x="4541838" y="4037013"/>
          <p14:tracePt t="33622" x="4565650" y="4113213"/>
          <p14:tracePt t="33624" x="4595813" y="4206875"/>
          <p14:tracePt t="33636" x="4606925" y="4260850"/>
          <p14:tracePt t="33640" x="4619625" y="4319588"/>
          <p14:tracePt t="33653" x="4630738" y="4413250"/>
          <p14:tracePt t="33656" x="4630738" y="4448175"/>
          <p14:tracePt t="33669" x="4630738" y="4502150"/>
          <p14:tracePt t="33672" x="4654550" y="4578350"/>
          <p14:tracePt t="33686" x="4654550" y="4619625"/>
          <p14:tracePt t="33688" x="4665663" y="4672013"/>
          <p14:tracePt t="33703" x="4665663" y="4730750"/>
          <p14:tracePt t="33705" x="4665663" y="4783138"/>
          <p14:tracePt t="33719" x="4665663" y="4813300"/>
          <p14:tracePt t="33722" x="4665663" y="4841875"/>
          <p14:tracePt t="33736" x="4654550" y="4883150"/>
          <p14:tracePt t="33739" x="4654550" y="4889500"/>
          <p14:tracePt t="33753" x="4641850" y="4924425"/>
          <p14:tracePt t="33755" x="4637088" y="4930775"/>
          <p14:tracePt t="33769" x="4619625" y="4948238"/>
          <p14:tracePt t="33772" x="4606925" y="4965700"/>
          <p14:tracePt t="33786" x="4602163" y="4976813"/>
          <p14:tracePt t="33788" x="4578350" y="4995863"/>
          <p14:tracePt t="33803" x="4560888" y="5013325"/>
          <p14:tracePt t="33805" x="4519613" y="5013325"/>
          <p14:tracePt t="33808" x="4465638" y="5013325"/>
          <p14:tracePt t="33819" x="4371975" y="5024438"/>
          <p14:tracePt t="33824" x="4267200" y="5024438"/>
          <p14:tracePt t="33836" x="4160838" y="5024438"/>
          <p14:tracePt t="33840" x="4071938" y="5024438"/>
          <p14:tracePt t="33853" x="4002088" y="5024438"/>
          <p14:tracePt t="33856" x="3895725" y="5024438"/>
          <p14:tracePt t="33869" x="3808413" y="5024438"/>
          <p14:tracePt t="33872" x="3732213" y="5024438"/>
          <p14:tracePt t="33886" x="3695700" y="5024438"/>
          <p14:tracePt t="33889" x="3643313" y="5024438"/>
          <p14:tracePt t="33903" x="3614738" y="5024438"/>
          <p14:tracePt t="33905" x="3608388" y="5024438"/>
          <p14:tracePt t="34272" x="0" y="0"/>
        </p14:tracePtLst>
        <p14:tracePtLst>
          <p14:tracePt t="60789" x="3597275" y="3121025"/>
          <p14:tracePt t="60964" x="3549650" y="3121025"/>
          <p14:tracePt t="60973" x="3425825" y="3121025"/>
          <p14:tracePt t="60980" x="3338513" y="3121025"/>
          <p14:tracePt t="60988" x="3214688" y="3121025"/>
          <p14:tracePt t="60996" x="3090863" y="3121025"/>
          <p14:tracePt t="61010" x="2967038" y="3121025"/>
          <p14:tracePt t="61012" x="2862263" y="3121025"/>
          <p14:tracePt t="61026" x="2755900" y="3121025"/>
          <p14:tracePt t="61029" x="2668588" y="3121025"/>
          <p14:tracePt t="61043" x="2609850" y="3121025"/>
          <p14:tracePt t="61046" x="2555875" y="3121025"/>
          <p14:tracePt t="61060" x="2514600" y="3121025"/>
          <p14:tracePt t="61064" x="2479675" y="3121025"/>
          <p14:tracePt t="61076" x="2462213" y="3121025"/>
          <p14:tracePt t="61081" x="2433638" y="3121025"/>
          <p14:tracePt t="61093" x="2414588" y="3121025"/>
          <p14:tracePt t="61097" x="2386013" y="3121025"/>
          <p14:tracePt t="61100" x="2368550" y="3138488"/>
          <p14:tracePt t="61110" x="2327275" y="3143250"/>
          <p14:tracePt t="61116" x="2297113" y="3155950"/>
          <p14:tracePt t="61127" x="2244725" y="3167063"/>
          <p14:tracePt t="61132" x="2216150" y="3184525"/>
          <p14:tracePt t="61143" x="2157413" y="3208338"/>
          <p14:tracePt t="61148" x="2120900" y="3208338"/>
          <p14:tracePt t="61160" x="2079625" y="3221038"/>
          <p14:tracePt t="61164" x="2051050" y="3238500"/>
          <p14:tracePt t="61177" x="2033588" y="3249613"/>
          <p14:tracePt t="61181" x="2009775" y="3255963"/>
          <p14:tracePt t="61193" x="1974850" y="3267075"/>
          <p14:tracePt t="61198" x="1957388" y="3273425"/>
          <p14:tracePt t="61210" x="1944688" y="3297238"/>
          <p14:tracePt t="61215" x="1927225" y="3302000"/>
          <p14:tracePt t="61227" x="1920875" y="3308350"/>
          <p14:tracePt t="61231" x="1892300" y="3338513"/>
          <p14:tracePt t="61243" x="1874838" y="3355975"/>
          <p14:tracePt t="61248" x="1839913" y="3402013"/>
          <p14:tracePt t="61252" x="1822450" y="3443288"/>
          <p14:tracePt t="61260" x="1798638" y="3484563"/>
          <p14:tracePt t="61268" x="1763713" y="3532188"/>
          <p14:tracePt t="61277" x="1763713" y="3619500"/>
          <p14:tracePt t="61284" x="1722438" y="3732213"/>
          <p14:tracePt t="61293" x="1692275" y="3825875"/>
          <p14:tracePt t="61300" x="1681163" y="3932238"/>
          <p14:tracePt t="61310" x="1651000" y="4043363"/>
          <p14:tracePt t="61316" x="1627188" y="4102100"/>
          <p14:tracePt t="61327" x="1616075" y="4160838"/>
          <p14:tracePt t="61332" x="1598613" y="4202113"/>
          <p14:tracePt t="61343" x="1598613" y="4213225"/>
          <p14:tracePt t="61460" x="1598613" y="4206875"/>
          <p14:tracePt t="61468" x="1598613" y="4184650"/>
          <p14:tracePt t="61477" x="1598613" y="4143375"/>
          <p14:tracePt t="61484" x="1598613" y="4108450"/>
          <p14:tracePt t="61494" x="1609725" y="4060825"/>
          <p14:tracePt t="61500" x="1622425" y="3990975"/>
          <p14:tracePt t="61510" x="1663700" y="3925888"/>
          <p14:tracePt t="61516" x="1685925" y="3867150"/>
          <p14:tracePt t="61527" x="1709738" y="3825875"/>
          <p14:tracePt t="61532" x="1744663" y="3760788"/>
          <p14:tracePt t="61544" x="1798638" y="3684588"/>
          <p14:tracePt t="61548" x="1827213" y="3649663"/>
          <p14:tracePt t="61560" x="1892300" y="3614738"/>
          <p14:tracePt t="61565" x="1939925" y="3567113"/>
          <p14:tracePt t="61577" x="1968500" y="3536950"/>
          <p14:tracePt t="61581" x="2033588" y="3484563"/>
          <p14:tracePt t="61594" x="2116138" y="3419475"/>
          <p14:tracePt t="61598" x="2174875" y="3367088"/>
          <p14:tracePt t="61610" x="2238375" y="3332163"/>
          <p14:tracePt t="61615" x="2286000" y="3297238"/>
          <p14:tracePt t="61627" x="2379663" y="3255963"/>
          <p14:tracePt t="61631" x="2455863" y="3232150"/>
          <p14:tracePt t="61644" x="2509838" y="3221038"/>
          <p14:tracePt t="61648" x="2586038" y="3190875"/>
          <p14:tracePt t="61652" x="2662238" y="3190875"/>
          <p14:tracePt t="61660" x="2749550" y="3179763"/>
          <p14:tracePt t="61668" x="2820988" y="3179763"/>
          <p14:tracePt t="61677" x="2897188" y="3179763"/>
          <p14:tracePt t="61684" x="2967038" y="3179763"/>
          <p14:tracePt t="61694" x="3021013" y="3179763"/>
          <p14:tracePt t="61700" x="3097213" y="3184525"/>
          <p14:tracePt t="61710" x="3167063" y="3184525"/>
          <p14:tracePt t="61716" x="3208338" y="3197225"/>
          <p14:tracePt t="61727" x="3267075" y="3208338"/>
          <p14:tracePt t="61732" x="3290888" y="3208338"/>
          <p14:tracePt t="61744" x="3321050" y="3221038"/>
          <p14:tracePt t="61749" x="3349625" y="3238500"/>
          <p14:tracePt t="61765" x="3367088" y="3238500"/>
          <p14:tracePt t="61777" x="3384550" y="3243263"/>
          <p14:tracePt t="61836" x="3397250" y="3255963"/>
          <p14:tracePt t="61972" x="0" y="0"/>
        </p14:tracePtLst>
        <p14:tracePtLst>
          <p14:tracePt t="62309" x="3625850" y="3243263"/>
          <p14:tracePt t="62340" x="3636963" y="3243263"/>
          <p14:tracePt t="62348" x="3643313" y="3243263"/>
          <p14:tracePt t="62361" x="3678238" y="3243263"/>
          <p14:tracePt t="62366" x="3719513" y="3243263"/>
          <p14:tracePt t="62378" x="3784600" y="3232150"/>
          <p14:tracePt t="62382" x="3860800" y="3221038"/>
          <p14:tracePt t="62394" x="3984625" y="3221038"/>
          <p14:tracePt t="62399" x="4108450" y="3221038"/>
          <p14:tracePt t="62411" x="4248150" y="3221038"/>
          <p14:tracePt t="62415" x="4354513" y="3208338"/>
          <p14:tracePt t="62428" x="4478338" y="3208338"/>
          <p14:tracePt t="62432" x="4602163" y="3208338"/>
          <p14:tracePt t="62436" x="4759325" y="3208338"/>
          <p14:tracePt t="62444" x="4918075" y="3208338"/>
          <p14:tracePt t="62461" x="5059363" y="3208338"/>
          <p14:tracePt t="62466" x="5211763" y="3208338"/>
          <p14:tracePt t="62468" x="5335588" y="3208338"/>
          <p14:tracePt t="62478" x="5441950" y="3208338"/>
          <p14:tracePt t="62484" x="5583238" y="3208338"/>
          <p14:tracePt t="62494" x="5676900" y="3208338"/>
          <p14:tracePt t="62499" x="5783263" y="3208338"/>
          <p14:tracePt t="62511" x="5888038" y="3208338"/>
          <p14:tracePt t="62516" x="5976938" y="3208338"/>
          <p14:tracePt t="62528" x="6081713" y="3208338"/>
          <p14:tracePt t="62533" x="6170613" y="3208338"/>
          <p14:tracePt t="62544" x="6240463" y="3208338"/>
          <p14:tracePt t="62549" x="6281738" y="3208338"/>
          <p14:tracePt t="62561" x="6323013" y="3208338"/>
          <p14:tracePt t="62566" x="6340475" y="3208338"/>
          <p14:tracePt t="62578" x="6357938" y="3232150"/>
          <p14:tracePt t="62796" x="0" y="0"/>
        </p14:tracePtLst>
        <p14:tracePtLst>
          <p14:tracePt t="68804" x="1581150" y="2033588"/>
          <p14:tracePt t="68819" x="1568450" y="2033588"/>
          <p14:tracePt t="68939" x="1581150" y="2033588"/>
          <p14:tracePt t="68947" x="1622425" y="2033588"/>
          <p14:tracePt t="68955" x="1674813" y="2033588"/>
          <p14:tracePt t="68967" x="1704975" y="2033588"/>
          <p14:tracePt t="68970" x="1757363" y="2033588"/>
          <p14:tracePt t="68983" x="1809750" y="2033588"/>
          <p14:tracePt t="68986" x="1851025" y="2033588"/>
          <p14:tracePt t="69000" x="1885950" y="2033588"/>
          <p14:tracePt t="69002" x="1903413" y="2033588"/>
          <p14:tracePt t="69017" x="1920875" y="2033588"/>
          <p14:tracePt t="69019" x="1939925" y="2033588"/>
          <p14:tracePt t="69033" x="1951038" y="2033588"/>
          <p14:tracePt t="69050" x="1974850" y="2020888"/>
          <p14:tracePt t="69115" x="1981200" y="2020888"/>
          <p14:tracePt t="69123" x="2016125" y="2020888"/>
          <p14:tracePt t="69134" x="2068513" y="2020888"/>
          <p14:tracePt t="69139" x="2138363" y="2020888"/>
          <p14:tracePt t="69150" x="2209800" y="2020888"/>
          <p14:tracePt t="69156" x="2303463" y="2020888"/>
          <p14:tracePt t="69167" x="2409825" y="2020888"/>
          <p14:tracePt t="69171" x="2514600" y="2020888"/>
          <p14:tracePt t="69183" x="2603500" y="2020888"/>
          <p14:tracePt t="69186" x="2690813" y="2020888"/>
          <p14:tracePt t="69200" x="2768600" y="2033588"/>
          <p14:tracePt t="69203" x="2838450" y="2033588"/>
          <p14:tracePt t="69217" x="2897188" y="2044700"/>
          <p14:tracePt t="69220" x="2932113" y="2044700"/>
          <p14:tracePt t="69233" x="2949575" y="2051050"/>
          <p14:tracePt t="69236" x="2979738" y="2051050"/>
          <p14:tracePt t="69338" x="2986088" y="2051050"/>
          <p14:tracePt t="69394" x="3003550" y="2051050"/>
          <p14:tracePt t="69402" x="3032125" y="2051050"/>
          <p14:tracePt t="69410" x="3084513" y="2051050"/>
          <p14:tracePt t="69418" x="3138488" y="2051050"/>
          <p14:tracePt t="69434" x="3197225" y="2051050"/>
          <p14:tracePt t="69434" x="3302000" y="2051050"/>
          <p14:tracePt t="69450" x="3390900" y="2051050"/>
          <p14:tracePt t="69451" x="3497263" y="2051050"/>
          <p14:tracePt t="69467" x="3584575" y="2051050"/>
          <p14:tracePt t="69467" x="3673475" y="2051050"/>
          <p14:tracePt t="69484" x="3760788" y="2051050"/>
          <p14:tracePt t="69484" x="3813175" y="2051050"/>
          <p14:tracePt t="69500" x="3854450" y="2051050"/>
          <p14:tracePt t="69501" x="3871913" y="2051050"/>
          <p14:tracePt t="69517" x="3878263" y="2051050"/>
          <p14:tracePt t="69779" x="3908425" y="2051050"/>
          <p14:tracePt t="69787" x="3925888" y="2051050"/>
          <p14:tracePt t="69801" x="3960813" y="2051050"/>
          <p14:tracePt t="69806" x="4013200" y="2051050"/>
          <p14:tracePt t="69817" x="4054475" y="2051050"/>
          <p14:tracePt t="69822" x="4108450" y="2051050"/>
          <p14:tracePt t="69834" x="4160838" y="2051050"/>
          <p14:tracePt t="69839" x="4219575" y="2051050"/>
          <p14:tracePt t="69851" x="4271963" y="2051050"/>
          <p14:tracePt t="69855" x="4325938" y="2051050"/>
          <p14:tracePt t="69868" x="4378325" y="2051050"/>
          <p14:tracePt t="69872" x="4419600" y="2051050"/>
          <p14:tracePt t="69884" x="4448175" y="2051050"/>
          <p14:tracePt t="69888" x="4489450" y="2051050"/>
          <p14:tracePt t="69891" x="4513263" y="2051050"/>
          <p14:tracePt t="69901" x="4530725" y="2051050"/>
          <p14:tracePt t="69907" x="4560888" y="2051050"/>
          <p14:tracePt t="69918" x="4578350" y="2051050"/>
          <p14:tracePt t="69923" x="4595813" y="2051050"/>
          <p14:tracePt t="69934" x="4624388" y="2051050"/>
          <p14:tracePt t="69939" x="4648200" y="2051050"/>
          <p14:tracePt t="69951" x="4660900" y="2051050"/>
          <p14:tracePt t="69956" x="4665663" y="2051050"/>
          <p14:tracePt t="69968" x="4672013" y="2051050"/>
          <p14:tracePt t="70027" x="4689475" y="2051050"/>
          <p14:tracePt t="70035" x="4695825" y="2051050"/>
          <p14:tracePt t="70051" x="4730750" y="2051050"/>
          <p14:tracePt t="70052" x="4783138" y="2051050"/>
          <p14:tracePt t="70059" x="4824413" y="2051050"/>
          <p14:tracePt t="70068" x="4906963" y="2051050"/>
          <p14:tracePt t="70074" x="4976813" y="2051050"/>
          <p14:tracePt t="70084" x="5083175" y="2051050"/>
          <p14:tracePt t="70091" x="5172075" y="2051050"/>
          <p14:tracePt t="70101" x="5276850" y="2051050"/>
          <p14:tracePt t="70107" x="5348288" y="2051050"/>
          <p14:tracePt t="70118" x="5407025" y="2051050"/>
          <p14:tracePt t="70122" x="5459413" y="2051050"/>
          <p14:tracePt t="70134" x="5511800" y="2051050"/>
          <p14:tracePt t="70139" x="5553075" y="2051050"/>
          <p14:tracePt t="70151" x="5583238" y="2051050"/>
          <p14:tracePt t="70155" x="5611813" y="2051050"/>
          <p14:tracePt t="70168" x="5624513" y="2051050"/>
          <p14:tracePt t="70172" x="5641975" y="2051050"/>
          <p14:tracePt t="70184" x="5670550" y="2039938"/>
          <p14:tracePt t="70201" x="5700713" y="2039938"/>
          <p14:tracePt t="70206" x="5718175" y="2039938"/>
          <p14:tracePt t="70218" x="5724525" y="2027238"/>
          <p14:tracePt t="70222" x="5735638" y="2027238"/>
          <p14:tracePt t="72698" x="0" y="0"/>
        </p14:tracePtLst>
        <p14:tracePtLst>
          <p14:tracePt t="83626" x="1839913" y="1998663"/>
          <p14:tracePt t="83769" x="1874838" y="1998663"/>
          <p14:tracePt t="83777" x="1944688" y="1998663"/>
          <p14:tracePt t="83784" x="2016125" y="1998663"/>
          <p14:tracePt t="83792" x="2103438" y="1998663"/>
          <p14:tracePt t="83813" x="2209800" y="1998663"/>
          <p14:tracePt t="83814" x="2297113" y="1998663"/>
          <p14:tracePt t="83818" x="2403475" y="1998663"/>
          <p14:tracePt t="83830" x="2492375" y="1998663"/>
          <p14:tracePt t="83834" x="2562225" y="1998663"/>
          <p14:tracePt t="83846" x="2638425" y="1998663"/>
          <p14:tracePt t="83851" x="2690813" y="1998663"/>
          <p14:tracePt t="83863" x="2762250" y="1998663"/>
          <p14:tracePt t="83868" x="2803525" y="1998663"/>
          <p14:tracePt t="83880" x="2844800" y="1998663"/>
          <p14:tracePt t="83884" x="2879725" y="1998663"/>
          <p14:tracePt t="83896" x="2932113" y="1998663"/>
          <p14:tracePt t="83900" x="3008313" y="2003425"/>
          <p14:tracePt t="83913" x="3049588" y="2003425"/>
          <p14:tracePt t="83917" x="3132138" y="2016125"/>
          <p14:tracePt t="83930" x="3184525" y="2016125"/>
          <p14:tracePt t="83935" x="3255963" y="2016125"/>
          <p14:tracePt t="83936" x="3308350" y="2016125"/>
          <p14:tracePt t="83946" x="3384550" y="2016125"/>
          <p14:tracePt t="83952" x="3438525" y="2016125"/>
          <p14:tracePt t="83963" x="3490913" y="2016125"/>
          <p14:tracePt t="83968" x="3549650" y="2016125"/>
          <p14:tracePt t="83980" x="3584575" y="2016125"/>
          <p14:tracePt t="83985" x="3636963" y="2016125"/>
          <p14:tracePt t="83996" x="3656013" y="2016125"/>
          <p14:tracePt t="84001" x="3695700" y="2016125"/>
          <p14:tracePt t="84013" x="3725863" y="2016125"/>
          <p14:tracePt t="84018" x="3743325" y="2016125"/>
          <p14:tracePt t="84030" x="3749675" y="2016125"/>
          <p14:tracePt t="84034" x="3773488" y="2016125"/>
          <p14:tracePt t="84046" x="3790950" y="2016125"/>
          <p14:tracePt t="84051" x="3808413" y="2016125"/>
          <p14:tracePt t="84063" x="3825875" y="2016125"/>
          <p14:tracePt t="84068" x="3854450" y="2016125"/>
          <p14:tracePt t="84080" x="3860800" y="2016125"/>
          <p14:tracePt t="84084" x="3908425" y="2016125"/>
          <p14:tracePt t="84096" x="3925888" y="2016125"/>
          <p14:tracePt t="84101" x="3954463" y="2016125"/>
          <p14:tracePt t="84113" x="3978275" y="2016125"/>
          <p14:tracePt t="84117" x="4008438" y="2016125"/>
          <p14:tracePt t="84130" x="4049713" y="2016125"/>
          <p14:tracePt t="84131" x="4089400" y="2016125"/>
          <p14:tracePt t="84136" x="4113213" y="2016125"/>
          <p14:tracePt t="84147" x="4154488" y="2016125"/>
          <p14:tracePt t="84153" x="4184650" y="2016125"/>
          <p14:tracePt t="84163" x="4202113" y="2003425"/>
          <p14:tracePt t="84168" x="4230688" y="2003425"/>
          <p14:tracePt t="84185" x="4243388" y="2003425"/>
          <p14:tracePt t="84197" x="4254500" y="2003425"/>
          <p14:tracePt t="84201" x="4267200" y="2003425"/>
          <p14:tracePt t="84213" x="4278313" y="2003425"/>
          <p14:tracePt t="84219" x="4284663" y="1998663"/>
          <p14:tracePt t="84230" x="4306888" y="1998663"/>
          <p14:tracePt t="84234" x="4319588" y="1998663"/>
          <p14:tracePt t="84247" x="4325938" y="1998663"/>
          <p14:tracePt t="84252" x="4330700" y="1998663"/>
          <p14:tracePt t="84263" x="4354513" y="1998663"/>
          <p14:tracePt t="84268" x="4365625" y="1998663"/>
          <p14:tracePt t="84280" x="4371975" y="1998663"/>
          <p14:tracePt t="84285" x="4395788" y="1998663"/>
          <p14:tracePt t="84297" x="4413250" y="1998663"/>
          <p14:tracePt t="84301" x="4454525" y="1998663"/>
          <p14:tracePt t="84313" x="4495800" y="1998663"/>
          <p14:tracePt t="84318" x="4548188" y="1998663"/>
          <p14:tracePt t="84330" x="4602163" y="1998663"/>
          <p14:tracePt t="84334" x="4654550" y="1998663"/>
          <p14:tracePt t="84336" x="4713288" y="1998663"/>
          <p14:tracePt t="84347" x="4783138" y="1998663"/>
          <p14:tracePt t="84352" x="4854575" y="1998663"/>
          <p14:tracePt t="84363" x="4906963" y="1998663"/>
          <p14:tracePt t="84368" x="4976813" y="1998663"/>
          <p14:tracePt t="84380" x="5054600" y="1998663"/>
          <p14:tracePt t="84384" x="5089525" y="1998663"/>
          <p14:tracePt t="84397" x="5130800" y="1998663"/>
          <p14:tracePt t="84402" x="5183188" y="1998663"/>
          <p14:tracePt t="84413" x="5224463" y="1998663"/>
          <p14:tracePt t="84418" x="5265738" y="1998663"/>
          <p14:tracePt t="84430" x="5276850" y="1998663"/>
          <p14:tracePt t="84436" x="5318125" y="1998663"/>
          <p14:tracePt t="84447" x="5348288" y="1998663"/>
          <p14:tracePt t="84451" x="5365750" y="1998663"/>
          <p14:tracePt t="84463" x="5394325" y="1998663"/>
          <p14:tracePt t="84468" x="5407025" y="1998663"/>
          <p14:tracePt t="84480" x="5435600" y="1998663"/>
          <p14:tracePt t="84486" x="5448300" y="1998663"/>
          <p14:tracePt t="84497" x="5459413" y="1998663"/>
          <p14:tracePt t="85160" x="5500688" y="1998663"/>
          <p14:tracePt t="85173" x="5553075" y="1985963"/>
          <p14:tracePt t="85178" x="5583238" y="1985963"/>
          <p14:tracePt t="85184" x="5611813" y="1962150"/>
          <p14:tracePt t="85198" x="5641975" y="1962150"/>
          <p14:tracePt t="85200" x="5659438" y="1962150"/>
          <p14:tracePt t="85214" x="5676900" y="1962150"/>
          <p14:tracePt t="87136" x="0" y="0"/>
        </p14:tracePtLst>
        <p14:tracePtLst>
          <p14:tracePt t="90129" x="739775" y="3090863"/>
          <p14:tracePt t="90216" x="793750" y="3090863"/>
          <p14:tracePt t="90224" x="915988" y="3090863"/>
          <p14:tracePt t="90235" x="1039813" y="3090863"/>
          <p14:tracePt t="90240" x="1163638" y="3090863"/>
          <p14:tracePt t="90252" x="1304925" y="3090863"/>
          <p14:tracePt t="90256" x="1428750" y="3079750"/>
          <p14:tracePt t="90269" x="1568450" y="3067050"/>
          <p14:tracePt t="90273" x="1681163" y="3038475"/>
          <p14:tracePt t="90285" x="1751013" y="3025775"/>
          <p14:tracePt t="90290" x="1809750" y="3014663"/>
          <p14:tracePt t="90302" x="1868488" y="3003550"/>
          <p14:tracePt t="90307" x="1898650" y="2986088"/>
          <p14:tracePt t="90311" x="1916113" y="2973388"/>
          <p14:tracePt t="90323" x="1920875" y="2973388"/>
          <p14:tracePt t="90327" x="1933575" y="2967038"/>
          <p14:tracePt t="90336" x="1939925" y="2967038"/>
          <p14:tracePt t="90343" x="1944688" y="2949575"/>
          <p14:tracePt t="90352" x="1957388" y="2932113"/>
          <p14:tracePt t="90360" x="1962150" y="2914650"/>
          <p14:tracePt t="90369" x="1974850" y="2886075"/>
          <p14:tracePt t="90375" x="1974850" y="2844800"/>
          <p14:tracePt t="90385" x="1992313" y="2814638"/>
          <p14:tracePt t="90391" x="2003425" y="2773363"/>
          <p14:tracePt t="90402" x="2016125" y="2732088"/>
          <p14:tracePt t="90407" x="2027238" y="2690813"/>
          <p14:tracePt t="90419" x="2051050" y="2632075"/>
          <p14:tracePt t="90423" x="2051050" y="2614613"/>
          <p14:tracePt t="90435" x="2051050" y="2573338"/>
          <p14:tracePt t="90440" x="2051050" y="2538413"/>
          <p14:tracePt t="90452" x="2051050" y="2520950"/>
          <p14:tracePt t="90457" x="2044700" y="2451100"/>
          <p14:tracePt t="90469" x="2020888" y="2420938"/>
          <p14:tracePt t="90473" x="2003425" y="2379663"/>
          <p14:tracePt t="90485" x="1974850" y="2351088"/>
          <p14:tracePt t="90490" x="1951038" y="2333625"/>
          <p14:tracePt t="90502" x="1909763" y="2309813"/>
          <p14:tracePt t="90507" x="1862138" y="2274888"/>
          <p14:tracePt t="90519" x="1822450" y="2251075"/>
          <p14:tracePt t="90523" x="1727200" y="2209800"/>
          <p14:tracePt t="90535" x="1651000" y="2185988"/>
          <p14:tracePt t="90540" x="1557338" y="2144713"/>
          <p14:tracePt t="90543" x="1433513" y="2133600"/>
          <p14:tracePt t="90552" x="1322388" y="2120900"/>
          <p14:tracePt t="90559" x="1198563" y="2120900"/>
          <p14:tracePt t="90569" x="1093788" y="2120900"/>
          <p14:tracePt t="90576" x="987425" y="2120900"/>
          <p14:tracePt t="90585" x="898525" y="2120900"/>
          <p14:tracePt t="90591" x="846138" y="2120900"/>
          <p14:tracePt t="90602" x="776288" y="2120900"/>
          <p14:tracePt t="90607" x="717550" y="2120900"/>
          <p14:tracePt t="90619" x="681038" y="2120900"/>
          <p14:tracePt t="90624" x="622300" y="2133600"/>
          <p14:tracePt t="90635" x="581025" y="2157413"/>
          <p14:tracePt t="90640" x="552450" y="2174875"/>
          <p14:tracePt t="90652" x="504825" y="2209800"/>
          <p14:tracePt t="90657" x="458788" y="2244725"/>
          <p14:tracePt t="90669" x="417513" y="2279650"/>
          <p14:tracePt t="90673" x="393700" y="2309813"/>
          <p14:tracePt t="90686" x="376238" y="2327275"/>
          <p14:tracePt t="90690" x="341313" y="2386013"/>
          <p14:tracePt t="90702" x="334963" y="2414588"/>
          <p14:tracePt t="90707" x="311150" y="2455863"/>
          <p14:tracePt t="90719" x="293688" y="2473325"/>
          <p14:tracePt t="90723" x="282575" y="2514600"/>
          <p14:tracePt t="90735" x="258763" y="2573338"/>
          <p14:tracePt t="90740" x="258763" y="2603500"/>
          <p14:tracePt t="90743" x="258763" y="2632075"/>
          <p14:tracePt t="90752" x="258763" y="2668588"/>
          <p14:tracePt t="90759" x="258763" y="2720975"/>
          <p14:tracePt t="90769" x="258763" y="2762250"/>
          <p14:tracePt t="90775" x="258763" y="2814638"/>
          <p14:tracePt t="90786" x="258763" y="2832100"/>
          <p14:tracePt t="90792" x="276225" y="2873375"/>
          <p14:tracePt t="90802" x="282575" y="2903538"/>
          <p14:tracePt t="90808" x="328613" y="2938463"/>
          <p14:tracePt t="90819" x="358775" y="2967038"/>
          <p14:tracePt t="90824" x="400050" y="2990850"/>
          <p14:tracePt t="90836" x="463550" y="3025775"/>
          <p14:tracePt t="90840" x="541338" y="3049588"/>
          <p14:tracePt t="90852" x="617538" y="3090863"/>
          <p14:tracePt t="90857" x="693738" y="3103563"/>
          <p14:tracePt t="90869" x="817563" y="3132138"/>
          <p14:tracePt t="90873" x="922338" y="3132138"/>
          <p14:tracePt t="90886" x="1069975" y="3173413"/>
          <p14:tracePt t="90890" x="1211263" y="3173413"/>
          <p14:tracePt t="90902" x="1350963" y="3173413"/>
          <p14:tracePt t="90907" x="1504950" y="3173413"/>
          <p14:tracePt t="90919" x="1646238" y="3173413"/>
          <p14:tracePt t="90924" x="1785938" y="3173413"/>
          <p14:tracePt t="90936" x="1874838" y="3173413"/>
          <p14:tracePt t="90936" x="1981200" y="3173413"/>
          <p14:tracePt t="90952" x="2039938" y="3173413"/>
          <p14:tracePt t="90957" x="2074863" y="3173413"/>
          <p14:tracePt t="90969" x="2092325" y="3173413"/>
          <p14:tracePt t="90973" x="2103438" y="3162300"/>
          <p14:tracePt t="92175" x="0" y="0"/>
        </p14:tracePtLst>
        <p14:tracePtLst>
          <p14:tracePt t="93049" x="1152525" y="3419475"/>
          <p14:tracePt t="93079" x="1152525" y="3408363"/>
          <p14:tracePt t="93088" x="1152525" y="3397250"/>
          <p14:tracePt t="93111" x="1163638" y="3397250"/>
          <p14:tracePt t="93119" x="1174750" y="3390900"/>
          <p14:tracePt t="93127" x="1174750" y="3384550"/>
          <p14:tracePt t="93138" x="1198563" y="3349625"/>
          <p14:tracePt t="93143" x="1198563" y="3338513"/>
          <p14:tracePt t="93154" x="1222375" y="3302000"/>
          <p14:tracePt t="93159" x="1257300" y="3255963"/>
          <p14:tracePt t="93171" x="1292225" y="3208338"/>
          <p14:tracePt t="93175" x="1357313" y="3162300"/>
          <p14:tracePt t="93188" x="1392238" y="3114675"/>
          <p14:tracePt t="93192" x="1457325" y="3062288"/>
          <p14:tracePt t="93204" x="1533525" y="3008313"/>
          <p14:tracePt t="93209" x="1616075" y="2955925"/>
          <p14:tracePt t="93221" x="1674813" y="2903538"/>
          <p14:tracePt t="93226" x="1792288" y="2849563"/>
          <p14:tracePt t="93238" x="1868488" y="2797175"/>
          <p14:tracePt t="93242" x="1962150" y="2738438"/>
          <p14:tracePt t="93247" x="2039938" y="2714625"/>
          <p14:tracePt t="93255" x="2157413" y="2662238"/>
          <p14:tracePt t="93263" x="2244725" y="2632075"/>
          <p14:tracePt t="93271" x="2344738" y="2579688"/>
          <p14:tracePt t="93279" x="2455863" y="2538413"/>
          <p14:tracePt t="93288" x="2551113" y="2497138"/>
          <p14:tracePt t="93295" x="2655888" y="2468563"/>
          <p14:tracePt t="93305" x="2768600" y="2427288"/>
          <p14:tracePt t="93311" x="2897188" y="2397125"/>
          <p14:tracePt t="93321" x="3021013" y="2386013"/>
          <p14:tracePt t="93327" x="3162300" y="2368550"/>
          <p14:tracePt t="93338" x="3284538" y="2355850"/>
          <p14:tracePt t="93343" x="3414713" y="2327275"/>
          <p14:tracePt t="93354" x="3556000" y="2316163"/>
          <p14:tracePt t="93359" x="3695700" y="2316163"/>
          <p14:tracePt t="93371" x="3836988" y="2316163"/>
          <p14:tracePt t="93376" x="3978275" y="2316163"/>
          <p14:tracePt t="93388" x="4137025" y="2316163"/>
          <p14:tracePt t="93393" x="4260850" y="2316163"/>
          <p14:tracePt t="93405" x="4384675" y="2316163"/>
          <p14:tracePt t="93409" x="4506913" y="2316163"/>
          <p14:tracePt t="93421" x="4613275" y="2316163"/>
          <p14:tracePt t="93426" x="4700588" y="2316163"/>
          <p14:tracePt t="93438" x="4806950" y="2316163"/>
          <p14:tracePt t="93442" x="4876800" y="2316163"/>
          <p14:tracePt t="93455" x="4930775" y="2316163"/>
          <p14:tracePt t="93459" x="4989513" y="2333625"/>
          <p14:tracePt t="93471" x="5048250" y="2344738"/>
          <p14:tracePt t="93476" x="5106988" y="2355850"/>
          <p14:tracePt t="93488" x="5165725" y="2379663"/>
          <p14:tracePt t="93492" x="5241925" y="2403475"/>
          <p14:tracePt t="93495" x="5300663" y="2414588"/>
          <p14:tracePt t="93505" x="5394325" y="2455863"/>
          <p14:tracePt t="93511" x="5487988" y="2486025"/>
          <p14:tracePt t="93521" x="5583238" y="2538413"/>
          <p14:tracePt t="93527" x="5659438" y="2579688"/>
          <p14:tracePt t="93538" x="5735638" y="2603500"/>
          <p14:tracePt t="93543" x="5829300" y="2644775"/>
          <p14:tracePt t="93555" x="5894388" y="2668588"/>
          <p14:tracePt t="93559" x="5970588" y="2703513"/>
          <p14:tracePt t="93571" x="6029325" y="2744788"/>
          <p14:tracePt t="93576" x="6076950" y="2779713"/>
          <p14:tracePt t="93588" x="6105525" y="2797175"/>
          <p14:tracePt t="93593" x="6135688" y="2827338"/>
          <p14:tracePt t="93605" x="6218238" y="2879725"/>
          <p14:tracePt t="93609" x="6264275" y="2914650"/>
          <p14:tracePt t="93621" x="6323013" y="2949575"/>
          <p14:tracePt t="93627" x="6388100" y="3003550"/>
          <p14:tracePt t="93631" x="6434138" y="3038475"/>
          <p14:tracePt t="93642" x="6499225" y="3090863"/>
          <p14:tracePt t="93655" x="6546850" y="3138488"/>
          <p14:tracePt t="93659" x="6640513" y="3201988"/>
          <p14:tracePt t="93663" x="6705600" y="3273425"/>
          <p14:tracePt t="93671" x="6757988" y="3321050"/>
          <p14:tracePt t="93679" x="6834188" y="3384550"/>
          <p14:tracePt t="93688" x="6899275" y="3449638"/>
          <p14:tracePt t="93695" x="6951663" y="3497263"/>
          <p14:tracePt t="93705" x="6975475" y="3560763"/>
          <p14:tracePt t="93711" x="7040563" y="3636963"/>
          <p14:tracePt t="93722" x="7092950" y="3719513"/>
          <p14:tracePt t="93727" x="7181850" y="3832225"/>
          <p14:tracePt t="93738" x="7234238" y="3932238"/>
          <p14:tracePt t="93743" x="7304088" y="4043363"/>
          <p14:tracePt t="93755" x="7375525" y="4143375"/>
          <p14:tracePt t="93759" x="7427913" y="4237038"/>
          <p14:tracePt t="93772" x="7458075" y="4313238"/>
          <p14:tracePt t="93776" x="7493000" y="4406900"/>
          <p14:tracePt t="93788" x="7510463" y="4483100"/>
          <p14:tracePt t="93793" x="7551738" y="4589463"/>
          <p14:tracePt t="93805" x="7562850" y="4648200"/>
          <p14:tracePt t="93810" x="7575550" y="4759325"/>
          <p14:tracePt t="93822" x="7575550" y="4830763"/>
          <p14:tracePt t="93826" x="7575550" y="4900613"/>
          <p14:tracePt t="93838" x="7616825" y="4995863"/>
          <p14:tracePt t="93843" x="7616825" y="5048250"/>
          <p14:tracePt t="93855" x="7616825" y="5135563"/>
          <p14:tracePt t="93859" x="7616825" y="5211763"/>
          <p14:tracePt t="93872" x="7616825" y="5265738"/>
          <p14:tracePt t="93876" x="7616825" y="5318125"/>
          <p14:tracePt t="93888" x="7616825" y="5370513"/>
          <p14:tracePt t="93893" x="7616825" y="5448300"/>
          <p14:tracePt t="93895" x="7616825" y="5500688"/>
          <p14:tracePt t="93905" x="7616825" y="5541963"/>
          <p14:tracePt t="93911" x="7597775" y="5611813"/>
          <p14:tracePt t="93922" x="7558088" y="5688013"/>
          <p14:tracePt t="93927" x="7545388" y="5746750"/>
          <p14:tracePt t="93938" x="7527925" y="5788025"/>
          <p14:tracePt t="93943" x="7486650" y="5853113"/>
          <p14:tracePt t="93955" x="7434263" y="5929313"/>
          <p14:tracePt t="93960" x="7399338" y="5994400"/>
          <p14:tracePt t="93972" x="7345363" y="6053138"/>
          <p14:tracePt t="93976" x="7299325" y="6118225"/>
          <p14:tracePt t="93988" x="7199313" y="6176963"/>
          <p14:tracePt t="93993" x="7116763" y="6257925"/>
          <p14:tracePt t="94005" x="7023100" y="6323013"/>
          <p14:tracePt t="94010" x="6940550" y="6375400"/>
          <p14:tracePt t="94022" x="6846888" y="6446838"/>
          <p14:tracePt t="94026" x="6729413" y="6516688"/>
          <p14:tracePt t="94031" x="6599238" y="6575425"/>
          <p14:tracePt t="94039" x="6475413" y="6616700"/>
          <p14:tracePt t="94047" x="6329363" y="6664325"/>
          <p14:tracePt t="94055" x="6188075" y="6692900"/>
          <p14:tracePt t="94063" x="6059488" y="6734175"/>
          <p14:tracePt t="94072" x="5900738" y="6764338"/>
          <p14:tracePt t="94079" x="5753100" y="6792913"/>
          <p14:tracePt t="94088" x="5611813" y="6792913"/>
          <p14:tracePt t="94095" x="5459413" y="6792913"/>
          <p14:tracePt t="94105" x="5318125" y="6792913"/>
          <p14:tracePt t="94111" x="5141913" y="6792913"/>
          <p14:tracePt t="94122" x="4965700" y="6792913"/>
          <p14:tracePt t="94127" x="4754563" y="6792913"/>
          <p14:tracePt t="94139" x="4537075" y="6792913"/>
          <p14:tracePt t="94143" x="4319588" y="6792913"/>
          <p14:tracePt t="94155" x="3978275" y="6757988"/>
          <p14:tracePt t="94160" x="3695700" y="6699250"/>
          <p14:tracePt t="94172" x="3425825" y="6664325"/>
          <p14:tracePt t="94176" x="3197225" y="6646863"/>
          <p14:tracePt t="94189" x="2986088" y="6599238"/>
          <p14:tracePt t="94193" x="2768600" y="6534150"/>
          <p14:tracePt t="94207" x="2303463" y="6411913"/>
          <p14:tracePt t="94215" x="2162175" y="6399213"/>
          <p14:tracePt t="94225" x="1998663" y="6335713"/>
          <p14:tracePt t="94238" x="1816100" y="6276975"/>
          <p14:tracePt t="94241" x="1668463" y="6246813"/>
          <p14:tracePt t="94255" x="1557338" y="6205538"/>
          <p14:tracePt t="94258" x="1428750" y="6146800"/>
          <p14:tracePt t="94272" x="1370013" y="6122988"/>
          <p14:tracePt t="94274" x="1311275" y="6099175"/>
          <p14:tracePt t="94289" x="1263650" y="6064250"/>
          <p14:tracePt t="94291" x="1233488" y="6035675"/>
          <p14:tracePt t="94305" x="1204913" y="6005513"/>
          <p14:tracePt t="94308" x="1174750" y="5976938"/>
          <p14:tracePt t="94322" x="1152525" y="5929313"/>
          <p14:tracePt t="94325" x="1087438" y="5864225"/>
          <p14:tracePt t="94327" x="1035050" y="5800725"/>
          <p14:tracePt t="94339" x="1016000" y="5759450"/>
          <p14:tracePt t="94343" x="974725" y="5694363"/>
          <p14:tracePt t="94355" x="939800" y="5635625"/>
          <p14:tracePt t="94360" x="893763" y="5588000"/>
          <p14:tracePt t="94372" x="852488" y="5524500"/>
          <p14:tracePt t="94377" x="835025" y="5483225"/>
          <p14:tracePt t="94389" x="793750" y="5418138"/>
          <p14:tracePt t="94393" x="776288" y="5376863"/>
          <p14:tracePt t="94405" x="763588" y="5335588"/>
          <p14:tracePt t="94410" x="752475" y="5307013"/>
          <p14:tracePt t="94422" x="735013" y="5265738"/>
          <p14:tracePt t="94427" x="722313" y="5224463"/>
          <p14:tracePt t="94439" x="711200" y="5148263"/>
          <p14:tracePt t="94443" x="676275" y="5089525"/>
          <p14:tracePt t="94447" x="676275" y="5048250"/>
          <p14:tracePt t="94455" x="663575" y="4995863"/>
          <p14:tracePt t="94463" x="663575" y="4941888"/>
          <p14:tracePt t="94472" x="663575" y="4883150"/>
          <p14:tracePt t="94479" x="663575" y="4830763"/>
          <p14:tracePt t="94489" x="663575" y="4759325"/>
          <p14:tracePt t="94495" x="663575" y="4672013"/>
          <p14:tracePt t="94506" x="663575" y="4595813"/>
          <p14:tracePt t="94511" x="663575" y="4506913"/>
          <p14:tracePt t="94522" x="663575" y="4419600"/>
          <p14:tracePt t="94527" x="681038" y="4325938"/>
          <p14:tracePt t="94539" x="722313" y="4248150"/>
          <p14:tracePt t="94543" x="776288" y="4137025"/>
          <p14:tracePt t="94556" x="817563" y="4060825"/>
          <p14:tracePt t="94560" x="857250" y="3978275"/>
          <p14:tracePt t="94572" x="887413" y="3949700"/>
          <p14:tracePt t="94577" x="928688" y="3871913"/>
          <p14:tracePt t="94589" x="974725" y="3808413"/>
          <p14:tracePt t="94593" x="1011238" y="3760788"/>
          <p14:tracePt t="94606" x="1035050" y="3719513"/>
          <p14:tracePt t="94610" x="1052513" y="3690938"/>
          <p14:tracePt t="94622" x="1074738" y="3660775"/>
          <p14:tracePt t="94623" x="1081088" y="3656013"/>
          <p14:tracePt t="94919" x="0" y="0"/>
        </p14:tracePtLst>
        <p14:tracePtLst>
          <p14:tracePt t="97976" x="898525" y="4113213"/>
          <p14:tracePt t="98046" x="898525" y="4108450"/>
          <p14:tracePt t="98055" x="911225" y="4089400"/>
          <p14:tracePt t="98063" x="928688" y="4049713"/>
          <p14:tracePt t="98070" x="952500" y="4008438"/>
          <p14:tracePt t="98080" x="969963" y="3984625"/>
          <p14:tracePt t="98092" x="1016000" y="3943350"/>
          <p14:tracePt t="98095" x="1046163" y="3895725"/>
          <p14:tracePt t="98109" x="1081088" y="3878263"/>
          <p14:tracePt t="98111" x="1133475" y="3843338"/>
          <p14:tracePt t="98125" x="1181100" y="3819525"/>
          <p14:tracePt t="98128" x="1257300" y="3778250"/>
          <p14:tracePt t="98142" x="1316038" y="3754438"/>
          <p14:tracePt t="98145" x="1357313" y="3749675"/>
          <p14:tracePt t="98158" x="1398588" y="3725863"/>
          <p14:tracePt t="98161" x="1428750" y="3714750"/>
          <p14:tracePt t="98175" x="1481138" y="3714750"/>
          <p14:tracePt t="98178" x="1522413" y="3714750"/>
          <p14:tracePt t="98192" x="1563688" y="3714750"/>
          <p14:tracePt t="98194" x="1604963" y="3714750"/>
          <p14:tracePt t="98209" x="1668463" y="3714750"/>
          <p14:tracePt t="98225" x="1709738" y="3719513"/>
          <p14:tracePt t="98226" x="1727200" y="3732213"/>
          <p14:tracePt t="98230" x="1768475" y="3736975"/>
          <p14:tracePt t="98242" x="1809750" y="3749675"/>
          <p14:tracePt t="98246" x="1851025" y="3773488"/>
          <p14:tracePt t="98259" x="1874838" y="3790950"/>
          <p14:tracePt t="98262" x="1881188" y="3795713"/>
          <p14:tracePt t="98275" x="1898650" y="3813175"/>
          <p14:tracePt t="98278" x="1916113" y="3832225"/>
          <p14:tracePt t="98292" x="1933575" y="3849688"/>
          <p14:tracePt t="98294" x="1957388" y="3895725"/>
          <p14:tracePt t="98309" x="1974850" y="3925888"/>
          <p14:tracePt t="98311" x="2009775" y="3995738"/>
          <p14:tracePt t="98325" x="2039938" y="4089400"/>
          <p14:tracePt t="98328" x="2051050" y="4160838"/>
          <p14:tracePt t="98342" x="2092325" y="4254500"/>
          <p14:tracePt t="98344" x="2116138" y="4330700"/>
          <p14:tracePt t="98359" x="2138363" y="4424363"/>
          <p14:tracePt t="98361" x="2168525" y="4519613"/>
          <p14:tracePt t="98375" x="2168525" y="4560888"/>
          <p14:tracePt t="98378" x="2168525" y="4613275"/>
          <p14:tracePt t="98392" x="2179638" y="4648200"/>
          <p14:tracePt t="98394" x="2179638" y="4706938"/>
          <p14:tracePt t="98409" x="2179638" y="4737100"/>
          <p14:tracePt t="98411" x="2179638" y="4772025"/>
          <p14:tracePt t="98425" x="2179638" y="4813300"/>
          <p14:tracePt t="98428" x="2179638" y="4854575"/>
          <p14:tracePt t="98442" x="2179638" y="4872038"/>
          <p14:tracePt t="98445" x="2179638" y="4906963"/>
          <p14:tracePt t="98446" x="2174875" y="4937125"/>
          <p14:tracePt t="98459" x="2162175" y="4965700"/>
          <p14:tracePt t="98462" x="2144713" y="4995863"/>
          <p14:tracePt t="98476" x="2133600" y="5024438"/>
          <p14:tracePt t="98478" x="2127250" y="5041900"/>
          <p14:tracePt t="98492" x="2120900" y="5054600"/>
          <p14:tracePt t="98495" x="2092325" y="5072063"/>
          <p14:tracePt t="98509" x="2074863" y="5072063"/>
          <p14:tracePt t="98511" x="2044700" y="5089525"/>
          <p14:tracePt t="98526" x="2027238" y="5089525"/>
          <p14:tracePt t="98526" x="2009775" y="5094288"/>
          <p14:tracePt t="98542" x="1981200" y="5094288"/>
          <p14:tracePt t="98545" x="1957388" y="5106988"/>
          <p14:tracePt t="98559" x="1903413" y="5106988"/>
          <p14:tracePt t="98561" x="1862138" y="5106988"/>
          <p14:tracePt t="98576" x="1792288" y="5118100"/>
          <p14:tracePt t="98578" x="1739900" y="5118100"/>
          <p14:tracePt t="98592" x="1633538" y="5118100"/>
          <p14:tracePt t="98595" x="1563688" y="5118100"/>
          <p14:tracePt t="98609" x="1457325" y="5118100"/>
          <p14:tracePt t="98611" x="1381125" y="5118100"/>
          <p14:tracePt t="98626" x="1311275" y="5118100"/>
          <p14:tracePt t="98628" x="1239838" y="5113338"/>
          <p14:tracePt t="98642" x="1146175" y="5083175"/>
          <p14:tracePt t="98645" x="1098550" y="5054600"/>
          <p14:tracePt t="98646" x="1057275" y="5030788"/>
          <p14:tracePt t="98659" x="1022350" y="5006975"/>
          <p14:tracePt t="98662" x="981075" y="4965700"/>
          <p14:tracePt t="98676" x="952500" y="4948238"/>
          <p14:tracePt t="98678" x="922338" y="4913313"/>
          <p14:tracePt t="98692" x="911225" y="4906963"/>
          <p14:tracePt t="98695" x="893763" y="4883150"/>
          <p14:tracePt t="98709" x="893763" y="4872038"/>
          <p14:tracePt t="98712" x="869950" y="4837113"/>
          <p14:tracePt t="98726" x="857250" y="4818063"/>
          <p14:tracePt t="98728" x="846138" y="4800600"/>
          <p14:tracePt t="98742" x="817563" y="4754563"/>
          <p14:tracePt t="98745" x="817563" y="4730750"/>
          <p14:tracePt t="98759" x="793750" y="4672013"/>
          <p14:tracePt t="98762" x="793750" y="4630738"/>
          <p14:tracePt t="98776" x="769938" y="4560888"/>
          <p14:tracePt t="98778" x="758825" y="4489450"/>
          <p14:tracePt t="98792" x="758825" y="4437063"/>
          <p14:tracePt t="98795" x="746125" y="4360863"/>
          <p14:tracePt t="98809" x="746125" y="4289425"/>
          <p14:tracePt t="98812" x="746125" y="4230688"/>
          <p14:tracePt t="98826" x="746125" y="4178300"/>
          <p14:tracePt t="98828" x="746125" y="4108450"/>
          <p14:tracePt t="98830" x="746125" y="4067175"/>
          <p14:tracePt t="98843" x="746125" y="4013200"/>
          <p14:tracePt t="98846" x="746125" y="3984625"/>
          <p14:tracePt t="98859" x="763588" y="3902075"/>
          <p14:tracePt t="98862" x="787400" y="3843338"/>
          <p14:tracePt t="98876" x="839788" y="3767138"/>
          <p14:tracePt t="98879" x="869950" y="3732213"/>
          <p14:tracePt t="98893" x="922338" y="3673475"/>
          <p14:tracePt t="98895" x="987425" y="3602038"/>
          <p14:tracePt t="98909" x="1052513" y="3556000"/>
          <p14:tracePt t="98911" x="1146175" y="3497263"/>
          <p14:tracePt t="98926" x="1222375" y="3460750"/>
          <p14:tracePt t="98928" x="1304925" y="3419475"/>
          <p14:tracePt t="98943" x="1416050" y="3367088"/>
          <p14:tracePt t="98945" x="1509713" y="3338513"/>
          <p14:tracePt t="98959" x="1568450" y="3302000"/>
          <p14:tracePt t="98962" x="1681163" y="3290888"/>
          <p14:tracePt t="98976" x="1768475" y="3290888"/>
          <p14:tracePt t="98981" x="1822450" y="3279775"/>
          <p14:tracePt t="98982" x="1916113" y="3249613"/>
          <p14:tracePt t="98993" x="1974850" y="3249613"/>
          <p14:tracePt t="98998" x="2044700" y="3249613"/>
          <p14:tracePt t="99009" x="2098675" y="3249613"/>
          <p14:tracePt t="99014" x="2138363" y="3249613"/>
          <p14:tracePt t="99026" x="2174875" y="3249613"/>
          <p14:tracePt t="99031" x="2216150" y="3249613"/>
          <p14:tracePt t="99043" x="2244725" y="3249613"/>
          <p14:tracePt t="99110" x="2279650" y="3284538"/>
          <p14:tracePt t="99118" x="2333625" y="3367088"/>
          <p14:tracePt t="99126" x="2403475" y="3497263"/>
          <p14:tracePt t="99134" x="2455863" y="3590925"/>
          <p14:tracePt t="99143" x="2514600" y="3690938"/>
          <p14:tracePt t="99150" x="2555875" y="3802063"/>
          <p14:tracePt t="99160" x="2609850" y="3878263"/>
          <p14:tracePt t="99166" x="2662238" y="4008438"/>
          <p14:tracePt t="99176" x="2690813" y="4102100"/>
          <p14:tracePt t="99182" x="2732088" y="4195763"/>
          <p14:tracePt t="99193" x="2755900" y="4271963"/>
          <p14:tracePt t="99199" x="2779713" y="4348163"/>
          <p14:tracePt t="99210" x="2779713" y="4378325"/>
          <p14:tracePt t="99215" x="2790825" y="4419600"/>
          <p14:tracePt t="99226" x="2790825" y="4443413"/>
          <p14:tracePt t="99231" x="2786063" y="4502150"/>
          <p14:tracePt t="99243" x="2786063" y="4530725"/>
          <p14:tracePt t="99248" x="2786063" y="4565650"/>
          <p14:tracePt t="99260" x="2779713" y="4595813"/>
          <p14:tracePt t="99265" x="2768600" y="4624388"/>
          <p14:tracePt t="99276" x="2755900" y="4654550"/>
          <p14:tracePt t="99281" x="2755900" y="4683125"/>
          <p14:tracePt t="99293" x="2738438" y="4713288"/>
          <p14:tracePt t="99298" x="2727325" y="4730750"/>
          <p14:tracePt t="99310" x="2709863" y="4772025"/>
          <p14:tracePt t="99314" x="2690813" y="4789488"/>
          <p14:tracePt t="99326" x="2679700" y="4818063"/>
          <p14:tracePt t="99331" x="2662238" y="4841875"/>
          <p14:tracePt t="99334" x="2638425" y="4883150"/>
          <p14:tracePt t="99343" x="2620963" y="4913313"/>
          <p14:tracePt t="99350" x="2590800" y="4941888"/>
          <p14:tracePt t="99360" x="2573338" y="4948238"/>
          <p14:tracePt t="99366" x="2538413" y="4983163"/>
          <p14:tracePt t="99376" x="2497138" y="5000625"/>
          <p14:tracePt t="99382" x="2468563" y="5024438"/>
          <p14:tracePt t="99393" x="2427288" y="5041900"/>
          <p14:tracePt t="99398" x="2386013" y="5054600"/>
          <p14:tracePt t="99410" x="2309813" y="5076825"/>
          <p14:tracePt t="99414" x="2251075" y="5089525"/>
          <p14:tracePt t="99426" x="2157413" y="5118100"/>
          <p14:tracePt t="99431" x="2098675" y="5141913"/>
          <p14:tracePt t="99443" x="2027238" y="5141913"/>
          <p14:tracePt t="99448" x="1951038" y="5153025"/>
          <p14:tracePt t="99460" x="1898650" y="5153025"/>
          <p14:tracePt t="99464" x="1822450" y="5165725"/>
          <p14:tracePt t="99477" x="1768475" y="5165725"/>
          <p14:tracePt t="99481" x="1716088" y="5165725"/>
          <p14:tracePt t="99493" x="1663700" y="5165725"/>
          <p14:tracePt t="99498" x="1604963" y="5165725"/>
          <p14:tracePt t="99510" x="1550988" y="5165725"/>
          <p14:tracePt t="99514" x="1509713" y="5165725"/>
          <p14:tracePt t="99526" x="1457325" y="5165725"/>
          <p14:tracePt t="99531" x="1422400" y="5165725"/>
          <p14:tracePt t="99543" x="1370013" y="5165725"/>
          <p14:tracePt t="99547" x="1287463" y="5130800"/>
          <p14:tracePt t="99560" x="1233488" y="5124450"/>
          <p14:tracePt t="99564" x="1174750" y="5113338"/>
          <p14:tracePt t="99566" x="1128713" y="5076825"/>
          <p14:tracePt t="99577" x="1098550" y="5065713"/>
          <p14:tracePt t="99582" x="1057275" y="5035550"/>
          <p14:tracePt t="99593" x="1046163" y="5024438"/>
          <p14:tracePt t="99598" x="1011238" y="4989513"/>
          <p14:tracePt t="99610" x="998538" y="4976813"/>
          <p14:tracePt t="99614" x="993775" y="4954588"/>
          <p14:tracePt t="99627" x="957263" y="4895850"/>
          <p14:tracePt t="99631" x="952500" y="4865688"/>
          <p14:tracePt t="99643" x="915988" y="4813300"/>
          <p14:tracePt t="99648" x="893763" y="4748213"/>
          <p14:tracePt t="99660" x="881063" y="4695825"/>
          <p14:tracePt t="99664" x="839788" y="4583113"/>
          <p14:tracePt t="99677" x="828675" y="4524375"/>
          <p14:tracePt t="99681" x="811213" y="4437063"/>
          <p14:tracePt t="99693" x="776288" y="4337050"/>
          <p14:tracePt t="99698" x="776288" y="4267200"/>
          <p14:tracePt t="99710" x="758825" y="4195763"/>
          <p14:tracePt t="99714" x="758825" y="4137025"/>
          <p14:tracePt t="99718" x="758825" y="4067175"/>
          <p14:tracePt t="99727" x="758825" y="4013200"/>
          <p14:tracePt t="99734" x="758825" y="3943350"/>
          <p14:tracePt t="99743" x="758825" y="3902075"/>
          <p14:tracePt t="99750" x="776288" y="3843338"/>
          <p14:tracePt t="99760" x="804863" y="3767138"/>
          <p14:tracePt t="99766" x="804863" y="3743325"/>
          <p14:tracePt t="99777" x="846138" y="3695700"/>
          <p14:tracePt t="99782" x="881063" y="3636963"/>
          <p14:tracePt t="99793" x="915988" y="3602038"/>
          <p14:tracePt t="99799" x="952500" y="3560763"/>
          <p14:tracePt t="99810" x="981075" y="3514725"/>
          <p14:tracePt t="99815" x="1028700" y="3490913"/>
          <p14:tracePt t="99827" x="1087438" y="3455988"/>
          <p14:tracePt t="99832" x="1133475" y="3432175"/>
          <p14:tracePt t="99843" x="1192213" y="3397250"/>
          <p14:tracePt t="99848" x="1250950" y="3373438"/>
          <p14:tracePt t="99860" x="1298575" y="3349625"/>
          <p14:tracePt t="99865" x="1357313" y="3338513"/>
          <p14:tracePt t="99877" x="1416050" y="3314700"/>
          <p14:tracePt t="99881" x="1457325" y="3314700"/>
          <p14:tracePt t="99894" x="1487488" y="3290888"/>
          <p14:tracePt t="99898" x="1539875" y="3290888"/>
          <p14:tracePt t="99910" x="1581150" y="3284538"/>
          <p14:tracePt t="99915" x="1633538" y="3284538"/>
          <p14:tracePt t="99927" x="1685925" y="3284538"/>
          <p14:tracePt t="99928" x="1727200" y="3273425"/>
          <p14:tracePt t="99934" x="1768475" y="3273425"/>
          <p14:tracePt t="99944" x="1822450" y="3273425"/>
          <p14:tracePt t="99950" x="1857375" y="3273425"/>
          <p14:tracePt t="99960" x="1927225" y="3273425"/>
          <p14:tracePt t="99966" x="1981200" y="3273425"/>
          <p14:tracePt t="99977" x="2033588" y="3273425"/>
          <p14:tracePt t="99982" x="2062163" y="3273425"/>
          <p14:tracePt t="99994" x="2092325" y="3273425"/>
          <p14:tracePt t="99998" x="2133600" y="3290888"/>
          <p14:tracePt t="100010" x="2151063" y="3308350"/>
          <p14:tracePt t="100015" x="2179638" y="3308350"/>
          <p14:tracePt t="100027" x="2209800" y="3325813"/>
          <p14:tracePt t="100032" x="2227263" y="3343275"/>
          <p14:tracePt t="100044" x="2262188" y="3367088"/>
          <p14:tracePt t="100060" x="2303463" y="3397250"/>
          <p14:tracePt t="100065" x="2309813" y="3408363"/>
          <p14:tracePt t="100077" x="2327275" y="3414713"/>
          <p14:tracePt t="100081" x="2344738" y="3432175"/>
          <p14:tracePt t="100094" x="2351088" y="3438525"/>
          <p14:tracePt t="100098" x="2379663" y="3478213"/>
          <p14:tracePt t="100110" x="2392363" y="3497263"/>
          <p14:tracePt t="100115" x="2409825" y="3536950"/>
          <p14:tracePt t="100118" x="2433638" y="3567113"/>
          <p14:tracePt t="100127" x="2451100" y="3608388"/>
          <p14:tracePt t="100134" x="2462213" y="3636963"/>
          <p14:tracePt t="100144" x="2486025" y="3695700"/>
          <p14:tracePt t="100150" x="2497138" y="3736975"/>
          <p14:tracePt t="100160" x="2520950" y="3795713"/>
          <p14:tracePt t="100166" x="2520950" y="3802063"/>
          <p14:tracePt t="100177" x="2538413" y="3832225"/>
          <p14:tracePt t="100182" x="2544763" y="3860800"/>
          <p14:tracePt t="100194" x="2544763" y="3884613"/>
          <p14:tracePt t="100199" x="2544763" y="3902075"/>
          <p14:tracePt t="100210" x="2544763" y="3932238"/>
          <p14:tracePt t="100215" x="2544763" y="3949700"/>
          <p14:tracePt t="100227" x="2544763" y="3990975"/>
          <p14:tracePt t="100231" x="2544763" y="4025900"/>
          <p14:tracePt t="100244" x="2544763" y="4054475"/>
          <p14:tracePt t="100248" x="2544763" y="4084638"/>
          <p14:tracePt t="100260" x="2544763" y="4113213"/>
          <p14:tracePt t="100265" x="2544763" y="4143375"/>
          <p14:tracePt t="100277" x="2544763" y="4178300"/>
          <p14:tracePt t="100282" x="2544763" y="4219575"/>
          <p14:tracePt t="100294" x="2544763" y="4248150"/>
          <p14:tracePt t="100295" x="2532063" y="4278313"/>
          <p14:tracePt t="100311" x="2509838" y="4319588"/>
          <p14:tracePt t="100315" x="2492375" y="4348163"/>
          <p14:tracePt t="100318" x="2473325" y="4378325"/>
          <p14:tracePt t="100327" x="2462213" y="4406900"/>
          <p14:tracePt t="100334" x="2433638" y="4437063"/>
          <p14:tracePt t="100344" x="2420938" y="4454525"/>
          <p14:tracePt t="100350" x="2379663" y="4489450"/>
          <p14:tracePt t="100361" x="2351088" y="4519613"/>
          <p14:tracePt t="100366" x="2320925" y="4541838"/>
          <p14:tracePt t="100377" x="2262188" y="4572000"/>
          <p14:tracePt t="100382" x="2233613" y="4606925"/>
          <p14:tracePt t="100394" x="2203450" y="4637088"/>
          <p14:tracePt t="100398" x="2168525" y="4654550"/>
          <p14:tracePt t="100411" x="2138363" y="4678363"/>
          <p14:tracePt t="100415" x="2109788" y="4695825"/>
          <p14:tracePt t="100427" x="2079625" y="4706938"/>
          <p14:tracePt t="100432" x="2062163" y="4724400"/>
          <p14:tracePt t="100438" x="2020888" y="4737100"/>
          <p14:tracePt t="100449" x="1981200" y="4741863"/>
          <p14:tracePt t="100461" x="1927225" y="4754563"/>
          <p14:tracePt t="100465" x="1881188" y="4789488"/>
          <p14:tracePt t="100477" x="1803400" y="4800600"/>
          <p14:tracePt t="100482" x="1744663" y="4813300"/>
          <p14:tracePt t="100486" x="1668463" y="4837113"/>
          <p14:tracePt t="100494" x="1616075" y="4848225"/>
          <p14:tracePt t="100502" x="1557338" y="4859338"/>
          <p14:tracePt t="100511" x="1463675" y="4876800"/>
          <p14:tracePt t="100518" x="1392238" y="4876800"/>
          <p14:tracePt t="100527" x="1339850" y="4876800"/>
          <p14:tracePt t="100534" x="1287463" y="4876800"/>
          <p14:tracePt t="100544" x="1211263" y="4876800"/>
          <p14:tracePt t="100550" x="1174750" y="4876800"/>
          <p14:tracePt t="100561" x="1133475" y="4876800"/>
          <p14:tracePt t="100566" x="1093788" y="4876800"/>
          <p14:tracePt t="100577" x="1039813" y="4876800"/>
          <p14:tracePt t="100582" x="1004888" y="4876800"/>
          <p14:tracePt t="100594" x="952500" y="4876800"/>
          <p14:tracePt t="100599" x="922338" y="4872038"/>
          <p14:tracePt t="100611" x="893763" y="4859338"/>
          <p14:tracePt t="100615" x="876300" y="4841875"/>
          <p14:tracePt t="100627" x="839788" y="4824413"/>
          <p14:tracePt t="100632" x="835025" y="4806950"/>
          <p14:tracePt t="100644" x="811213" y="4759325"/>
          <p14:tracePt t="100648" x="804863" y="4737100"/>
          <p14:tracePt t="100661" x="793750" y="4695825"/>
          <p14:tracePt t="100665" x="781050" y="4665663"/>
          <p14:tracePt t="100678" x="763588" y="4606925"/>
          <p14:tracePt t="100682" x="752475" y="4578350"/>
          <p14:tracePt t="100686" x="739775" y="4524375"/>
          <p14:tracePt t="100694" x="728663" y="4465638"/>
          <p14:tracePt t="100702" x="704850" y="4406900"/>
          <p14:tracePt t="100711" x="693738" y="4348163"/>
          <p14:tracePt t="100718" x="693738" y="4295775"/>
          <p14:tracePt t="100728" x="681038" y="4237038"/>
          <p14:tracePt t="100734" x="669925" y="4167188"/>
          <p14:tracePt t="100744" x="669925" y="4125913"/>
          <p14:tracePt t="100750" x="646113" y="4054475"/>
          <p14:tracePt t="100761" x="646113" y="3967163"/>
          <p14:tracePt t="100766" x="646113" y="3895725"/>
          <p14:tracePt t="100778" x="646113" y="3854450"/>
          <p14:tracePt t="100783" x="646113" y="3802063"/>
          <p14:tracePt t="100794" x="663575" y="3760788"/>
          <p14:tracePt t="100799" x="700088" y="3695700"/>
          <p14:tracePt t="100811" x="717550" y="3667125"/>
          <p14:tracePt t="100815" x="763588" y="3608388"/>
          <p14:tracePt t="100828" x="798513" y="3560763"/>
          <p14:tracePt t="100832" x="846138" y="3543300"/>
          <p14:tracePt t="100844" x="876300" y="3508375"/>
          <p14:tracePt t="100849" x="893763" y="3490913"/>
          <p14:tracePt t="100861" x="898525" y="3490913"/>
          <p14:tracePt t="100866" x="915988" y="3484563"/>
          <p14:tracePt t="100878" x="922338" y="3478213"/>
          <p14:tracePt t="101742" x="0" y="0"/>
        </p14:tracePtLst>
        <p14:tracePtLst>
          <p14:tracePt t="104903" x="3497263" y="3121025"/>
          <p14:tracePt t="105013" x="3490913" y="3114675"/>
          <p14:tracePt t="105061" x="3490913" y="3090863"/>
          <p14:tracePt t="105069" x="3502025" y="3067050"/>
          <p14:tracePt t="105085" x="3502025" y="3044825"/>
          <p14:tracePt t="105098" x="3508375" y="3032125"/>
          <p14:tracePt t="105104" x="3525838" y="3021013"/>
          <p14:tracePt t="105115" x="3525838" y="3008313"/>
          <p14:tracePt t="105117" x="3525838" y="3003550"/>
          <p14:tracePt t="105131" x="3525838" y="2997200"/>
          <p14:tracePt t="105134" x="3525838" y="2986088"/>
          <p14:tracePt t="105148" x="3525838" y="2973388"/>
          <p14:tracePt t="105151" x="3549650" y="2949575"/>
          <p14:tracePt t="105165" x="3549650" y="2944813"/>
          <p14:tracePt t="105167" x="3549650" y="2925763"/>
          <p14:tracePt t="105181" x="3556000" y="2908300"/>
          <p14:tracePt t="105184" x="3567113" y="2890838"/>
          <p14:tracePt t="105198" x="3567113" y="2886075"/>
          <p14:tracePt t="105200" x="3567113" y="2867025"/>
          <p14:tracePt t="105215" x="3573463" y="2849563"/>
          <p14:tracePt t="105217" x="3584575" y="2820988"/>
          <p14:tracePt t="105231" x="3590925" y="2814638"/>
          <p14:tracePt t="105234" x="3608388" y="2779713"/>
          <p14:tracePt t="105248" x="3608388" y="2768600"/>
          <p14:tracePt t="105252" x="3619500" y="2744788"/>
          <p14:tracePt t="105253" x="3649663" y="2686050"/>
          <p14:tracePt t="105265" x="3649663" y="2679700"/>
          <p14:tracePt t="105269" x="3673475" y="2644775"/>
          <p14:tracePt t="105282" x="3690938" y="2614613"/>
          <p14:tracePt t="105286" x="3702050" y="2597150"/>
          <p14:tracePt t="105298" x="3708400" y="2555875"/>
          <p14:tracePt t="105303" x="3719513" y="2538413"/>
          <p14:tracePt t="105315" x="3736975" y="2520950"/>
          <p14:tracePt t="105319" x="3754438" y="2486025"/>
          <p14:tracePt t="105332" x="3790950" y="2455863"/>
          <p14:tracePt t="105336" x="3808413" y="2438400"/>
          <p14:tracePt t="105348" x="3825875" y="2397125"/>
          <p14:tracePt t="105349" x="3860800" y="2368550"/>
          <p14:tracePt t="105357" x="3890963" y="2338388"/>
          <p14:tracePt t="105365" x="3919538" y="2316163"/>
          <p14:tracePt t="105373" x="3949700" y="2297113"/>
          <p14:tracePt t="105382" x="3990975" y="2274888"/>
          <p14:tracePt t="105390" x="4008438" y="2268538"/>
          <p14:tracePt t="105398" x="4049713" y="2244725"/>
          <p14:tracePt t="105406" x="4078288" y="2233613"/>
          <p14:tracePt t="105415" x="4095750" y="2227263"/>
          <p14:tracePt t="105421" x="4137025" y="2227263"/>
          <p14:tracePt t="105432" x="4143375" y="2220913"/>
          <p14:tracePt t="105437" x="4171950" y="2203450"/>
          <p14:tracePt t="105448" x="4178300" y="2203450"/>
          <p14:tracePt t="105453" x="4195763" y="2203450"/>
          <p14:tracePt t="105465" x="4213225" y="2203450"/>
          <p14:tracePt t="105470" x="4225925" y="2203450"/>
          <p14:tracePt t="105482" x="4237038" y="2203450"/>
          <p14:tracePt t="105486" x="4248150" y="2203450"/>
          <p14:tracePt t="105498" x="4267200" y="2203450"/>
          <p14:tracePt t="105503" x="4278313" y="2203450"/>
          <p14:tracePt t="105515" x="4313238" y="2203450"/>
          <p14:tracePt t="105520" x="4330700" y="2203450"/>
          <p14:tracePt t="105532" x="4348163" y="2216150"/>
          <p14:tracePt t="105536" x="4389438" y="2244725"/>
          <p14:tracePt t="105548" x="4437063" y="2268538"/>
          <p14:tracePt t="105553" x="4465638" y="2297113"/>
          <p14:tracePt t="105565" x="4524375" y="2338388"/>
          <p14:tracePt t="105569" x="4578350" y="2397125"/>
          <p14:tracePt t="105582" x="4678363" y="2497138"/>
          <p14:tracePt t="105586" x="4730750" y="2597150"/>
          <p14:tracePt t="105589" x="4783138" y="2655888"/>
          <p14:tracePt t="105598" x="4837113" y="2768600"/>
          <p14:tracePt t="105605" x="4889500" y="2849563"/>
          <p14:tracePt t="105615" x="4959350" y="2962275"/>
          <p14:tracePt t="105621" x="5035550" y="3079750"/>
          <p14:tracePt t="105632" x="5076825" y="3190875"/>
          <p14:tracePt t="105637" x="5130800" y="3321050"/>
          <p14:tracePt t="105649" x="5148263" y="3408363"/>
          <p14:tracePt t="105653" x="5172075" y="3536950"/>
          <p14:tracePt t="105665" x="5218113" y="3660775"/>
          <p14:tracePt t="105670" x="5241925" y="3773488"/>
          <p14:tracePt t="105682" x="5272088" y="3895725"/>
          <p14:tracePt t="105687" x="5283200" y="4025900"/>
          <p14:tracePt t="105698" x="5300663" y="4167188"/>
          <p14:tracePt t="105703" x="5311775" y="4306888"/>
          <p14:tracePt t="105715" x="5341938" y="4448175"/>
          <p14:tracePt t="105720" x="5359400" y="4595813"/>
          <p14:tracePt t="105732" x="5359400" y="4730750"/>
          <p14:tracePt t="105737" x="5359400" y="4872038"/>
          <p14:tracePt t="105749" x="5359400" y="4965700"/>
          <p14:tracePt t="105753" x="5359400" y="5083175"/>
          <p14:tracePt t="105765" x="5348288" y="5211763"/>
          <p14:tracePt t="105770" x="5324475" y="5307013"/>
          <p14:tracePt t="105782" x="5307013" y="5411788"/>
          <p14:tracePt t="105786" x="5283200" y="5507038"/>
          <p14:tracePt t="105789" x="5253038" y="5611813"/>
          <p14:tracePt t="105799" x="5241925" y="5688013"/>
          <p14:tracePt t="105805" x="5200650" y="5764213"/>
          <p14:tracePt t="105815" x="5189538" y="5859463"/>
          <p14:tracePt t="105821" x="5176838" y="5918200"/>
          <p14:tracePt t="105832" x="5141913" y="5959475"/>
          <p14:tracePt t="105837" x="5135563" y="5988050"/>
          <p14:tracePt t="105849" x="5124450" y="6029325"/>
          <p14:tracePt t="105853" x="5094288" y="6059488"/>
          <p14:tracePt t="105865" x="5083175" y="6076950"/>
          <p14:tracePt t="105870" x="5065713" y="6105525"/>
          <p14:tracePt t="105882" x="5035550" y="6140450"/>
          <p14:tracePt t="105887" x="5006975" y="6170613"/>
          <p14:tracePt t="105899" x="4983163" y="6199188"/>
          <p14:tracePt t="105903" x="4965700" y="6229350"/>
          <p14:tracePt t="105915" x="4937125" y="6246813"/>
          <p14:tracePt t="105920" x="4895850" y="6270625"/>
          <p14:tracePt t="105932" x="4883150" y="6276975"/>
          <p14:tracePt t="105937" x="4848225" y="6294438"/>
          <p14:tracePt t="105941" x="4818063" y="6305550"/>
          <p14:tracePt t="105949" x="4789488" y="6323013"/>
          <p14:tracePt t="105957" x="4759325" y="6335713"/>
          <p14:tracePt t="105965" x="4754563" y="6335713"/>
          <p14:tracePt t="105973" x="4724400" y="6340475"/>
          <p14:tracePt t="105982" x="4706938" y="6353175"/>
          <p14:tracePt t="105990" x="4700588" y="6353175"/>
          <p14:tracePt t="105999" x="4665663" y="6370638"/>
          <p14:tracePt t="106005" x="4637088" y="6370638"/>
          <p14:tracePt t="106015" x="4606925" y="6370638"/>
          <p14:tracePt t="106021" x="4565650" y="6381750"/>
          <p14:tracePt t="106032" x="4548188" y="6381750"/>
          <p14:tracePt t="106037" x="4513263" y="6381750"/>
          <p14:tracePt t="106049" x="4471988" y="6394450"/>
          <p14:tracePt t="106053" x="4430713" y="6394450"/>
          <p14:tracePt t="106066" x="4389438" y="6394450"/>
          <p14:tracePt t="106070" x="4365625" y="6394450"/>
          <p14:tracePt t="106082" x="4325938" y="6394450"/>
          <p14:tracePt t="106087" x="4295775" y="6394450"/>
          <p14:tracePt t="106099" x="4278313" y="6394450"/>
          <p14:tracePt t="106116" x="4271963" y="6394450"/>
          <p14:tracePt t="106453" x="4254500" y="6394450"/>
          <p14:tracePt t="106462" x="4189413" y="6394450"/>
          <p14:tracePt t="106469" x="4089400" y="6340475"/>
          <p14:tracePt t="106477" x="4013200" y="6305550"/>
          <p14:tracePt t="106485" x="3919538" y="6264275"/>
          <p14:tracePt t="106499" x="3843338" y="6211888"/>
          <p14:tracePt t="106502" x="3760788" y="6157913"/>
          <p14:tracePt t="106516" x="3719513" y="6135688"/>
          <p14:tracePt t="106517" x="3667125" y="6088063"/>
          <p14:tracePt t="106533" x="3636963" y="6059488"/>
          <p14:tracePt t="106533" x="3602038" y="6011863"/>
          <p14:tracePt t="106549" x="3597275" y="5994400"/>
          <p14:tracePt t="106550" x="3573463" y="5935663"/>
          <p14:tracePt t="106566" x="3556000" y="5905500"/>
          <p14:tracePt t="106567" x="3543300" y="5876925"/>
          <p14:tracePt t="106583" x="3532188" y="5835650"/>
          <p14:tracePt t="106583" x="3514725" y="5794375"/>
          <p14:tracePt t="106589" x="3502025" y="5735638"/>
          <p14:tracePt t="106599" x="3490913" y="5676900"/>
          <p14:tracePt t="106605" x="3478213" y="5624513"/>
          <p14:tracePt t="106616" x="3455988" y="5559425"/>
          <p14:tracePt t="106621" x="3425825" y="5483225"/>
          <p14:tracePt t="106633" x="3414713" y="5411788"/>
          <p14:tracePt t="106637" x="3402013" y="5335588"/>
          <p14:tracePt t="106649" x="3390900" y="5265738"/>
          <p14:tracePt t="106653" x="3379788" y="5207000"/>
          <p14:tracePt t="106666" x="3379788" y="5135563"/>
          <p14:tracePt t="106669" x="3367088" y="5059363"/>
          <p14:tracePt t="106682" x="3355975" y="5000625"/>
          <p14:tracePt t="106685" x="3355975" y="4930775"/>
          <p14:tracePt t="106699" x="3355975" y="4859338"/>
          <p14:tracePt t="106702" x="3332163" y="4783138"/>
          <p14:tracePt t="106716" x="3332163" y="4713288"/>
          <p14:tracePt t="106717" x="3332163" y="4637088"/>
          <p14:tracePt t="106733" x="3332163" y="4565650"/>
          <p14:tracePt t="106737" x="3332163" y="4513263"/>
          <p14:tracePt t="106749" x="3332163" y="4424363"/>
          <p14:tracePt t="106754" x="3332163" y="4371975"/>
          <p14:tracePt t="106766" x="3332163" y="4313238"/>
          <p14:tracePt t="106771" x="3332163" y="4260850"/>
          <p14:tracePt t="106783" x="3332163" y="4206875"/>
          <p14:tracePt t="106787" x="3332163" y="4148138"/>
          <p14:tracePt t="106789" x="3332163" y="4095750"/>
          <p14:tracePt t="106800" x="3332163" y="4025900"/>
          <p14:tracePt t="106805" x="3332163" y="3954463"/>
          <p14:tracePt t="106816" x="3332163" y="3884613"/>
          <p14:tracePt t="106821" x="3332163" y="3825875"/>
          <p14:tracePt t="106833" x="3332163" y="3736975"/>
          <p14:tracePt t="106837" x="3338513" y="3649663"/>
          <p14:tracePt t="106850" x="3349625" y="3590925"/>
          <p14:tracePt t="106854" x="3349625" y="3502025"/>
          <p14:tracePt t="106866" x="3360738" y="3408363"/>
          <p14:tracePt t="106871" x="3384550" y="3349625"/>
          <p14:tracePt t="106883" x="3397250" y="3273425"/>
          <p14:tracePt t="106888" x="3408363" y="3201988"/>
          <p14:tracePt t="106900" x="3449638" y="3125788"/>
          <p14:tracePt t="106904" x="3460750" y="3067050"/>
          <p14:tracePt t="106916" x="3484563" y="2973388"/>
          <p14:tracePt t="106921" x="3514725" y="2897188"/>
          <p14:tracePt t="106925" x="3536950" y="2803525"/>
          <p14:tracePt t="106933" x="3578225" y="2727325"/>
          <p14:tracePt t="106941" x="3602038" y="2651125"/>
          <p14:tracePt t="106950" x="3656013" y="2568575"/>
          <p14:tracePt t="106957" x="3684588" y="2497138"/>
          <p14:tracePt t="106966" x="3719513" y="2397125"/>
          <p14:tracePt t="106973" x="3773488" y="2338388"/>
          <p14:tracePt t="106983" x="3813175" y="2255838"/>
          <p14:tracePt t="106989" x="3867150" y="2179638"/>
          <p14:tracePt t="107000" x="3895725" y="2151063"/>
          <p14:tracePt t="107005" x="3925888" y="2116138"/>
          <p14:tracePt t="107016" x="3971925" y="2068513"/>
          <p14:tracePt t="107021" x="4019550" y="2033588"/>
          <p14:tracePt t="107033" x="4067175" y="2003425"/>
          <p14:tracePt t="107037" x="4084638" y="1981200"/>
          <p14:tracePt t="107050" x="4113213" y="1962150"/>
          <p14:tracePt t="107054" x="4154488" y="1939925"/>
          <p14:tracePt t="107066" x="4184650" y="1920875"/>
          <p14:tracePt t="107070" x="4230688" y="1898650"/>
          <p14:tracePt t="107083" x="4271963" y="1892300"/>
          <p14:tracePt t="107088" x="4325938" y="1881188"/>
          <p14:tracePt t="107100" x="4343400" y="1868488"/>
          <p14:tracePt t="107104" x="4371975" y="1868488"/>
          <p14:tracePt t="107117" x="4413250" y="1857375"/>
          <p14:tracePt t="107121" x="4443413" y="1851025"/>
          <p14:tracePt t="107133" x="4460875" y="1851025"/>
          <p14:tracePt t="107137" x="4489450" y="1851025"/>
          <p14:tracePt t="107150" x="4524375" y="1851025"/>
          <p14:tracePt t="107154" x="4554538" y="1851025"/>
          <p14:tracePt t="107167" x="4583113" y="1851025"/>
          <p14:tracePt t="107171" x="4641850" y="1868488"/>
          <p14:tracePt t="107173" x="4695825" y="1881188"/>
          <p14:tracePt t="107183" x="4759325" y="1903413"/>
          <p14:tracePt t="107205" x="4913313" y="1944688"/>
          <p14:tracePt t="107216" x="4976813" y="1985963"/>
          <p14:tracePt t="107221" x="4983163" y="1992313"/>
          <p14:tracePt t="107233" x="5018088" y="2009775"/>
          <p14:tracePt t="107238" x="5054600" y="2027238"/>
          <p14:tracePt t="107250" x="5072063" y="2051050"/>
          <p14:tracePt t="107254" x="5076825" y="2068513"/>
          <p14:tracePt t="107267" x="5089525" y="2085975"/>
          <p14:tracePt t="107271" x="5106988" y="2116138"/>
          <p14:tracePt t="107283" x="5130800" y="2144713"/>
          <p14:tracePt t="107288" x="5159375" y="2203450"/>
          <p14:tracePt t="107300" x="5183188" y="2244725"/>
          <p14:tracePt t="107305" x="5224463" y="2320925"/>
          <p14:tracePt t="107317" x="5230813" y="2351088"/>
          <p14:tracePt t="107321" x="5253038" y="2420938"/>
          <p14:tracePt t="107325" x="5276850" y="2468563"/>
          <p14:tracePt t="107333" x="5289550" y="2509838"/>
          <p14:tracePt t="107341" x="5300663" y="2562225"/>
          <p14:tracePt t="107350" x="5300663" y="2590800"/>
          <p14:tracePt t="107357" x="5307013" y="2632075"/>
          <p14:tracePt t="107367" x="5330825" y="2673350"/>
          <p14:tracePt t="107373" x="5341938" y="2714625"/>
          <p14:tracePt t="107383" x="5341938" y="2773363"/>
          <p14:tracePt t="107389" x="5341938" y="2797175"/>
          <p14:tracePt t="107400" x="5353050" y="2838450"/>
          <p14:tracePt t="107405" x="5353050" y="2879725"/>
          <p14:tracePt t="107417" x="5359400" y="2921000"/>
          <p14:tracePt t="107421" x="5359400" y="2973388"/>
          <p14:tracePt t="107433" x="5359400" y="3044825"/>
          <p14:tracePt t="107439" x="5359400" y="3103563"/>
          <p14:tracePt t="107450" x="5359400" y="3173413"/>
          <p14:tracePt t="107455" x="5359400" y="3279775"/>
          <p14:tracePt t="107467" x="5359400" y="3367088"/>
          <p14:tracePt t="107471" x="5359400" y="3438525"/>
          <p14:tracePt t="107483" x="5359400" y="3543300"/>
          <p14:tracePt t="107488" x="5359400" y="3619500"/>
          <p14:tracePt t="107500" x="5359400" y="3690938"/>
          <p14:tracePt t="107505" x="5359400" y="3743325"/>
          <p14:tracePt t="107517" x="5359400" y="3832225"/>
          <p14:tracePt t="107521" x="5359400" y="3884613"/>
          <p14:tracePt t="107533" x="5359400" y="3960813"/>
          <p14:tracePt t="107538" x="5353050" y="4030663"/>
          <p14:tracePt t="107550" x="5353050" y="4108450"/>
          <p14:tracePt t="107555" x="5330825" y="4167188"/>
          <p14:tracePt t="107557" x="5330825" y="4219575"/>
          <p14:tracePt t="107567" x="5318125" y="4260850"/>
          <p14:tracePt t="107573" x="5307013" y="4337050"/>
          <p14:tracePt t="107584" x="5294313" y="4389438"/>
          <p14:tracePt t="107589" x="5294313" y="4448175"/>
          <p14:tracePt t="107600" x="5294313" y="4519613"/>
          <p14:tracePt t="107605" x="5272088" y="4613275"/>
          <p14:tracePt t="107617" x="5259388" y="4665663"/>
          <p14:tracePt t="107622" x="5235575" y="4741863"/>
          <p14:tracePt t="107633" x="5224463" y="4800600"/>
          <p14:tracePt t="107638" x="5200650" y="4848225"/>
          <p14:tracePt t="107650" x="5189538" y="4900613"/>
          <p14:tracePt t="107655" x="5176838" y="4959350"/>
          <p14:tracePt t="107667" x="5176838" y="5000625"/>
          <p14:tracePt t="107672" x="5153025" y="5041900"/>
          <p14:tracePt t="107684" x="5148263" y="5083175"/>
          <p14:tracePt t="107688" x="5135563" y="5124450"/>
          <p14:tracePt t="107700" x="5124450" y="5165725"/>
          <p14:tracePt t="107705" x="5100638" y="5224463"/>
          <p14:tracePt t="107717" x="5089525" y="5283200"/>
          <p14:tracePt t="107722" x="5076825" y="5324475"/>
          <p14:tracePt t="107725" x="5048250" y="5353050"/>
          <p14:tracePt t="107734" x="5024438" y="5411788"/>
          <p14:tracePt t="107741" x="4989513" y="5476875"/>
          <p14:tracePt t="107750" x="4976813" y="5507038"/>
          <p14:tracePt t="107757" x="4959350" y="5546725"/>
          <p14:tracePt t="107767" x="4937125" y="5576888"/>
          <p14:tracePt t="107773" x="4918075" y="5607050"/>
          <p14:tracePt t="107784" x="4883150" y="5646738"/>
          <p14:tracePt t="107789" x="4848225" y="5694363"/>
          <p14:tracePt t="107800" x="4818063" y="5724525"/>
          <p14:tracePt t="107805" x="4800600" y="5753100"/>
          <p14:tracePt t="107817" x="4772025" y="5783263"/>
          <p14:tracePt t="107821" x="4754563" y="5805488"/>
          <p14:tracePt t="107834" x="4719638" y="5835650"/>
          <p14:tracePt t="107839" x="4700588" y="5876925"/>
          <p14:tracePt t="107850" x="4672013" y="5900738"/>
          <p14:tracePt t="107855" x="4648200" y="5918200"/>
          <p14:tracePt t="107867" x="4606925" y="5946775"/>
          <p14:tracePt t="107871" x="4578350" y="5981700"/>
          <p14:tracePt t="107884" x="4560888" y="5988050"/>
          <p14:tracePt t="107889" x="4519613" y="6011863"/>
          <p14:tracePt t="107893" x="4483100" y="6029325"/>
          <p14:tracePt t="107901" x="4465638" y="6046788"/>
          <p14:tracePt t="107909" x="4437063" y="6070600"/>
          <p14:tracePt t="107921" x="4419600" y="6076950"/>
          <p14:tracePt t="107925" x="4413250" y="6081713"/>
          <p14:tracePt t="107934" x="4378325" y="6094413"/>
          <p14:tracePt t="107941" x="4348163" y="6111875"/>
          <p14:tracePt t="107957" x="4319588" y="6111875"/>
          <p14:tracePt t="107967" x="4313238" y="6122988"/>
          <p14:tracePt t="107973" x="4295775" y="6122988"/>
          <p14:tracePt t="107984" x="4278313" y="6122988"/>
          <p14:tracePt t="107989" x="4248150" y="6122988"/>
          <p14:tracePt t="108001" x="4219575" y="6122988"/>
          <p14:tracePt t="108005" x="4195763" y="6122988"/>
          <p14:tracePt t="108017" x="4154488" y="6122988"/>
          <p14:tracePt t="108022" x="4102100" y="6122988"/>
          <p14:tracePt t="108034" x="4071938" y="6122988"/>
          <p14:tracePt t="108038" x="4030663" y="6118225"/>
          <p14:tracePt t="108051" x="3990975" y="6105525"/>
          <p14:tracePt t="108055" x="3949700" y="6081713"/>
          <p14:tracePt t="108067" x="3902075" y="6064250"/>
          <p14:tracePt t="108072" x="3871913" y="6040438"/>
          <p14:tracePt t="108077" x="3836988" y="6035675"/>
          <p14:tracePt t="108089" x="3790950" y="6000750"/>
          <p14:tracePt t="108093" x="3760788" y="5976938"/>
          <p14:tracePt t="108101" x="3702050" y="5946775"/>
          <p14:tracePt t="108109" x="3660775" y="5922963"/>
          <p14:tracePt t="108117" x="3597275" y="5870575"/>
          <p14:tracePt t="108125" x="3549650" y="5835650"/>
          <p14:tracePt t="108134" x="3484563" y="5770563"/>
          <p14:tracePt t="108141" x="3455988" y="5741988"/>
          <p14:tracePt t="108151" x="3384550" y="5659438"/>
          <p14:tracePt t="108157" x="3360738" y="5600700"/>
          <p14:tracePt t="108167" x="3308350" y="5524500"/>
          <p14:tracePt t="108174" x="3267075" y="5441950"/>
          <p14:tracePt t="108184" x="3243263" y="5365750"/>
          <p14:tracePt t="108189" x="3221038" y="5276850"/>
          <p14:tracePt t="108201" x="3179763" y="5194300"/>
          <p14:tracePt t="108205" x="3138488" y="5118100"/>
          <p14:tracePt t="108217" x="3125788" y="5041900"/>
          <p14:tracePt t="108222" x="3103563" y="4954588"/>
          <p14:tracePt t="108234" x="3103563" y="4859338"/>
          <p14:tracePt t="108238" x="3073400" y="4754563"/>
          <p14:tracePt t="108251" x="3073400" y="4648200"/>
          <p14:tracePt t="108255" x="3073400" y="4506913"/>
          <p14:tracePt t="108268" x="3073400" y="4384675"/>
          <p14:tracePt t="108272" x="3073400" y="4243388"/>
          <p14:tracePt t="108284" x="3073400" y="4119563"/>
          <p14:tracePt t="108288" x="3073400" y="3978275"/>
          <p14:tracePt t="108301" x="3073400" y="3836988"/>
          <p14:tracePt t="108305" x="3073400" y="3695700"/>
          <p14:tracePt t="108317" x="3073400" y="3573463"/>
          <p14:tracePt t="108322" x="3079750" y="3432175"/>
          <p14:tracePt t="108334" x="3108325" y="3290888"/>
          <p14:tracePt t="108335" x="3125788" y="3149600"/>
          <p14:tracePt t="108341" x="3138488" y="3003550"/>
          <p14:tracePt t="108351" x="3179763" y="2879725"/>
          <p14:tracePt t="108357" x="3208338" y="2786063"/>
          <p14:tracePt t="108368" x="3238500" y="2673350"/>
          <p14:tracePt t="108373" x="3279775" y="2562225"/>
          <p14:tracePt t="108384" x="3332163" y="2486025"/>
          <p14:tracePt t="108389" x="3355975" y="2392363"/>
          <p14:tracePt t="108401" x="3397250" y="2316163"/>
          <p14:tracePt t="108406" x="3419475" y="2255838"/>
          <p14:tracePt t="108418" x="3460750" y="2174875"/>
          <p14:tracePt t="108422" x="3484563" y="2116138"/>
          <p14:tracePt t="108434" x="3519488" y="2057400"/>
          <p14:tracePt t="108440" x="3573463" y="1992313"/>
          <p14:tracePt t="108451" x="3590925" y="1974850"/>
          <p14:tracePt t="108455" x="3619500" y="1927225"/>
          <p14:tracePt t="108468" x="3632200" y="1920875"/>
          <p14:tracePt t="108472" x="3649663" y="1892300"/>
          <p14:tracePt t="108484" x="3667125" y="1862138"/>
          <p14:tracePt t="108489" x="3684588" y="1844675"/>
          <p14:tracePt t="108501" x="3702050" y="1839913"/>
          <p14:tracePt t="108509" x="3719513" y="1827213"/>
          <p14:tracePt t="108893" x="0" y="0"/>
        </p14:tracePtLst>
        <p14:tracePtLst>
          <p14:tracePt t="118372" x="1657350" y="3325813"/>
          <p14:tracePt t="118555" x="1668463" y="3308350"/>
          <p14:tracePt t="118564" x="1698625" y="3284538"/>
          <p14:tracePt t="118571" x="1739900" y="3267075"/>
          <p14:tracePt t="118581" x="1798638" y="3225800"/>
          <p14:tracePt t="118593" x="1822450" y="3221038"/>
          <p14:tracePt t="118595" x="1857375" y="3208338"/>
          <p14:tracePt t="118610" x="1885950" y="3190875"/>
          <p14:tracePt t="118612" x="1909763" y="3179763"/>
          <p14:tracePt t="118626" x="1944688" y="3167063"/>
          <p14:tracePt t="118643" x="1957388" y="3167063"/>
          <p14:tracePt t="118645" x="1962150" y="3162300"/>
          <p14:tracePt t="118660" x="1981200" y="3162300"/>
          <p14:tracePt t="118676" x="1998663" y="3155950"/>
          <p14:tracePt t="118679" x="2003425" y="3143250"/>
          <p14:tracePt t="118693" x="2027238" y="3138488"/>
          <p14:tracePt t="118710" x="2051050" y="3125788"/>
          <p14:tracePt t="118712" x="2062163" y="3125788"/>
          <p14:tracePt t="118726" x="2074863" y="3121025"/>
          <p14:tracePt t="118729" x="2079625" y="3121025"/>
          <p14:tracePt t="118731" x="2098675" y="3114675"/>
          <p14:tracePt t="118899" x="2103438" y="3103563"/>
          <p14:tracePt t="118907" x="2162175" y="3103563"/>
          <p14:tracePt t="118915" x="2216150" y="3103563"/>
          <p14:tracePt t="118923" x="2292350" y="3103563"/>
          <p14:tracePt t="118932" x="2344738" y="3103563"/>
          <p14:tracePt t="118944" x="2414588" y="3103563"/>
          <p14:tracePt t="118948" x="2468563" y="3103563"/>
          <p14:tracePt t="118960" x="2527300" y="3103563"/>
          <p14:tracePt t="118963" x="2562225" y="3103563"/>
          <p14:tracePt t="118977" x="2614613" y="3103563"/>
          <p14:tracePt t="118980" x="2644775" y="3103563"/>
          <p14:tracePt t="118993" x="2673350" y="3103563"/>
          <p14:tracePt t="118996" x="2703513" y="3108325"/>
          <p14:tracePt t="119010" x="2720975" y="3108325"/>
          <p14:tracePt t="119011" x="2749550" y="3108325"/>
          <p14:tracePt t="119027" x="2762250" y="3108325"/>
          <p14:tracePt t="119028" x="2790825" y="3121025"/>
          <p14:tracePt t="119043" x="2832100" y="3121025"/>
          <p14:tracePt t="119044" x="2873375" y="3121025"/>
          <p14:tracePt t="119060" x="2914650" y="3121025"/>
          <p14:tracePt t="119061" x="2979738" y="3132138"/>
          <p14:tracePt t="119077" x="3055938" y="3155950"/>
          <p14:tracePt t="119077" x="3108325" y="3155950"/>
          <p14:tracePt t="119083" x="3149600" y="3155950"/>
          <p14:tracePt t="119094" x="3221038" y="3155950"/>
          <p14:tracePt t="119099" x="3273425" y="3167063"/>
          <p14:tracePt t="119110" x="3332163" y="3167063"/>
          <p14:tracePt t="119115" x="3384550" y="3167063"/>
          <p14:tracePt t="119127" x="3414713" y="3167063"/>
          <p14:tracePt t="119132" x="3438525" y="3167063"/>
          <p14:tracePt t="119144" x="3478213" y="3167063"/>
          <p14:tracePt t="119148" x="3497263" y="3167063"/>
          <p14:tracePt t="119160" x="3502025" y="3167063"/>
          <p14:tracePt t="119164" x="3532188" y="3167063"/>
          <p14:tracePt t="119177" x="3536950" y="3167063"/>
          <p14:tracePt t="119181" x="3543300" y="3155950"/>
          <p14:tracePt t="119193" x="3560763" y="3155950"/>
          <p14:tracePt t="119198" x="3567113" y="3149600"/>
          <p14:tracePt t="119210" x="3578225" y="3143250"/>
          <p14:tracePt t="119215" x="3590925" y="3125788"/>
          <p14:tracePt t="119227" x="3602038" y="3121025"/>
          <p14:tracePt t="119244" x="3619500" y="3108325"/>
          <p14:tracePt t="119260" x="3619500" y="3090863"/>
          <p14:tracePt t="119267" x="3625850" y="3084513"/>
          <p14:tracePt t="119475" x="0" y="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utoShape 2" descr="data:image/jpeg;base64,/9j/4AAQSkZJRgABAQAAAQABAAD/2wCEAAkGBxAPEA8UEA8WEBUQEBQQFBARFBYVERAVFBUXFhQVGBQYKCggGBsnHRQVITIhJiksLi4uFx8zODMtNygtLywBCgoKDg0OGxAQFywkHx0uLC0yLC43LC8sLDQvLCsuLywsLCw3LC8sLC0rNDcsLCwsLCwsLCwsLSwsLCwsLCwsLP/AABEIAOEA4QMBIgACEQEDEQH/xAAcAAEAAQUBAQAAAAAAAAAAAAAABwECBAUGAwj/xABGEAABAwIBBggLBQgDAAMAAAABAAIDBBEFBhIhMUFhBxMiNVFxgbIUMjNScnN0kaGxsyNCYpLwJEOCosHC0eElNFNEVJP/xAAZAQEBAAMBAAAAAAAAAAAAAAAAAQIDBAX/xAArEQEBAAEDAAkEAgMAAAAAAAAAAQIDBBESITEyQVFhcYEUM6HRE/AiYpH/2gAMAwEAAhEDEQA/AJxREQEREBERAREQEREBERARczlTl1Q4ddsknGS20U8VnSbs7YwdZG66hzKrhBrsQJZneDwuNhBCTd99QfJ4z+oWBvqROUp5V8JdFQ5zIz4XMNHFxEcWw/jl1DqFzuCiLHsr8QxOQNfI6zjyKanDgz8reU89d91ltMl+DSqqs19RekiNjZw+3eN0Z8Trd7ipWwLJ2jw1n2EYYSLOmfypX9bzp7BYblREuS3CPXUBDJCaqJpsYpnHjGWOkNkNyLdDrjRbQpiyXyzosSFoJM2S13U8tmzN6bDU4b2kha7KTI6ixIZz2ZkhGioisJN2dseOvssolylyFrcOPGAGaNhzhUQXBjtqLmjlRneLgdKHY+jEUGZKcK1VTZrKwGri1cZoFQwdeqTtsfxFS9gGUVJXsz6WZslvGZqkjvscw6W/I7FDltUREUREQEREBERAREQEREBERAREQEREBFr8axqmoozJUzNibszvGcehrRpcdwBKibKrhbmlzmUDOIZq4+QAzO9FulrOs3PUUEn5R5U0eHNvUzBriLtibypX+iwabbzYb1D+VfClV1ecymvRxG4u0/bvG+QeJ1N0jzitFgWTFdijy9jXODncurnc7MJ1El5uZD1X32Ur5McHdHRZr5B4VKNPGSgcWw9LI9IHWbneFU7UZZM5B1tfZ+b4PE434+YG776SWM1v69APSpayayMosOAcxmfIBpqJbF49HYwdXaSt1PWhvi8o/Ba6eZz/ABj2bB2KcjMqMRA0MF951e7atZLI5xu43Qq0rEXQzuYbtNt2w9i2lNibXaHck9P3T27FpyqFBh5UcHVHW5z4v2WU6c+MDi3n8cegdosetRVi+AV+ESte4OizTyKqBxzDuzxYtv5rrX6Cpnpqx8eo3HmnV/pbSKrimaWuA5QsY3gFrgdY06CNysojrJXhde3NjxFmeNXhMQ5Y3viGg9bbeiVK2GYnBVRiSnlbMw/eYbi+0HoO46VG2VHBbBNnPoXCnfr4l1zA47tsfZcbgo4LcRwaov8AaUknSNMcwHvZK3dptuKyH02ii/JXhcikzY8QZxDtA4+MEwuP4m6XM+I6SFJlPOyRjXxvbI1wu17CHNcOkOGghRXoiIgIiICIiAiIgIiICKyWRrGlznBrWi5c4gAAaySdQUcZVcLVPBnMoWiqfq443FO07jrk7LD8SCQq6tip43STSNiY3W97g1o7Sotyr4XQM6PDmZ2zwmZpzf4IjpPW63olR9VVeIYxUAOMlXJrbG0ciIHoaLNjGzONt5K77JjgpY2z8Qfxh1+DxEhg9OTQXdQsN5VRwNJQ4hjE7nDjKqS9nzSHkR7bF55LBpvmjsCkzJjgvpoM19YRVSa+LtanafR1yfxaPwruIIooGNZExsbGizY4wGtb1AaAvKWYncNynJw9nzMYAGgaBYNboAA2blhTTudrOjoGpUKsKivMq0r0KsKiPMq0q8q0oLCrSryrSgtVpVxVEGXS4i9mg8odB1jqKz5mU9ZGY5WNla7XHIAe2x27wsKnw5x0vOYP5j2bFmszWCzBm9J+8e1VUX5d8HMVJDLU00pDI80ugk5RAc4N5Ems6SNDr7dK9uAmskFTVQ5x4swcbmX5Ie17W5wGwkON+mw6F2fCVzVW+gz6rFwnAZzhUexu+rEsk8U4IiKKIiICIiAiIgIiIPm7KvKStxOpfG573M44shpYwczQ6zBmDx36BpNzcm1hoXS5McFUj819e/im6/B4yDIdz36Q3qFzvC5XJfnel9uH1F9Dq1IwsLwynpIxHTxNiYNjRpcelx1uO8kle73nZoV7gvMhYq8XKwr1IXmQg8yrCvQqwqDzKsK9CrCiPMq0q8q0oLCrSvaOFzzZov8AIdqz4aFjNL+UejYP8oMCno3yahYecdX+1sIYGRahnO84/wBF6PkJ6uheZKqj3k61YShKsJQa/hJ5qrfQZ9Vi4HgM5wn9if8AViXfcJHNVb6tv1GLgOA3nGb2KT6sKsTxTmiIiiIiAiIgIiICIiD5pyX53pfbh9RTrjlY6BsTm6ftQC3zmlrrj4fBQVkvzvS+3D6inHKMciL1w7j0qRn01Q2Vgew3B946Qd6q4LnKNz4XZ0WkHxozqdvHQV0FLVMmF2mxGtp0OaeghRRwXmV7PbZeRCDyKsK9SvMoPMqwr0K9YqUu16B8VEYmaTqF9yy4aDa82/CNfvWUxrWeKO3arXOVVXOAFmiw3LzJQlWkoKEqwlVJVhKASrCUJVpKiMThH5rrfVt+o1R9wG85TewyfWgUhcIvNdd6od9qjvgOP/Jy+wS/Wp1lC9qdkREUREQEREBERAREQfNOS/O9L7cPqKc8oPJsPRID/K5QZkvzvS+3D6inLKXyGjTyv7HJUjTYRiEVQ3OieHC9jsIO8HSFtmjSDqI2jX71BVJi89HPnMJb/UaLgg6CNx+Ck/JzLOnqg1shEUmrSfs3Hc46juPxUHaRVXnDtH+F6ANdqP66lhNXhKiti+A9a8xA47Lda1wr5GanX3O0/wC1XHsRkZFTlhzTM9gcRrAIBIHQg2zImt3lVc66oVQlBQlWkoSrCUAlWEqpKsJQCVYShKtJURQlWkoSrCUHnwic113qh32qOeA/nST2CX61OpG4Q+a671P9zVHPAhzpJ7DL9WBZQqd0REUREQEREBERAREQfNOS/O9L7cPqKdMoDaJp6Hg/yuUF5L870vtw+opyyl8h/F/Y5KkcJWYLS4oxz4nBkgNnAjb+No1H8Q+K5ym4P63OfYZmboBL2gP6td+2y9cpI58NrHPhu1ucSCNovpHQd4K6rJvLiCoAbMRC/Vnfu3HrPiHcdG9QcbRZU1uHP4p5JDDm8XILtFtYtrb2Gy6mh4Q6eWwlYYz0tIc33GxHuK2mU2SENeQ/P4t+aBnWzmvtqJGg3touDqUfYvkFVwXLW8Y0bY+V/L43wKdQkmkxGKoaXQvzwDY6CCDrsQetZOUvkqH1jO6Fy+QEJZSvDhYiXN0i2pjL/G66jKXyVD6xndCDoCVaSjirCUUJVhKqSrCUAlWEoSrSVEUJVpKEqwlAJVhKqSrCUFeEHmuu9Se8FG/Ajzo/2KX6sKknhA5rrvUH5hRtwJc6O9il+pCsoVPCIiKIiICIiAiIgIiIPmnJfnel9uH1FOmUAvE0HbIB/K5QXkvzvS+3D6inXHvJt9YO65KkaWqhiqGFlU242Tge4vA8U/jGjpAXBZSZBTQEyQctpGcHM03Gu9hrG8KRadZMbCy/FuzLm5YRnRuPSWdO8WO9QQzheVFbQnNzjmj7juVH+U6uyy6yh4SIngCaLNPTGdH5XWt7yunxfAqWqB46AxOP72K72HrA5Q9x61wmM8HErQX0z2zs6YyDbrA1Hcg7ehxOKqZnxEkA5puLEGwNvcQsrKbyVD6xndC5vIamfFTPa9paRKRYi2pjB/RdJlP5Kh9YzuhFbxxVhKq4qwlAJVhKErX4vi8FIzPnkDAdQ1ueehrRpKSW3iJbx2s0lWkri6nKmsn/AOtTtgZ/61Ol5HSGDV8QtNVTyP8A+xiUj/wQnMb1WZoXVhs8729TRluMZ2JIlkDfGIb1m3zWM7EIf/aP87f8qMTBQg3Mb5CfvOJues3Cr+xf/VPvP+Vu+h/2/DX9V6JNbVRu8WRrupwPyV7lFxjoTrp3DqJ/yvWBkDbcTUz0/QGvcG+4KXY+WX4Wbr0Shl/zXXeoPzCjXgT50d7HL9SJZtZiOIzU00PhUdXHKwsOe1olaD5rm7fSWHwWWosUHhLhCH08kTTJyQXufGWi50ac0rTnt88fVtx1sck8IiLnbhERAREQEREBERB805L870vtw+op1x7ybfWDuuUFZL87Uvtw+op1x7ybfWDuuSpGtp1mtWDAelc7JjksznFkrom2u1sYjBzTpaXmRrruI02FgL202utGvr4aOPSzrHPOYTmuzasaaMZ2cOS7z2ktf+YaVh5OYoahjg+xfGRcgWD2uvmuzdhu1wI6W31EBZ8y2Y5TKSzsrKXmcxgPbYuJcXFzs4k26ANgGwBVyn8lResZ3QqyqmVHkqL1je6FkrcOKsJVXFWEojBxrEm0sEsztIjbfN1ZzibNb2kgKN5JnAioqftZ5RnNafFhbsDR90C/60ldZwkc3y+sj74Wtx3A5KinhqqdpkDYwyVjRdzLaSQNouTfdY9K9DaTGY9K+N4cm45t4ng5apq3yHluJ3amjsXiqAqq9FxiIiAiIgq1xBuDY9I0FZ0da2QcXUNEjDozj4zd9/6rAWwwTBpq2QRwtJ899uRGOlx+Q1lY5cSc1ZzbxHb8HePSxVBoKh5kaWF9NI48rNaLmInaLAkdGadlgJIURROjGO4cyI5wiL4y4feIjkztO3XbsKl1eTucZMpZ4zl6OhbceL4CIi524REQEREBUKqvNxQfNuS/O1L7cPqKdce8m31g7rlBWS3O1L7cPqKdce8m31g7rkqRqRHntc29s5pbfouLLhpGvjc8OFnDx23AzDtvf7ush2oixXe06yH07HkFzGuLdRc0Et6idS5NztsdfGS3sa9TTmc4rS5F0bmsfIdUgaxv4msL3F43EyEA7Q240ELeTL3avCZb8MJhjMZ2RnJxOIwpVTKnyVF6xvdCrKqZU+SovWN7oWbJs3FWEqrirCVEczwjH9gk9ZH3wrcl8TfTi7ToJ5Tdh0D4qvCL/wBCT1kfeCwcN8QfrYF6W2kujZfNx61s1JZ5OrrsEw+vGe+Iwvfp42HkknaXDUT1g9a0FVwauN/B6xj+hsrS09rm3+S6LDHfZM6j8ysqZ9mOI1gFYTUzwvGNZ9HHKc2I/qOD/EWaomSehI3+/NWKcisSH/w3f/pEfk5do+ulGqRw6jZYsuJT/wDvJ+dy3TW1fT8tV08PVzMeQuJuP/Vzd7pYrD3OJ+CzouDqqGmeeCBu0ueSR2WA+Ky566Y65pD1vd/layY30nTvKy6epfGT4Y9HCeFbCPAsJpdM9U+scP3cIzWHtB/vXji2VT3R8TSxNo4dIzY9D3A67uFrX2207ytTKsSVZTDm85Xn++SXPjqnUysledcN9N/03qcgoOyWH/KYceh7/puU3tK5N7357Ona92+69ERcbpEREBERBQrwmcvZxWFUvQfO+S3O1L7a36inbH/Jt9YO65QTkrztSe2t+op2x/ybfWDuuSpER4Ll9NRTGnxWNzbGzZ7cq2wuA0OG8dG1SjR1UczGvie2RjhcPYbtPaoZnx1pcaPHackAkR1QA42MHU640OHzt95VbguJ4V+0YVUeGUzuV9nywQNj49OrVfZp0hOBNzV4zKPMnuF2mksytjNM/UXtBdGd9vGb8V3FLiUFS3OgmZMOmNwdbrA0jtUFsqplV5Ki9Y3uhVlVMq/JUfrG90IrPcVYSquKsJURz2XYvRPH44+8sHD/ABR+tgWflt/03+mzvLBoPFH62BentftfP6cWv9z4dJhz/s29vzKypX8l3UVraN/JHb81lF/JPUteU62eN6mBKsOVZkqw5VsjCsSVYcqzJVhyrZGusSVYkqy5ViSrbGFZ+SY/5Gi9N303KaWFQvklzjRem76blNLAuHe9+ezs2vdvuvCqqBVXG6RERAREQechWtq3LYSrVVhQQHkpzrSe2t76nbHmkxC2x47NDh/UKCMqcNkw+tdmOLOXx8Eo1jlXFj0tOjsHSpmyLyljxOmzjYSsAZPF0O84DzXax2jYlSIZr8Qlpj4JjVOaiEk8XUA3mjBPjMkPjDVoO69tSrR4XX4eDU4NVeGU50uazS5o82SE6Qbbbb9CmPG8AhmY6OeMSxO1Z2tp3HWDvCi/FeD2vw6Qz4RO5wGnir2lA6LapBu29CDHblZhGJcnFaLwaU66iEEXPSQNPvzlU8HLH/aYRijX20hpdZ7f4m6b9YCw5MrKOpJjxrDc2UHNNRC3i5gelzdAJ6/cqxZGUk5D8JxZudrbFMTHIDuOs9je1BIWSFPWxUxZXuL5WyOAcXBxLLNzTnDXpvr0re5V+So/WN7oWiyQpa2GmLK55fK2RwDnODyWWbmnOF9t9elb3KzyVH6xvdCgynFWEqrirCVBostT+xv9NneWHQ+KP1sCy8tGO8EeSLDPZr1nldCxaLxR+ti9La/a+f04tf7nw2dO+wWU1+hYMayY1coYrZVhyrMlWHKkKxJVhyrMlWHKtka6xJViSrLlWJKtsYVsckOcqH03fTcpqAUJZLOtiFGeh7u45TXDJnBcO9789v27Nr3b7vRERcbpEREBERB5SBa6qjW1IWPNHdBwmV2T7K2EsdyXNOdHJ5jv6g6iP8BRJQ1lXhVXnN+zljNnNOlkjTsPnNNta+g6qnXJ5UZMxVrLPGa9viStHKZu3t3fJErb5J5W02Jx8ghkoH2lO48odJHnN3++y20tH5vuP+V894rg1Vh8gc67c112VERIbfZZw0tO4/Fdfk7wrTRAMrY+PaNHGx2bL2tPJd8E4OXf4vgNNVjNqqdkui13DljqeNI7Co+xrghpnEupZ305813LZ1AixA67qRMJyxw+rsI6pgcf3cv2b/yvtfsutw+lY7Z2gqDgckMJqKOmMVTKJXCRxa8Oc4ZhDbDlWtqOhb3K3yVH6xvdC3EmFNOpxHuK95aGOQR8Y0P4vS2+q9rXttRWthpXv1Cw846v9rPZSMjBJ0kC5c7UN+5c/lPl/R0N2B3hEw0cVERZp/G/U3q0ncokykyvrcRObI/NjJ0U8Vww9F9rz1+4K8I7PLXK2lnBpoH8c4uDnSM8k3NN7Z33j1aN6yaPxR+tij7C8BnBD3DM0GzD4xuNvQu2wetEjR5zRZzdoI0Xt0L0NtZ/HZ6uPXn+fLdRrJjWLEVlRq5McVsqw5VmSrDlSLWJKsOVZkqw5VsjXWJKsSVZcqxZB06AtsYVlZOn9upPSPccpkoHKKMiMPdPVCW3Igvp2OeQQB7jf3dKlqijsFwbyy5yeUdm2nGDLREXI6RERAREQFaQrkQY0sV1r6ilW4IXm+O6DlaygDgQ5ocCLFpFwR0EHWuIxng/gkJMJNO47Byo/wAp1dhtuUry011hTUW5BA+IZFVkV7MbMOmNwv8AldY+6618dRXUnivqKa2wGSNvu0AqepaDcsWSg3K8pwh+HL3FG+LXv/ibE/vtKYnl3iVRHxclUQ06HcW1kZf1uYAbbhYKVJcGjd40TXdbQfmrIsn4QQRBGCNREbQR22Q4RTg+StRUWLm8Sw/ecOU70Wa+027V3GEZMxQeIy7tr3aXnt2dQXYQ4buWwp8OHQocOciwbO2LEr8ks858bjFINThqPWP12rvoaMDYskU42hZYZ5YXnGpljMpxUTPfWUvl6cvaP3sOkdZA1dtlk0mUFO794G7ngt+OpSZJQNK1NdkzDL48LHnpLRf3610zcy97H/jRdCzu1yvhsbvFe13ouB+S8pHLbT5B0p/dFvovf8rrFPB9T9D/AM3+lnNbS9WN0s/Rp5ngayB1la+eriGuRvYb/JdXHkBTDWxx63n+llsqTI2mZa1O0+kM7vXV+p055p/BnfJHDJnSm0ET5T+FpsOvo7VvMKyMnmIdVO4tuvimG7juLtQ+PYpHpsKa0AAAAbALD3LOip2t2LXnu8r1Yzhsx22M7etrsKwpkLGtYwMa0WAGr/Z3rbNFlVFyc8ugREQEREBERAREQFQoiCxy8XoiDGkWO9EQeRVWoiDJiWXGiIMhquCIgqiIgoVYURBVqvREBERAREQEREBERB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28" y="3965454"/>
            <a:ext cx="1066799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514600"/>
            <a:ext cx="1066799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Can 28"/>
          <p:cNvSpPr/>
          <p:nvPr/>
        </p:nvSpPr>
        <p:spPr>
          <a:xfrm>
            <a:off x="7086599" y="2660946"/>
            <a:ext cx="914400" cy="774107"/>
          </a:xfrm>
          <a:prstGeom prst="ca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79135" y="3505200"/>
            <a:ext cx="1529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Database Server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51617" y="3513032"/>
            <a:ext cx="11300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Participant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027" y="5018391"/>
            <a:ext cx="1078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Coordinator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62272" y="3047999"/>
            <a:ext cx="2624328" cy="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1183" y="3951591"/>
            <a:ext cx="1066799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" name="Can 54"/>
          <p:cNvSpPr/>
          <p:nvPr/>
        </p:nvSpPr>
        <p:spPr>
          <a:xfrm>
            <a:off x="7116382" y="4097937"/>
            <a:ext cx="914400" cy="774107"/>
          </a:xfrm>
          <a:prstGeom prst="ca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808918" y="4942191"/>
            <a:ext cx="1529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Database Server 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81400" y="4950023"/>
            <a:ext cx="11300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Participant 2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4492055" y="4484990"/>
            <a:ext cx="2624328" cy="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1183" y="5399391"/>
            <a:ext cx="1066799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0" name="Can 59"/>
          <p:cNvSpPr/>
          <p:nvPr/>
        </p:nvSpPr>
        <p:spPr>
          <a:xfrm>
            <a:off x="7116382" y="5545737"/>
            <a:ext cx="914400" cy="774107"/>
          </a:xfrm>
          <a:prstGeom prst="ca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808918" y="6389991"/>
            <a:ext cx="1529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Database Server 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81400" y="6397823"/>
            <a:ext cx="11300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Participant 3</a:t>
            </a:r>
          </a:p>
        </p:txBody>
      </p:sp>
      <p:cxnSp>
        <p:nvCxnSpPr>
          <p:cNvPr id="63" name="Straight Connector 62"/>
          <p:cNvCxnSpPr/>
          <p:nvPr/>
        </p:nvCxnSpPr>
        <p:spPr>
          <a:xfrm>
            <a:off x="4492055" y="5932790"/>
            <a:ext cx="2624328" cy="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Connector 1023"/>
          <p:cNvCxnSpPr/>
          <p:nvPr/>
        </p:nvCxnSpPr>
        <p:spPr>
          <a:xfrm flipV="1">
            <a:off x="1644976" y="3124200"/>
            <a:ext cx="5786" cy="84125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6" name="Straight Arrow Connector 1025"/>
          <p:cNvCxnSpPr/>
          <p:nvPr/>
        </p:nvCxnSpPr>
        <p:spPr>
          <a:xfrm>
            <a:off x="1650762" y="3124200"/>
            <a:ext cx="2083038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Straight Arrow Connector 1030"/>
          <p:cNvCxnSpPr/>
          <p:nvPr/>
        </p:nvCxnSpPr>
        <p:spPr>
          <a:xfrm>
            <a:off x="1955562" y="4484990"/>
            <a:ext cx="18288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V="1">
            <a:off x="1701324" y="4950023"/>
            <a:ext cx="0" cy="106977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1701324" y="6019800"/>
            <a:ext cx="2083038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035"/>
          <p:cNvSpPr txBox="1"/>
          <p:nvPr/>
        </p:nvSpPr>
        <p:spPr>
          <a:xfrm>
            <a:off x="4784501" y="2644476"/>
            <a:ext cx="1917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Flush ‘Prepare’ log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52850" y="4086815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Flush </a:t>
            </a:r>
            <a:r>
              <a:rPr lang="en-US" sz="1800" dirty="0">
                <a:solidFill>
                  <a:srgbClr val="FF0000"/>
                </a:solidFill>
                <a:latin typeface="Calibri"/>
              </a:rPr>
              <a:t>‘Prepare’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84500" y="5556945"/>
            <a:ext cx="1917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Flush </a:t>
            </a:r>
            <a:r>
              <a:rPr lang="en-US" sz="1800" dirty="0">
                <a:solidFill>
                  <a:srgbClr val="FF0000"/>
                </a:solidFill>
                <a:latin typeface="Calibri"/>
              </a:rPr>
              <a:t>‘Prepare’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</a:t>
            </a:r>
          </a:p>
        </p:txBody>
      </p:sp>
      <p:sp>
        <p:nvSpPr>
          <p:cNvPr id="1039" name="TextBox 1038"/>
          <p:cNvSpPr txBox="1"/>
          <p:nvPr/>
        </p:nvSpPr>
        <p:spPr>
          <a:xfrm>
            <a:off x="76670" y="2514600"/>
            <a:ext cx="1761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Phase I: Voting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AAAA4F-E693-499B-6D78-927B852D6620}"/>
              </a:ext>
            </a:extLst>
          </p:cNvPr>
          <p:cNvSpPr txBox="1">
            <a:spLocks/>
          </p:cNvSpPr>
          <p:nvPr/>
        </p:nvSpPr>
        <p:spPr>
          <a:xfrm>
            <a:off x="1273572" y="395066"/>
            <a:ext cx="7520001" cy="88736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Two phase commit protocol</a:t>
            </a:r>
          </a:p>
        </p:txBody>
      </p:sp>
    </p:spTree>
    <p:extLst>
      <p:ext uri="{BB962C8B-B14F-4D97-AF65-F5344CB8AC3E}">
        <p14:creationId xmlns:p14="http://schemas.microsoft.com/office/powerpoint/2010/main" val="1478117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6" grpId="0"/>
      <p:bldP spid="79" grpId="0"/>
      <p:bldP spid="80" grpId="0"/>
      <p:bldP spid="10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257800"/>
          </a:xfrm>
        </p:spPr>
        <p:txBody>
          <a:bodyPr>
            <a:normAutofit/>
          </a:bodyPr>
          <a:lstStyle/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</p:txBody>
      </p:sp>
      <p:sp>
        <p:nvSpPr>
          <p:cNvPr id="28" name="AutoShape 2" descr="data:image/jpeg;base64,/9j/4AAQSkZJRgABAQAAAQABAAD/2wCEAAkGBxAPEA8UEA8WEBUQEBQQFBARFBYVERAVFBUXFhQVGBQYKCggGBsnHRQVITIhJiksLi4uFx8zODMtNygtLywBCgoKDg0OGxAQFywkHx0uLC0yLC43LC8sLDQvLCsuLywsLCw3LC8sLC0rNDcsLCwsLCwsLCwsLSwsLCwsLCwsLP/AABEIAOEA4QMBIgACEQEDEQH/xAAcAAEAAQUBAQAAAAAAAAAAAAAABwECBAUGAwj/xABGEAABAwIBBggLBQgDAAMAAAABAAIDBBEFBhIhMUFhBxMiNVFxgbIUMjNScnN0kaGxsyNCYpLwJEOCosHC0eElNFNEVJP/xAAZAQEBAAMBAAAAAAAAAAAAAAAAAQIDBAX/xAArEQEBAAEDAAkEAgMAAAAAAAAAAQIDBBESITEyQVFhcYEUM6HRE/AiYpH/2gAMAwEAAhEDEQA/AJxREQEREBERAREQEREBERARczlTl1Q4ddsknGS20U8VnSbs7YwdZG66hzKrhBrsQJZneDwuNhBCTd99QfJ4z+oWBvqROUp5V8JdFQ5zIz4XMNHFxEcWw/jl1DqFzuCiLHsr8QxOQNfI6zjyKanDgz8reU89d91ltMl+DSqqs19RekiNjZw+3eN0Z8Trd7ipWwLJ2jw1n2EYYSLOmfypX9bzp7BYblREuS3CPXUBDJCaqJpsYpnHjGWOkNkNyLdDrjRbQpiyXyzosSFoJM2S13U8tmzN6bDU4b2kha7KTI6ixIZz2ZkhGioisJN2dseOvssolylyFrcOPGAGaNhzhUQXBjtqLmjlRneLgdKHY+jEUGZKcK1VTZrKwGri1cZoFQwdeqTtsfxFS9gGUVJXsz6WZslvGZqkjvscw6W/I7FDltUREUREQEREBERAREQEREBERAREQEREBFr8axqmoozJUzNibszvGcehrRpcdwBKibKrhbmlzmUDOIZq4+QAzO9FulrOs3PUUEn5R5U0eHNvUzBriLtibypX+iwabbzYb1D+VfClV1ecymvRxG4u0/bvG+QeJ1N0jzitFgWTFdijy9jXODncurnc7MJ1El5uZD1X32Ur5McHdHRZr5B4VKNPGSgcWw9LI9IHWbneFU7UZZM5B1tfZ+b4PE434+YG776SWM1v69APSpayayMosOAcxmfIBpqJbF49HYwdXaSt1PWhvi8o/Ba6eZz/ABj2bB2KcjMqMRA0MF951e7atZLI5xu43Qq0rEXQzuYbtNt2w9i2lNibXaHck9P3T27FpyqFBh5UcHVHW5z4v2WU6c+MDi3n8cegdosetRVi+AV+ESte4OizTyKqBxzDuzxYtv5rrX6Cpnpqx8eo3HmnV/pbSKrimaWuA5QsY3gFrgdY06CNysojrJXhde3NjxFmeNXhMQ5Y3viGg9bbeiVK2GYnBVRiSnlbMw/eYbi+0HoO46VG2VHBbBNnPoXCnfr4l1zA47tsfZcbgo4LcRwaov8AaUknSNMcwHvZK3dptuKyH02ii/JXhcikzY8QZxDtA4+MEwuP4m6XM+I6SFJlPOyRjXxvbI1wu17CHNcOkOGghRXoiIgIiICIiAiIgIiICKyWRrGlznBrWi5c4gAAaySdQUcZVcLVPBnMoWiqfq443FO07jrk7LD8SCQq6tip43STSNiY3W97g1o7Sotyr4XQM6PDmZ2zwmZpzf4IjpPW63olR9VVeIYxUAOMlXJrbG0ciIHoaLNjGzONt5K77JjgpY2z8Qfxh1+DxEhg9OTQXdQsN5VRwNJQ4hjE7nDjKqS9nzSHkR7bF55LBpvmjsCkzJjgvpoM19YRVSa+LtanafR1yfxaPwruIIooGNZExsbGizY4wGtb1AaAvKWYncNynJw9nzMYAGgaBYNboAA2blhTTudrOjoGpUKsKivMq0r0KsKiPMq0q8q0oLCrSryrSgtVpVxVEGXS4i9mg8odB1jqKz5mU9ZGY5WNla7XHIAe2x27wsKnw5x0vOYP5j2bFmszWCzBm9J+8e1VUX5d8HMVJDLU00pDI80ugk5RAc4N5Ems6SNDr7dK9uAmskFTVQ5x4swcbmX5Ie17W5wGwkON+mw6F2fCVzVW+gz6rFwnAZzhUexu+rEsk8U4IiKKIiICIiAiIgIiIPm7KvKStxOpfG573M44shpYwczQ6zBmDx36BpNzcm1hoXS5McFUj819e/im6/B4yDIdz36Q3qFzvC5XJfnel9uH1F9Dq1IwsLwynpIxHTxNiYNjRpcelx1uO8kle73nZoV7gvMhYq8XKwr1IXmQg8yrCvQqwqDzKsK9CrCiPMq0q8q0oLCrSvaOFzzZov8AIdqz4aFjNL+UejYP8oMCno3yahYecdX+1sIYGRahnO84/wBF6PkJ6uheZKqj3k61YShKsJQa/hJ5qrfQZ9Vi4HgM5wn9if8AViXfcJHNVb6tv1GLgOA3nGb2KT6sKsTxTmiIiiIiAiIgIiICIiD5pyX53pfbh9RTrjlY6BsTm6ftQC3zmlrrj4fBQVkvzvS+3D6inHKMciL1w7j0qRn01Q2Vgew3B946Qd6q4LnKNz4XZ0WkHxozqdvHQV0FLVMmF2mxGtp0OaeghRRwXmV7PbZeRCDyKsK9SvMoPMqwr0K9YqUu16B8VEYmaTqF9yy4aDa82/CNfvWUxrWeKO3arXOVVXOAFmiw3LzJQlWkoKEqwlVJVhKASrCUJVpKiMThH5rrfVt+o1R9wG85TewyfWgUhcIvNdd6od9qjvgOP/Jy+wS/Wp1lC9qdkREUREQEREBERAREQfNOS/O9L7cPqKc8oPJsPRID/K5QZkvzvS+3D6inLKXyGjTyv7HJUjTYRiEVQ3OieHC9jsIO8HSFtmjSDqI2jX71BVJi89HPnMJb/UaLgg6CNx+Ck/JzLOnqg1shEUmrSfs3Hc46juPxUHaRVXnDtH+F6ANdqP66lhNXhKiti+A9a8xA47Lda1wr5GanX3O0/wC1XHsRkZFTlhzTM9gcRrAIBIHQg2zImt3lVc66oVQlBQlWkoSrCUAlWEqpKsJQCVYShKtJURQlWkoSrCUHnwic113qh32qOeA/nST2CX61OpG4Q+a671P9zVHPAhzpJ7DL9WBZQqd0REUREQEREBERAREQfNOS/O9L7cPqKdMoDaJp6Hg/yuUF5L870vtw+opyyl8h/F/Y5KkcJWYLS4oxz4nBkgNnAjb+No1H8Q+K5ym4P63OfYZmboBL2gP6td+2y9cpI58NrHPhu1ucSCNovpHQd4K6rJvLiCoAbMRC/Vnfu3HrPiHcdG9QcbRZU1uHP4p5JDDm8XILtFtYtrb2Gy6mh4Q6eWwlYYz0tIc33GxHuK2mU2SENeQ/P4t+aBnWzmvtqJGg3touDqUfYvkFVwXLW8Y0bY+V/L43wKdQkmkxGKoaXQvzwDY6CCDrsQetZOUvkqH1jO6Fy+QEJZSvDhYiXN0i2pjL/G66jKXyVD6xndCDoCVaSjirCUUJVhKqSrCUAlWEoSrSVEUJVpKEqwlAJVhKqSrCUFeEHmuu9Se8FG/Ajzo/2KX6sKknhA5rrvUH5hRtwJc6O9il+pCsoVPCIiKIiICIiAiIgIiIPmnJfnel9uH1FOmUAvE0HbIB/K5QXkvzvS+3D6inXHvJt9YO65KkaWqhiqGFlU242Tge4vA8U/jGjpAXBZSZBTQEyQctpGcHM03Gu9hrG8KRadZMbCy/FuzLm5YRnRuPSWdO8WO9QQzheVFbQnNzjmj7juVH+U6uyy6yh4SIngCaLNPTGdH5XWt7yunxfAqWqB46AxOP72K72HrA5Q9x61wmM8HErQX0z2zs6YyDbrA1Hcg7ehxOKqZnxEkA5puLEGwNvcQsrKbyVD6xndC5vIamfFTPa9paRKRYi2pjB/RdJlP5Kh9YzuhFbxxVhKq4qwlAJVhKErX4vi8FIzPnkDAdQ1ueehrRpKSW3iJbx2s0lWkri6nKmsn/AOtTtgZ/61Ol5HSGDV8QtNVTyP8A+xiUj/wQnMb1WZoXVhs8729TRluMZ2JIlkDfGIb1m3zWM7EIf/aP87f8qMTBQg3Mb5CfvOJues3Cr+xf/VPvP+Vu+h/2/DX9V6JNbVRu8WRrupwPyV7lFxjoTrp3DqJ/yvWBkDbcTUz0/QGvcG+4KXY+WX4Wbr0Shl/zXXeoPzCjXgT50d7HL9SJZtZiOIzU00PhUdXHKwsOe1olaD5rm7fSWHwWWosUHhLhCH08kTTJyQXufGWi50ac0rTnt88fVtx1sck8IiLnbhERAREQEREBERB805L870vtw+op1x7ybfWDuuUFZL87Uvtw+op1x7ybfWDuuSpGtp1mtWDAelc7JjksznFkrom2u1sYjBzTpaXmRrruI02FgL202utGvr4aOPSzrHPOYTmuzasaaMZ2cOS7z2ktf+YaVh5OYoahjg+xfGRcgWD2uvmuzdhu1wI6W31EBZ8y2Y5TKSzsrKXmcxgPbYuJcXFzs4k26ANgGwBVyn8lResZ3QqyqmVHkqL1je6FkrcOKsJVXFWEojBxrEm0sEsztIjbfN1ZzibNb2kgKN5JnAioqftZ5RnNafFhbsDR90C/60ldZwkc3y+sj74Wtx3A5KinhqqdpkDYwyVjRdzLaSQNouTfdY9K9DaTGY9K+N4cm45t4ng5apq3yHluJ3amjsXiqAqq9FxiIiAiIgq1xBuDY9I0FZ0da2QcXUNEjDozj4zd9/6rAWwwTBpq2QRwtJ899uRGOlx+Q1lY5cSc1ZzbxHb8HePSxVBoKh5kaWF9NI48rNaLmInaLAkdGadlgJIURROjGO4cyI5wiL4y4feIjkztO3XbsKl1eTucZMpZ4zl6OhbceL4CIi524REQEREBUKqvNxQfNuS/O1L7cPqKdce8m31g7rlBWS3O1L7cPqKdce8m31g7rkqRqRHntc29s5pbfouLLhpGvjc8OFnDx23AzDtvf7ush2oixXe06yH07HkFzGuLdRc0Et6idS5NztsdfGS3sa9TTmc4rS5F0bmsfIdUgaxv4msL3F43EyEA7Q240ELeTL3avCZb8MJhjMZ2RnJxOIwpVTKnyVF6xvdCrKqZU+SovWN7oWbJs3FWEqrirCVEczwjH9gk9ZH3wrcl8TfTi7ToJ5Tdh0D4qvCL/wBCT1kfeCwcN8QfrYF6W2kujZfNx61s1JZ5OrrsEw+vGe+Iwvfp42HkknaXDUT1g9a0FVwauN/B6xj+hsrS09rm3+S6LDHfZM6j8ysqZ9mOI1gFYTUzwvGNZ9HHKc2I/qOD/EWaomSehI3+/NWKcisSH/w3f/pEfk5do+ulGqRw6jZYsuJT/wDvJ+dy3TW1fT8tV08PVzMeQuJuP/Vzd7pYrD3OJ+CzouDqqGmeeCBu0ueSR2WA+Ky566Y65pD1vd/layY30nTvKy6epfGT4Y9HCeFbCPAsJpdM9U+scP3cIzWHtB/vXji2VT3R8TSxNo4dIzY9D3A67uFrX2207ytTKsSVZTDm85Xn++SXPjqnUysledcN9N/03qcgoOyWH/KYceh7/puU3tK5N7357Ona92+69ERcbpEREBERBQrwmcvZxWFUvQfO+S3O1L7a36inbH/Jt9YO65QTkrztSe2t+op2x/ybfWDuuSpER4Ll9NRTGnxWNzbGzZ7cq2wuA0OG8dG1SjR1UczGvie2RjhcPYbtPaoZnx1pcaPHackAkR1QA42MHU640OHzt95VbguJ4V+0YVUeGUzuV9nywQNj49OrVfZp0hOBNzV4zKPMnuF2mksytjNM/UXtBdGd9vGb8V3FLiUFS3OgmZMOmNwdbrA0jtUFsqplV5Ki9Y3uhVlVMq/JUfrG90IrPcVYSquKsJURz2XYvRPH44+8sHD/ABR+tgWflt/03+mzvLBoPFH62BentftfP6cWv9z4dJhz/s29vzKypX8l3UVraN/JHb81lF/JPUteU62eN6mBKsOVZkqw5VsjCsSVYcqzJVhyrZGusSVYkqy5ViSrbGFZ+SY/5Gi9N303KaWFQvklzjRem76blNLAuHe9+ezs2vdvuvCqqBVXG6RERAREQechWtq3LYSrVVhQQHkpzrSe2t76nbHmkxC2x47NDh/UKCMqcNkw+tdmOLOXx8Eo1jlXFj0tOjsHSpmyLyljxOmzjYSsAZPF0O84DzXax2jYlSIZr8Qlpj4JjVOaiEk8XUA3mjBPjMkPjDVoO69tSrR4XX4eDU4NVeGU50uazS5o82SE6Qbbbb9CmPG8AhmY6OeMSxO1Z2tp3HWDvCi/FeD2vw6Qz4RO5wGnir2lA6LapBu29CDHblZhGJcnFaLwaU66iEEXPSQNPvzlU8HLH/aYRijX20hpdZ7f4m6b9YCw5MrKOpJjxrDc2UHNNRC3i5gelzdAJ6/cqxZGUk5D8JxZudrbFMTHIDuOs9je1BIWSFPWxUxZXuL5WyOAcXBxLLNzTnDXpvr0re5V+So/WN7oWiyQpa2GmLK55fK2RwDnODyWWbmnOF9t9elb3KzyVH6xvdCgynFWEqrirCVBostT+xv9NneWHQ+KP1sCy8tGO8EeSLDPZr1nldCxaLxR+ti9La/a+f04tf7nw2dO+wWU1+hYMayY1coYrZVhyrMlWHKkKxJVhyrMlWHKtka6xJViSrLlWJKtsYVsckOcqH03fTcpqAUJZLOtiFGeh7u45TXDJnBcO9789v27Nr3b7vRERcbpEREBERB5SBa6qjW1IWPNHdBwmV2T7K2EsdyXNOdHJ5jv6g6iP8BRJQ1lXhVXnN+zljNnNOlkjTsPnNNta+g6qnXJ5UZMxVrLPGa9viStHKZu3t3fJErb5J5W02Jx8ghkoH2lO48odJHnN3++y20tH5vuP+V894rg1Vh8gc67c112VERIbfZZw0tO4/Fdfk7wrTRAMrY+PaNHGx2bL2tPJd8E4OXf4vgNNVjNqqdkui13DljqeNI7Co+xrghpnEupZ305813LZ1AixA67qRMJyxw+rsI6pgcf3cv2b/yvtfsutw+lY7Z2gqDgckMJqKOmMVTKJXCRxa8Oc4ZhDbDlWtqOhb3K3yVH6xvdC3EmFNOpxHuK95aGOQR8Y0P4vS2+q9rXttRWthpXv1Cw846v9rPZSMjBJ0kC5c7UN+5c/lPl/R0N2B3hEw0cVERZp/G/U3q0ncokykyvrcRObI/NjJ0U8Vww9F9rz1+4K8I7PLXK2lnBpoH8c4uDnSM8k3NN7Z33j1aN6yaPxR+tij7C8BnBD3DM0GzD4xuNvQu2wetEjR5zRZzdoI0Xt0L0NtZ/HZ6uPXn+fLdRrJjWLEVlRq5McVsqw5VmSrDlSLWJKsOVZkqw5VsjXWJKsSVZcqxZB06AtsYVlZOn9upPSPccpkoHKKMiMPdPVCW3Igvp2OeQQB7jf3dKlqijsFwbyy5yeUdm2nGDLREXI6RERAREQFaQrkQY0sV1r6ilW4IXm+O6DlaygDgQ5ocCLFpFwR0EHWuIxng/gkJMJNO47Byo/wAp1dhtuUry011hTUW5BA+IZFVkV7MbMOmNwv8AldY+6618dRXUnivqKa2wGSNvu0AqepaDcsWSg3K8pwh+HL3FG+LXv/ibE/vtKYnl3iVRHxclUQ06HcW1kZf1uYAbbhYKVJcGjd40TXdbQfmrIsn4QQRBGCNREbQR22Q4RTg+StRUWLm8Sw/ecOU70Wa+027V3GEZMxQeIy7tr3aXnt2dQXYQ4buWwp8OHQocOciwbO2LEr8ks858bjFINThqPWP12rvoaMDYskU42hZYZ5YXnGpljMpxUTPfWUvl6cvaP3sOkdZA1dtlk0mUFO794G7ngt+OpSZJQNK1NdkzDL48LHnpLRf3610zcy97H/jRdCzu1yvhsbvFe13ouB+S8pHLbT5B0p/dFvovf8rrFPB9T9D/AM3+lnNbS9WN0s/Rp5ngayB1la+eriGuRvYb/JdXHkBTDWxx63n+llsqTI2mZa1O0+kM7vXV+p055p/BnfJHDJnSm0ET5T+FpsOvo7VvMKyMnmIdVO4tuvimG7juLtQ+PYpHpsKa0AAAAbALD3LOip2t2LXnu8r1Yzhsx22M7etrsKwpkLGtYwMa0WAGr/Z3rbNFlVFyc8ugREQEREBERAREQFQoiCxy8XoiDGkWO9EQeRVWoiDJiWXGiIMhquCIgqiIgoVYURBVqvREBERAREQEREBERB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28" y="3965454"/>
            <a:ext cx="1066799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514600"/>
            <a:ext cx="1066799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Can 28"/>
          <p:cNvSpPr/>
          <p:nvPr/>
        </p:nvSpPr>
        <p:spPr>
          <a:xfrm>
            <a:off x="7086599" y="2660946"/>
            <a:ext cx="914400" cy="774107"/>
          </a:xfrm>
          <a:prstGeom prst="ca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79135" y="3505200"/>
            <a:ext cx="1529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Database Server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51617" y="3513032"/>
            <a:ext cx="11300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Participant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027" y="5018391"/>
            <a:ext cx="1078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Coordinator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62272" y="3047999"/>
            <a:ext cx="2624328" cy="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1183" y="3951591"/>
            <a:ext cx="1066799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" name="Can 54"/>
          <p:cNvSpPr/>
          <p:nvPr/>
        </p:nvSpPr>
        <p:spPr>
          <a:xfrm>
            <a:off x="7116382" y="4097937"/>
            <a:ext cx="914400" cy="774107"/>
          </a:xfrm>
          <a:prstGeom prst="ca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808918" y="4942191"/>
            <a:ext cx="1529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Database Server 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81400" y="4950023"/>
            <a:ext cx="11300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Participant 2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4492055" y="4484990"/>
            <a:ext cx="2624328" cy="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1183" y="5399391"/>
            <a:ext cx="1066799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0" name="Can 59"/>
          <p:cNvSpPr/>
          <p:nvPr/>
        </p:nvSpPr>
        <p:spPr>
          <a:xfrm>
            <a:off x="7116382" y="5545737"/>
            <a:ext cx="914400" cy="774107"/>
          </a:xfrm>
          <a:prstGeom prst="ca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808918" y="6389991"/>
            <a:ext cx="1529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Database Server 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81400" y="6397823"/>
            <a:ext cx="11300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Participant 3</a:t>
            </a:r>
          </a:p>
        </p:txBody>
      </p:sp>
      <p:cxnSp>
        <p:nvCxnSpPr>
          <p:cNvPr id="63" name="Straight Connector 62"/>
          <p:cNvCxnSpPr/>
          <p:nvPr/>
        </p:nvCxnSpPr>
        <p:spPr>
          <a:xfrm>
            <a:off x="4492055" y="5932790"/>
            <a:ext cx="2624328" cy="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Connector 1023"/>
          <p:cNvCxnSpPr/>
          <p:nvPr/>
        </p:nvCxnSpPr>
        <p:spPr>
          <a:xfrm flipV="1">
            <a:off x="1644976" y="3124200"/>
            <a:ext cx="5786" cy="84125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6" name="Straight Arrow Connector 1025"/>
          <p:cNvCxnSpPr/>
          <p:nvPr/>
        </p:nvCxnSpPr>
        <p:spPr>
          <a:xfrm>
            <a:off x="1650762" y="3124200"/>
            <a:ext cx="2083038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Straight Arrow Connector 1030"/>
          <p:cNvCxnSpPr/>
          <p:nvPr/>
        </p:nvCxnSpPr>
        <p:spPr>
          <a:xfrm>
            <a:off x="1955562" y="4484990"/>
            <a:ext cx="18288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V="1">
            <a:off x="1701324" y="4950023"/>
            <a:ext cx="0" cy="106977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1701324" y="6019800"/>
            <a:ext cx="2083038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TextBox 1038"/>
          <p:cNvSpPr txBox="1"/>
          <p:nvPr/>
        </p:nvSpPr>
        <p:spPr>
          <a:xfrm>
            <a:off x="76670" y="2514600"/>
            <a:ext cx="1761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Phase I: Voting</a:t>
            </a:r>
          </a:p>
        </p:txBody>
      </p:sp>
      <p:cxnSp>
        <p:nvCxnSpPr>
          <p:cNvPr id="84" name="Straight Connector 83"/>
          <p:cNvCxnSpPr/>
          <p:nvPr/>
        </p:nvCxnSpPr>
        <p:spPr>
          <a:xfrm flipH="1">
            <a:off x="1905000" y="3435053"/>
            <a:ext cx="1828800" cy="0"/>
          </a:xfrm>
          <a:prstGeom prst="line">
            <a:avLst/>
          </a:prstGeom>
          <a:ln w="22225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>
            <a:off x="1905000" y="3435053"/>
            <a:ext cx="0" cy="691415"/>
          </a:xfrm>
          <a:prstGeom prst="straightConnector1">
            <a:avLst/>
          </a:prstGeom>
          <a:ln w="22225">
            <a:solidFill>
              <a:srgbClr val="00B05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1955562" y="4872044"/>
            <a:ext cx="1828800" cy="0"/>
          </a:xfrm>
          <a:prstGeom prst="straightConnector1">
            <a:avLst/>
          </a:prstGeom>
          <a:ln w="22225">
            <a:solidFill>
              <a:srgbClr val="00B05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H="1">
            <a:off x="1913546" y="5650468"/>
            <a:ext cx="1828800" cy="8546"/>
          </a:xfrm>
          <a:prstGeom prst="line">
            <a:avLst/>
          </a:prstGeom>
          <a:ln w="22225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flipV="1">
            <a:off x="1913546" y="4950737"/>
            <a:ext cx="0" cy="708277"/>
          </a:xfrm>
          <a:prstGeom prst="straightConnector1">
            <a:avLst/>
          </a:prstGeom>
          <a:ln w="22225">
            <a:solidFill>
              <a:srgbClr val="00B05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895740" y="3107108"/>
            <a:ext cx="1636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VOTE_COMMIT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981200" y="4532392"/>
            <a:ext cx="1636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VOTE_COMMIT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89746" y="5329290"/>
            <a:ext cx="1636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VOTE_COMMIT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5EEFB28E-B48A-5D9E-5535-53546E53F5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Two phase commit protocol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C43AD19-7E89-E0D5-760C-EB09AAEDD785}"/>
                  </a:ext>
                </a:extLst>
              </p14:cNvPr>
              <p14:cNvContentPartPr/>
              <p14:nvPr/>
            </p14:nvContentPartPr>
            <p14:xfrm>
              <a:off x="2707920" y="3451320"/>
              <a:ext cx="363240" cy="7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C43AD19-7E89-E0D5-760C-EB09AAEDD7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98560" y="3441960"/>
                <a:ext cx="38196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3854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90" grpId="0"/>
      <p:bldP spid="9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257800"/>
          </a:xfrm>
        </p:spPr>
        <p:txBody>
          <a:bodyPr>
            <a:normAutofit/>
          </a:bodyPr>
          <a:lstStyle/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</p:txBody>
      </p:sp>
      <p:sp>
        <p:nvSpPr>
          <p:cNvPr id="28" name="AutoShape 2" descr="data:image/jpeg;base64,/9j/4AAQSkZJRgABAQAAAQABAAD/2wCEAAkGBxAPEA8UEA8WEBUQEBQQFBARFBYVERAVFBUXFhQVGBQYKCggGBsnHRQVITIhJiksLi4uFx8zODMtNygtLywBCgoKDg0OGxAQFywkHx0uLC0yLC43LC8sLDQvLCsuLywsLCw3LC8sLC0rNDcsLCwsLCwsLCwsLSwsLCwsLCwsLP/AABEIAOEA4QMBIgACEQEDEQH/xAAcAAEAAQUBAQAAAAAAAAAAAAAABwECBAUGAwj/xABGEAABAwIBBggLBQgDAAMAAAABAAIDBBEFBhIhMUFhBxMiNVFxgbIUMjNScnN0kaGxsyNCYpLwJEOCosHC0eElNFNEVJP/xAAZAQEBAAMBAAAAAAAAAAAAAAAAAQIDBAX/xAArEQEBAAEDAAkEAgMAAAAAAAAAAQIDBBESITEyQVFhcYEUM6HRE/AiYpH/2gAMAwEAAhEDEQA/AJxREQEREBERAREQEREBERARczlTl1Q4ddsknGS20U8VnSbs7YwdZG66hzKrhBrsQJZneDwuNhBCTd99QfJ4z+oWBvqROUp5V8JdFQ5zIz4XMNHFxEcWw/jl1DqFzuCiLHsr8QxOQNfI6zjyKanDgz8reU89d91ltMl+DSqqs19RekiNjZw+3eN0Z8Trd7ipWwLJ2jw1n2EYYSLOmfypX9bzp7BYblREuS3CPXUBDJCaqJpsYpnHjGWOkNkNyLdDrjRbQpiyXyzosSFoJM2S13U8tmzN6bDU4b2kha7KTI6ixIZz2ZkhGioisJN2dseOvssolylyFrcOPGAGaNhzhUQXBjtqLmjlRneLgdKHY+jEUGZKcK1VTZrKwGri1cZoFQwdeqTtsfxFS9gGUVJXsz6WZslvGZqkjvscw6W/I7FDltUREUREQEREBERAREQEREBERAREQEREBFr8axqmoozJUzNibszvGcehrRpcdwBKibKrhbmlzmUDOIZq4+QAzO9FulrOs3PUUEn5R5U0eHNvUzBriLtibypX+iwabbzYb1D+VfClV1ecymvRxG4u0/bvG+QeJ1N0jzitFgWTFdijy9jXODncurnc7MJ1El5uZD1X32Ur5McHdHRZr5B4VKNPGSgcWw9LI9IHWbneFU7UZZM5B1tfZ+b4PE434+YG776SWM1v69APSpayayMosOAcxmfIBpqJbF49HYwdXaSt1PWhvi8o/Ba6eZz/ABj2bB2KcjMqMRA0MF951e7atZLI5xu43Qq0rEXQzuYbtNt2w9i2lNibXaHck9P3T27FpyqFBh5UcHVHW5z4v2WU6c+MDi3n8cegdosetRVi+AV+ESte4OizTyKqBxzDuzxYtv5rrX6Cpnpqx8eo3HmnV/pbSKrimaWuA5QsY3gFrgdY06CNysojrJXhde3NjxFmeNXhMQ5Y3viGg9bbeiVK2GYnBVRiSnlbMw/eYbi+0HoO46VG2VHBbBNnPoXCnfr4l1zA47tsfZcbgo4LcRwaov8AaUknSNMcwHvZK3dptuKyH02ii/JXhcikzY8QZxDtA4+MEwuP4m6XM+I6SFJlPOyRjXxvbI1wu17CHNcOkOGghRXoiIgIiICIiAiIgIiICKyWRrGlznBrWi5c4gAAaySdQUcZVcLVPBnMoWiqfq443FO07jrk7LD8SCQq6tip43STSNiY3W97g1o7Sotyr4XQM6PDmZ2zwmZpzf4IjpPW63olR9VVeIYxUAOMlXJrbG0ciIHoaLNjGzONt5K77JjgpY2z8Qfxh1+DxEhg9OTQXdQsN5VRwNJQ4hjE7nDjKqS9nzSHkR7bF55LBpvmjsCkzJjgvpoM19YRVSa+LtanafR1yfxaPwruIIooGNZExsbGizY4wGtb1AaAvKWYncNynJw9nzMYAGgaBYNboAA2blhTTudrOjoGpUKsKivMq0r0KsKiPMq0q8q0oLCrSryrSgtVpVxVEGXS4i9mg8odB1jqKz5mU9ZGY5WNla7XHIAe2x27wsKnw5x0vOYP5j2bFmszWCzBm9J+8e1VUX5d8HMVJDLU00pDI80ugk5RAc4N5Ems6SNDr7dK9uAmskFTVQ5x4swcbmX5Ie17W5wGwkON+mw6F2fCVzVW+gz6rFwnAZzhUexu+rEsk8U4IiKKIiICIiAiIgIiIPm7KvKStxOpfG573M44shpYwczQ6zBmDx36BpNzcm1hoXS5McFUj819e/im6/B4yDIdz36Q3qFzvC5XJfnel9uH1F9Dq1IwsLwynpIxHTxNiYNjRpcelx1uO8kle73nZoV7gvMhYq8XKwr1IXmQg8yrCvQqwqDzKsK9CrCiPMq0q8q0oLCrSvaOFzzZov8AIdqz4aFjNL+UejYP8oMCno3yahYecdX+1sIYGRahnO84/wBF6PkJ6uheZKqj3k61YShKsJQa/hJ5qrfQZ9Vi4HgM5wn9if8AViXfcJHNVb6tv1GLgOA3nGb2KT6sKsTxTmiIiiIiAiIgIiICIiD5pyX53pfbh9RTrjlY6BsTm6ftQC3zmlrrj4fBQVkvzvS+3D6inHKMciL1w7j0qRn01Q2Vgew3B946Qd6q4LnKNz4XZ0WkHxozqdvHQV0FLVMmF2mxGtp0OaeghRRwXmV7PbZeRCDyKsK9SvMoPMqwr0K9YqUu16B8VEYmaTqF9yy4aDa82/CNfvWUxrWeKO3arXOVVXOAFmiw3LzJQlWkoKEqwlVJVhKASrCUJVpKiMThH5rrfVt+o1R9wG85TewyfWgUhcIvNdd6od9qjvgOP/Jy+wS/Wp1lC9qdkREUREQEREBERAREQfNOS/O9L7cPqKc8oPJsPRID/K5QZkvzvS+3D6inLKXyGjTyv7HJUjTYRiEVQ3OieHC9jsIO8HSFtmjSDqI2jX71BVJi89HPnMJb/UaLgg6CNx+Ck/JzLOnqg1shEUmrSfs3Hc46juPxUHaRVXnDtH+F6ANdqP66lhNXhKiti+A9a8xA47Lda1wr5GanX3O0/wC1XHsRkZFTlhzTM9gcRrAIBIHQg2zImt3lVc66oVQlBQlWkoSrCUAlWEqpKsJQCVYShKtJURQlWkoSrCUHnwic113qh32qOeA/nST2CX61OpG4Q+a671P9zVHPAhzpJ7DL9WBZQqd0REUREQEREBERAREQfNOS/O9L7cPqKdMoDaJp6Hg/yuUF5L870vtw+opyyl8h/F/Y5KkcJWYLS4oxz4nBkgNnAjb+No1H8Q+K5ym4P63OfYZmboBL2gP6td+2y9cpI58NrHPhu1ucSCNovpHQd4K6rJvLiCoAbMRC/Vnfu3HrPiHcdG9QcbRZU1uHP4p5JDDm8XILtFtYtrb2Gy6mh4Q6eWwlYYz0tIc33GxHuK2mU2SENeQ/P4t+aBnWzmvtqJGg3touDqUfYvkFVwXLW8Y0bY+V/L43wKdQkmkxGKoaXQvzwDY6CCDrsQetZOUvkqH1jO6Fy+QEJZSvDhYiXN0i2pjL/G66jKXyVD6xndCDoCVaSjirCUUJVhKqSrCUAlWEoSrSVEUJVpKEqwlAJVhKqSrCUFeEHmuu9Se8FG/Ajzo/2KX6sKknhA5rrvUH5hRtwJc6O9il+pCsoVPCIiKIiICIiAiIgIiIPmnJfnel9uH1FOmUAvE0HbIB/K5QXkvzvS+3D6inXHvJt9YO65KkaWqhiqGFlU242Tge4vA8U/jGjpAXBZSZBTQEyQctpGcHM03Gu9hrG8KRadZMbCy/FuzLm5YRnRuPSWdO8WO9QQzheVFbQnNzjmj7juVH+U6uyy6yh4SIngCaLNPTGdH5XWt7yunxfAqWqB46AxOP72K72HrA5Q9x61wmM8HErQX0z2zs6YyDbrA1Hcg7ehxOKqZnxEkA5puLEGwNvcQsrKbyVD6xndC5vIamfFTPa9paRKRYi2pjB/RdJlP5Kh9YzuhFbxxVhKq4qwlAJVhKErX4vi8FIzPnkDAdQ1ueehrRpKSW3iJbx2s0lWkri6nKmsn/AOtTtgZ/61Ol5HSGDV8QtNVTyP8A+xiUj/wQnMb1WZoXVhs8729TRluMZ2JIlkDfGIb1m3zWM7EIf/aP87f8qMTBQg3Mb5CfvOJues3Cr+xf/VPvP+Vu+h/2/DX9V6JNbVRu8WRrupwPyV7lFxjoTrp3DqJ/yvWBkDbcTUz0/QGvcG+4KXY+WX4Wbr0Shl/zXXeoPzCjXgT50d7HL9SJZtZiOIzU00PhUdXHKwsOe1olaD5rm7fSWHwWWosUHhLhCH08kTTJyQXufGWi50ac0rTnt88fVtx1sck8IiLnbhERAREQEREBERB805L870vtw+op1x7ybfWDuuUFZL87Uvtw+op1x7ybfWDuuSpGtp1mtWDAelc7JjksznFkrom2u1sYjBzTpaXmRrruI02FgL202utGvr4aOPSzrHPOYTmuzasaaMZ2cOS7z2ktf+YaVh5OYoahjg+xfGRcgWD2uvmuzdhu1wI6W31EBZ8y2Y5TKSzsrKXmcxgPbYuJcXFzs4k26ANgGwBVyn8lResZ3QqyqmVHkqL1je6FkrcOKsJVXFWEojBxrEm0sEsztIjbfN1ZzibNb2kgKN5JnAioqftZ5RnNafFhbsDR90C/60ldZwkc3y+sj74Wtx3A5KinhqqdpkDYwyVjRdzLaSQNouTfdY9K9DaTGY9K+N4cm45t4ng5apq3yHluJ3amjsXiqAqq9FxiIiAiIgq1xBuDY9I0FZ0da2QcXUNEjDozj4zd9/6rAWwwTBpq2QRwtJ899uRGOlx+Q1lY5cSc1ZzbxHb8HePSxVBoKh5kaWF9NI48rNaLmInaLAkdGadlgJIURROjGO4cyI5wiL4y4feIjkztO3XbsKl1eTucZMpZ4zl6OhbceL4CIi524REQEREBUKqvNxQfNuS/O1L7cPqKdce8m31g7rlBWS3O1L7cPqKdce8m31g7rkqRqRHntc29s5pbfouLLhpGvjc8OFnDx23AzDtvf7ush2oixXe06yH07HkFzGuLdRc0Et6idS5NztsdfGS3sa9TTmc4rS5F0bmsfIdUgaxv4msL3F43EyEA7Q240ELeTL3avCZb8MJhjMZ2RnJxOIwpVTKnyVF6xvdCrKqZU+SovWN7oWbJs3FWEqrirCVEczwjH9gk9ZH3wrcl8TfTi7ToJ5Tdh0D4qvCL/wBCT1kfeCwcN8QfrYF6W2kujZfNx61s1JZ5OrrsEw+vGe+Iwvfp42HkknaXDUT1g9a0FVwauN/B6xj+hsrS09rm3+S6LDHfZM6j8ysqZ9mOI1gFYTUzwvGNZ9HHKc2I/qOD/EWaomSehI3+/NWKcisSH/w3f/pEfk5do+ulGqRw6jZYsuJT/wDvJ+dy3TW1fT8tV08PVzMeQuJuP/Vzd7pYrD3OJ+CzouDqqGmeeCBu0ueSR2WA+Ky566Y65pD1vd/layY30nTvKy6epfGT4Y9HCeFbCPAsJpdM9U+scP3cIzWHtB/vXji2VT3R8TSxNo4dIzY9D3A67uFrX2207ytTKsSVZTDm85Xn++SXPjqnUysledcN9N/03qcgoOyWH/KYceh7/puU3tK5N7357Ona92+69ERcbpEREBERBQrwmcvZxWFUvQfO+S3O1L7a36inbH/Jt9YO65QTkrztSe2t+op2x/ybfWDuuSpER4Ll9NRTGnxWNzbGzZ7cq2wuA0OG8dG1SjR1UczGvie2RjhcPYbtPaoZnx1pcaPHackAkR1QA42MHU640OHzt95VbguJ4V+0YVUeGUzuV9nywQNj49OrVfZp0hOBNzV4zKPMnuF2mksytjNM/UXtBdGd9vGb8V3FLiUFS3OgmZMOmNwdbrA0jtUFsqplV5Ki9Y3uhVlVMq/JUfrG90IrPcVYSquKsJURz2XYvRPH44+8sHD/ABR+tgWflt/03+mzvLBoPFH62BentftfP6cWv9z4dJhz/s29vzKypX8l3UVraN/JHb81lF/JPUteU62eN6mBKsOVZkqw5VsjCsSVYcqzJVhyrZGusSVYkqy5ViSrbGFZ+SY/5Gi9N303KaWFQvklzjRem76blNLAuHe9+ezs2vdvuvCqqBVXG6RERAREQechWtq3LYSrVVhQQHkpzrSe2t76nbHmkxC2x47NDh/UKCMqcNkw+tdmOLOXx8Eo1jlXFj0tOjsHSpmyLyljxOmzjYSsAZPF0O84DzXax2jYlSIZr8Qlpj4JjVOaiEk8XUA3mjBPjMkPjDVoO69tSrR4XX4eDU4NVeGU50uazS5o82SE6Qbbbb9CmPG8AhmY6OeMSxO1Z2tp3HWDvCi/FeD2vw6Qz4RO5wGnir2lA6LapBu29CDHblZhGJcnFaLwaU66iEEXPSQNPvzlU8HLH/aYRijX20hpdZ7f4m6b9YCw5MrKOpJjxrDc2UHNNRC3i5gelzdAJ6/cqxZGUk5D8JxZudrbFMTHIDuOs9je1BIWSFPWxUxZXuL5WyOAcXBxLLNzTnDXpvr0re5V+So/WN7oWiyQpa2GmLK55fK2RwDnODyWWbmnOF9t9elb3KzyVH6xvdCgynFWEqrirCVBostT+xv9NneWHQ+KP1sCy8tGO8EeSLDPZr1nldCxaLxR+ti9La/a+f04tf7nw2dO+wWU1+hYMayY1coYrZVhyrMlWHKkKxJVhyrMlWHKtka6xJViSrLlWJKtsYVsckOcqH03fTcpqAUJZLOtiFGeh7u45TXDJnBcO9789v27Nr3b7vRERcbpEREBERB5SBa6qjW1IWPNHdBwmV2T7K2EsdyXNOdHJ5jv6g6iP8BRJQ1lXhVXnN+zljNnNOlkjTsPnNNta+g6qnXJ5UZMxVrLPGa9viStHKZu3t3fJErb5J5W02Jx8ghkoH2lO48odJHnN3++y20tH5vuP+V894rg1Vh8gc67c112VERIbfZZw0tO4/Fdfk7wrTRAMrY+PaNHGx2bL2tPJd8E4OXf4vgNNVjNqqdkui13DljqeNI7Co+xrghpnEupZ305813LZ1AixA67qRMJyxw+rsI6pgcf3cv2b/yvtfsutw+lY7Z2gqDgckMJqKOmMVTKJXCRxa8Oc4ZhDbDlWtqOhb3K3yVH6xvdC3EmFNOpxHuK95aGOQR8Y0P4vS2+q9rXttRWthpXv1Cw846v9rPZSMjBJ0kC5c7UN+5c/lPl/R0N2B3hEw0cVERZp/G/U3q0ncokykyvrcRObI/NjJ0U8Vww9F9rz1+4K8I7PLXK2lnBpoH8c4uDnSM8k3NN7Z33j1aN6yaPxR+tij7C8BnBD3DM0GzD4xuNvQu2wetEjR5zRZzdoI0Xt0L0NtZ/HZ6uPXn+fLdRrJjWLEVlRq5McVsqw5VmSrDlSLWJKsOVZkqw5VsjXWJKsSVZcqxZB06AtsYVlZOn9upPSPccpkoHKKMiMPdPVCW3Igvp2OeQQB7jf3dKlqijsFwbyy5yeUdm2nGDLREXI6RERAREQFaQrkQY0sV1r6ilW4IXm+O6DlaygDgQ5ocCLFpFwR0EHWuIxng/gkJMJNO47Byo/wAp1dhtuUry011hTUW5BA+IZFVkV7MbMOmNwv8AldY+6618dRXUnivqKa2wGSNvu0AqepaDcsWSg3K8pwh+HL3FG+LXv/ibE/vtKYnl3iVRHxclUQ06HcW1kZf1uYAbbhYKVJcGjd40TXdbQfmrIsn4QQRBGCNREbQR22Q4RTg+StRUWLm8Sw/ecOU70Wa+027V3GEZMxQeIy7tr3aXnt2dQXYQ4buWwp8OHQocOciwbO2LEr8ks858bjFINThqPWP12rvoaMDYskU42hZYZ5YXnGpljMpxUTPfWUvl6cvaP3sOkdZA1dtlk0mUFO794G7ngt+OpSZJQNK1NdkzDL48LHnpLRf3610zcy97H/jRdCzu1yvhsbvFe13ouB+S8pHLbT5B0p/dFvovf8rrFPB9T9D/AM3+lnNbS9WN0s/Rp5ngayB1la+eriGuRvYb/JdXHkBTDWxx63n+llsqTI2mZa1O0+kM7vXV+p055p/BnfJHDJnSm0ET5T+FpsOvo7VvMKyMnmIdVO4tuvimG7juLtQ+PYpHpsKa0AAAAbALD3LOip2t2LXnu8r1Yzhsx22M7etrsKwpkLGtYwMa0WAGr/Z3rbNFlVFyc8ugREQEREBERAREQFQoiCxy8XoiDGkWO9EQeRVWoiDJiWXGiIMhquCIgqiIgoVYURBVqvREBERAREQEREBERB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28" y="3965454"/>
            <a:ext cx="1066799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514600"/>
            <a:ext cx="1066799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Can 28"/>
          <p:cNvSpPr/>
          <p:nvPr/>
        </p:nvSpPr>
        <p:spPr>
          <a:xfrm>
            <a:off x="7086599" y="2660946"/>
            <a:ext cx="914400" cy="774107"/>
          </a:xfrm>
          <a:prstGeom prst="ca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79135" y="3505200"/>
            <a:ext cx="1529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Database Server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51617" y="3513032"/>
            <a:ext cx="11300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Participant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027" y="5018391"/>
            <a:ext cx="1078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Coordinator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62272" y="3047999"/>
            <a:ext cx="2624328" cy="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1183" y="3951591"/>
            <a:ext cx="1066799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" name="Can 54"/>
          <p:cNvSpPr/>
          <p:nvPr/>
        </p:nvSpPr>
        <p:spPr>
          <a:xfrm>
            <a:off x="7116382" y="4097937"/>
            <a:ext cx="914400" cy="774107"/>
          </a:xfrm>
          <a:prstGeom prst="ca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808918" y="4942191"/>
            <a:ext cx="1529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Database Server 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81400" y="4950023"/>
            <a:ext cx="11300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Participant 2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4492055" y="4484990"/>
            <a:ext cx="2624328" cy="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1183" y="5399391"/>
            <a:ext cx="1066799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0" name="Can 59"/>
          <p:cNvSpPr/>
          <p:nvPr/>
        </p:nvSpPr>
        <p:spPr>
          <a:xfrm>
            <a:off x="7116382" y="5545737"/>
            <a:ext cx="914400" cy="774107"/>
          </a:xfrm>
          <a:prstGeom prst="ca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808918" y="6389991"/>
            <a:ext cx="1529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Database Server 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81400" y="6397823"/>
            <a:ext cx="11300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Participant 3</a:t>
            </a:r>
          </a:p>
        </p:txBody>
      </p:sp>
      <p:cxnSp>
        <p:nvCxnSpPr>
          <p:cNvPr id="63" name="Straight Connector 62"/>
          <p:cNvCxnSpPr/>
          <p:nvPr/>
        </p:nvCxnSpPr>
        <p:spPr>
          <a:xfrm>
            <a:off x="4492055" y="5932790"/>
            <a:ext cx="2624328" cy="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Connector 1023"/>
          <p:cNvCxnSpPr/>
          <p:nvPr/>
        </p:nvCxnSpPr>
        <p:spPr>
          <a:xfrm flipV="1">
            <a:off x="1644976" y="3124200"/>
            <a:ext cx="5786" cy="841254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6" name="Straight Arrow Connector 1025"/>
          <p:cNvCxnSpPr/>
          <p:nvPr/>
        </p:nvCxnSpPr>
        <p:spPr>
          <a:xfrm>
            <a:off x="1650762" y="3124200"/>
            <a:ext cx="2083038" cy="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Straight Arrow Connector 1030"/>
          <p:cNvCxnSpPr/>
          <p:nvPr/>
        </p:nvCxnSpPr>
        <p:spPr>
          <a:xfrm>
            <a:off x="1955562" y="4484990"/>
            <a:ext cx="1828800" cy="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V="1">
            <a:off x="1701324" y="4950023"/>
            <a:ext cx="0" cy="1069778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1701324" y="6019800"/>
            <a:ext cx="2083038" cy="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035"/>
          <p:cNvSpPr txBox="1"/>
          <p:nvPr/>
        </p:nvSpPr>
        <p:spPr>
          <a:xfrm>
            <a:off x="1905000" y="2768838"/>
            <a:ext cx="188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GLOBAL_COMMIT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05000" y="4126468"/>
            <a:ext cx="188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GLOBAL_COMMIT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905000" y="5650468"/>
            <a:ext cx="188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GLOBAL_COMMIT</a:t>
            </a:r>
          </a:p>
        </p:txBody>
      </p:sp>
      <p:sp>
        <p:nvSpPr>
          <p:cNvPr id="1039" name="TextBox 1038"/>
          <p:cNvSpPr txBox="1"/>
          <p:nvPr/>
        </p:nvSpPr>
        <p:spPr>
          <a:xfrm>
            <a:off x="76670" y="2514600"/>
            <a:ext cx="19832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Phase II: Commit</a:t>
            </a:r>
          </a:p>
        </p:txBody>
      </p:sp>
      <p:cxnSp>
        <p:nvCxnSpPr>
          <p:cNvPr id="39" name="Straight Connector 38"/>
          <p:cNvCxnSpPr/>
          <p:nvPr/>
        </p:nvCxnSpPr>
        <p:spPr>
          <a:xfrm>
            <a:off x="4478708" y="3048000"/>
            <a:ext cx="2624328" cy="1"/>
          </a:xfrm>
          <a:prstGeom prst="line">
            <a:avLst/>
          </a:prstGeom>
          <a:ln w="2222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922237" y="3047999"/>
            <a:ext cx="1737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LOCAL_COMMIT</a:t>
            </a:r>
          </a:p>
        </p:txBody>
      </p:sp>
      <p:cxnSp>
        <p:nvCxnSpPr>
          <p:cNvPr id="41" name="Straight Connector 40"/>
          <p:cNvCxnSpPr/>
          <p:nvPr/>
        </p:nvCxnSpPr>
        <p:spPr>
          <a:xfrm>
            <a:off x="4495800" y="4487291"/>
            <a:ext cx="2624328" cy="1"/>
          </a:xfrm>
          <a:prstGeom prst="line">
            <a:avLst/>
          </a:prstGeom>
          <a:ln w="2222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4495800" y="5931969"/>
            <a:ext cx="2624328" cy="1"/>
          </a:xfrm>
          <a:prstGeom prst="line">
            <a:avLst/>
          </a:prstGeom>
          <a:ln w="2222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6E50CD5-8E35-400E-BE53-9CAC1BDE36DF}"/>
              </a:ext>
            </a:extLst>
          </p:cNvPr>
          <p:cNvSpPr txBox="1"/>
          <p:nvPr/>
        </p:nvSpPr>
        <p:spPr>
          <a:xfrm>
            <a:off x="4845270" y="2644521"/>
            <a:ext cx="1933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Flush ‘Commit’ log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271928-D626-4466-AB01-0233D56818AB}"/>
              </a:ext>
            </a:extLst>
          </p:cNvPr>
          <p:cNvSpPr txBox="1"/>
          <p:nvPr/>
        </p:nvSpPr>
        <p:spPr>
          <a:xfrm>
            <a:off x="4922237" y="4526823"/>
            <a:ext cx="1737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LOCAL_COMMIT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661053-35C9-4F76-80D3-12431B49085F}"/>
              </a:ext>
            </a:extLst>
          </p:cNvPr>
          <p:cNvSpPr txBox="1"/>
          <p:nvPr/>
        </p:nvSpPr>
        <p:spPr>
          <a:xfrm>
            <a:off x="4845270" y="4123345"/>
            <a:ext cx="1933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Flush ‘Commit’ log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C3627C-F3AC-44F5-8997-D8468382344A}"/>
              </a:ext>
            </a:extLst>
          </p:cNvPr>
          <p:cNvSpPr txBox="1"/>
          <p:nvPr/>
        </p:nvSpPr>
        <p:spPr>
          <a:xfrm>
            <a:off x="4922237" y="5950512"/>
            <a:ext cx="1737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LOCAL_COMMIT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674FCBE-7A46-428A-86FF-603B989B46BC}"/>
              </a:ext>
            </a:extLst>
          </p:cNvPr>
          <p:cNvSpPr txBox="1"/>
          <p:nvPr/>
        </p:nvSpPr>
        <p:spPr>
          <a:xfrm>
            <a:off x="4845270" y="5547034"/>
            <a:ext cx="1933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Flush ‘Commit’ log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BDC169C0-5D8A-80A0-3C5C-9733695D54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Two phase commit protocol</a:t>
            </a:r>
          </a:p>
        </p:txBody>
      </p:sp>
    </p:spTree>
    <p:extLst>
      <p:ext uri="{BB962C8B-B14F-4D97-AF65-F5344CB8AC3E}">
        <p14:creationId xmlns:p14="http://schemas.microsoft.com/office/powerpoint/2010/main" val="1154496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8" grpId="0"/>
      <p:bldP spid="40" grpId="0"/>
      <p:bldP spid="47" grpId="0"/>
      <p:bldP spid="48" grpId="0"/>
      <p:bldP spid="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3">
            <a:extLst>
              <a:ext uri="{FF2B5EF4-FFF2-40B4-BE49-F238E27FC236}">
                <a16:creationId xmlns:a16="http://schemas.microsoft.com/office/drawing/2014/main" id="{5D682E80-B643-41ED-8C9E-F9122D6E16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3913" y="1901163"/>
            <a:ext cx="7772400" cy="4594887"/>
          </a:xfrm>
        </p:spPr>
        <p:txBody>
          <a:bodyPr/>
          <a:lstStyle/>
          <a:p>
            <a:pPr lvl="1"/>
            <a:r>
              <a:rPr lang="en-AU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Coordinator or participant can abort transaction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AU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If a participant abort, it must inform coordinator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AU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If a participant does not respond within a timeout period, coordinator will abort</a:t>
            </a:r>
          </a:p>
          <a:p>
            <a:pPr lvl="1"/>
            <a:r>
              <a:rPr lang="en-AU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If abort, coordinator asks all participates to rollback</a:t>
            </a:r>
          </a:p>
          <a:p>
            <a:pPr lvl="1"/>
            <a:r>
              <a:rPr lang="en-AU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If abort, abort logs are forced to disk at coordinator and all participants</a:t>
            </a:r>
            <a:endParaRPr lang="en-US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16F45C05-C932-B174-BCED-039C01CE2B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Two phase commit protocol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067"/>
    </mc:Choice>
    <mc:Fallback xmlns="">
      <p:transition spd="slow" advTm="129067"/>
    </mc:Fallback>
  </mc:AlternateContent>
  <p:extLst>
    <p:ext uri="{3A86A75C-4F4B-4683-9AE1-C65F6400EC91}">
      <p14:laserTraceLst xmlns:p14="http://schemas.microsoft.com/office/powerpoint/2010/main">
        <p14:tracePtLst>
          <p14:tracePt t="6182" x="1681163" y="2520950"/>
          <p14:tracePt t="6541" x="1692275" y="2520950"/>
          <p14:tracePt t="6549" x="1744663" y="2520950"/>
          <p14:tracePt t="6561" x="1798638" y="2520950"/>
          <p14:tracePt t="6578" x="1857375" y="2520950"/>
          <p14:tracePt t="6579" x="1927225" y="2509838"/>
          <p14:tracePt t="6581" x="1981200" y="2509838"/>
          <p14:tracePt t="6595" x="2039938" y="2509838"/>
          <p14:tracePt t="6597" x="2092325" y="2509838"/>
          <p14:tracePt t="6611" x="2144713" y="2509838"/>
          <p14:tracePt t="6613" x="2185988" y="2509838"/>
          <p14:tracePt t="6628" x="2216150" y="2509838"/>
          <p14:tracePt t="6630" x="2244725" y="2509838"/>
          <p14:tracePt t="6645" x="2262188" y="2509838"/>
          <p14:tracePt t="6647" x="2274888" y="2509838"/>
          <p14:tracePt t="6661" x="2303463" y="2509838"/>
          <p14:tracePt t="6663" x="2309813" y="2509838"/>
          <p14:tracePt t="6678" x="2320925" y="2509838"/>
          <p14:tracePt t="6680" x="2344738" y="2509838"/>
          <p14:tracePt t="6695" x="2351088" y="2509838"/>
          <p14:tracePt t="6697" x="2362200" y="2509838"/>
          <p14:tracePt t="6711" x="2368550" y="2509838"/>
          <p14:tracePt t="6713" x="2392363" y="2509838"/>
          <p14:tracePt t="6728" x="2403475" y="2509838"/>
          <p14:tracePt t="6730" x="2427288" y="2509838"/>
          <p14:tracePt t="6745" x="2444750" y="2509838"/>
          <p14:tracePt t="6747" x="2473325" y="2509838"/>
          <p14:tracePt t="6761" x="2486025" y="2509838"/>
          <p14:tracePt t="6763" x="2527300" y="2509838"/>
          <p14:tracePt t="6778" x="2532063" y="2509838"/>
          <p14:tracePt t="6780" x="2551113" y="2509838"/>
          <p14:tracePt t="6795" x="2579688" y="2509838"/>
          <p14:tracePt t="6795" x="2609850" y="2509838"/>
          <p14:tracePt t="6798" x="2627313" y="2509838"/>
          <p14:tracePt t="6812" x="2662238" y="2509838"/>
          <p14:tracePt t="6813" x="2679700" y="2509838"/>
          <p14:tracePt t="6828" x="2720975" y="2509838"/>
          <p14:tracePt t="6830" x="2773363" y="2509838"/>
          <p14:tracePt t="6845" x="2803525" y="2509838"/>
          <p14:tracePt t="6847" x="2832100" y="2509838"/>
          <p14:tracePt t="6861" x="2867025" y="2509838"/>
          <p14:tracePt t="6863" x="2908300" y="2509838"/>
          <p14:tracePt t="6881" x="2979738" y="2509838"/>
          <p14:tracePt t="6895" x="3003550" y="2509838"/>
          <p14:tracePt t="6897" x="3044825" y="2509838"/>
          <p14:tracePt t="6912" x="3073400" y="2509838"/>
          <p14:tracePt t="6913" x="3114675" y="2509838"/>
          <p14:tracePt t="6928" x="3149600" y="2509838"/>
          <p14:tracePt t="6930" x="3201988" y="2509838"/>
          <p14:tracePt t="6945" x="3232150" y="2509838"/>
          <p14:tracePt t="6947" x="3260725" y="2509838"/>
          <p14:tracePt t="6962" x="3314700" y="2486025"/>
          <p14:tracePt t="6963" x="3355975" y="2479675"/>
          <p14:tracePt t="6978" x="3373438" y="2479675"/>
          <p14:tracePt t="6980" x="3414713" y="2479675"/>
          <p14:tracePt t="6981" x="3443288" y="2479675"/>
          <p14:tracePt t="6995" x="3473450" y="2479675"/>
          <p14:tracePt t="6997" x="3508375" y="2479675"/>
          <p14:tracePt t="7012" x="3560763" y="2479675"/>
          <p14:tracePt t="7014" x="3602038" y="2479675"/>
          <p14:tracePt t="7029" x="3643313" y="2479675"/>
          <p14:tracePt t="7030" x="3673475" y="2479675"/>
          <p14:tracePt t="7045" x="3708400" y="2479675"/>
          <p14:tracePt t="7062" x="3749675" y="2479675"/>
          <p14:tracePt t="7062" x="3819525" y="2479675"/>
          <p14:tracePt t="7078" x="3871913" y="2479675"/>
          <p14:tracePt t="7079" x="3908425" y="2479675"/>
          <p14:tracePt t="7095" x="3949700" y="2479675"/>
          <p14:tracePt t="7096" x="3990975" y="2479675"/>
          <p14:tracePt t="7112" x="4008438" y="2479675"/>
          <p14:tracePt t="7112" x="4043363" y="2479675"/>
          <p14:tracePt t="7128" x="4060825" y="2479675"/>
          <p14:tracePt t="7129" x="4089400" y="2479675"/>
          <p14:tracePt t="7145" x="4130675" y="2479675"/>
          <p14:tracePt t="7146" x="4148138" y="2479675"/>
          <p14:tracePt t="7162" x="4189413" y="2479675"/>
          <p14:tracePt t="7162" x="4202113" y="2479675"/>
          <p14:tracePt t="7178" x="4243388" y="2479675"/>
          <p14:tracePt t="7179" x="4295775" y="2479675"/>
          <p14:tracePt t="7181" x="4337050" y="2479675"/>
          <p14:tracePt t="7195" x="4378325" y="2479675"/>
          <p14:tracePt t="7197" x="4389438" y="2479675"/>
          <p14:tracePt t="7212" x="4419600" y="2479675"/>
          <p14:tracePt t="7214" x="4437063" y="2479675"/>
          <p14:tracePt t="7228" x="4443413" y="2479675"/>
          <p14:tracePt t="7230" x="4460875" y="2479675"/>
          <p14:tracePt t="7245" x="4465638" y="2479675"/>
          <p14:tracePt t="7445" x="4483100" y="2479675"/>
          <p14:tracePt t="7453" x="4513263" y="2492375"/>
          <p14:tracePt t="7462" x="4530725" y="2492375"/>
          <p14:tracePt t="7479" x="4572000" y="2492375"/>
          <p14:tracePt t="7479" x="4602163" y="2503488"/>
          <p14:tracePt t="7495" x="4606925" y="2503488"/>
          <p14:tracePt t="7496" x="4613275" y="2503488"/>
          <p14:tracePt t="7677" x="4637088" y="2503488"/>
          <p14:tracePt t="7685" x="4654550" y="2503488"/>
          <p14:tracePt t="7696" x="4713288" y="2509838"/>
          <p14:tracePt t="7712" x="4748213" y="2509838"/>
          <p14:tracePt t="7714" x="4806950" y="2532063"/>
          <p14:tracePt t="7717" x="4848225" y="2532063"/>
          <p14:tracePt t="7729" x="4883150" y="2532063"/>
          <p14:tracePt t="7745" x="4913313" y="2532063"/>
          <p14:tracePt t="7748" x="4941888" y="2532063"/>
          <p14:tracePt t="7762" x="4948238" y="2532063"/>
          <p14:tracePt t="7763" x="4954588" y="2532063"/>
          <p14:tracePt t="8469" x="4983163" y="2532063"/>
          <p14:tracePt t="8477" x="5013325" y="2532063"/>
          <p14:tracePt t="8485" x="5089525" y="2532063"/>
          <p14:tracePt t="8496" x="5165725" y="2532063"/>
          <p14:tracePt t="8513" x="5253038" y="2532063"/>
          <p14:tracePt t="8514" x="5341938" y="2532063"/>
          <p14:tracePt t="8530" x="5429250" y="2532063"/>
          <p14:tracePt t="8531" x="5535613" y="2532063"/>
          <p14:tracePt t="8533" x="5607050" y="2532063"/>
          <p14:tracePt t="8546" x="5665788" y="2532063"/>
          <p14:tracePt t="8549" x="5718175" y="2532063"/>
          <p14:tracePt t="8563" x="5759450" y="2532063"/>
          <p14:tracePt t="8565" x="5764213" y="2532063"/>
          <p14:tracePt t="8580" x="5800725" y="2532063"/>
          <p14:tracePt t="8596" x="5818188" y="2532063"/>
          <p14:tracePt t="8597" x="5870575" y="2532063"/>
          <p14:tracePt t="8613" x="5900738" y="2532063"/>
          <p14:tracePt t="8614" x="5942013" y="2520950"/>
          <p14:tracePt t="8630" x="5981700" y="2520950"/>
          <p14:tracePt t="8631" x="6022975" y="2520950"/>
          <p14:tracePt t="8646" x="6076950" y="2520950"/>
          <p14:tracePt t="8647" x="6129338" y="2509838"/>
          <p14:tracePt t="8663" x="6170613" y="2509838"/>
          <p14:tracePt t="8664" x="6240463" y="2509838"/>
          <p14:tracePt t="8680" x="6276975" y="2509838"/>
          <p14:tracePt t="8680" x="6346825" y="2509838"/>
          <p14:tracePt t="8696" x="6381750" y="2509838"/>
          <p14:tracePt t="8697" x="6423025" y="2509838"/>
          <p14:tracePt t="8713" x="6488113" y="2509838"/>
          <p14:tracePt t="8714" x="6546850" y="2509838"/>
          <p14:tracePt t="8730" x="6616700" y="2509838"/>
          <p14:tracePt t="8731" x="6670675" y="2509838"/>
          <p14:tracePt t="8733" x="6757988" y="2509838"/>
          <p14:tracePt t="8746" x="6816725" y="2509838"/>
          <p14:tracePt t="8749" x="6869113" y="2509838"/>
          <p14:tracePt t="8763" x="6910388" y="2509838"/>
          <p14:tracePt t="8765" x="6946900" y="2509838"/>
          <p14:tracePt t="8780" x="7027863" y="2509838"/>
          <p14:tracePt t="8782" x="7058025" y="2509838"/>
          <p14:tracePt t="8796" x="7099300" y="2509838"/>
          <p14:tracePt t="8798" x="7140575" y="2514600"/>
          <p14:tracePt t="8813" x="7192963" y="2514600"/>
          <p14:tracePt t="8815" x="7234238" y="2514600"/>
          <p14:tracePt t="8830" x="7258050" y="2514600"/>
          <p14:tracePt t="8832" x="7299325" y="2514600"/>
          <p14:tracePt t="8846" x="7340600" y="2514600"/>
          <p14:tracePt t="8849" x="7358063" y="2514600"/>
          <p14:tracePt t="8863" x="7386638" y="2514600"/>
          <p14:tracePt t="8865" x="7392988" y="2514600"/>
          <p14:tracePt t="8883" x="7427913" y="2514600"/>
          <p14:tracePt t="9925" x="7434263" y="2514600"/>
          <p14:tracePt t="9933" x="7458075" y="2514600"/>
          <p14:tracePt t="9965" x="7462838" y="2514600"/>
          <p14:tracePt t="10332" x="7497763" y="2514600"/>
          <p14:tracePt t="10340" x="7527925" y="2514600"/>
          <p14:tracePt t="10350" x="7569200" y="2514600"/>
          <p14:tracePt t="10364" x="7610475" y="2514600"/>
          <p14:tracePt t="10365" x="7662863" y="2514600"/>
          <p14:tracePt t="10381" x="7697788" y="2514600"/>
          <p14:tracePt t="10382" x="7727950" y="2514600"/>
          <p14:tracePt t="10398" x="7756525" y="2514600"/>
          <p14:tracePt t="10398" x="7797800" y="2514600"/>
          <p14:tracePt t="10414" x="7821613" y="2514600"/>
          <p14:tracePt t="10415" x="7851775" y="2514600"/>
          <p14:tracePt t="10431" x="7869238" y="2514600"/>
          <p14:tracePt t="10432" x="7897813" y="2514600"/>
          <p14:tracePt t="10448" x="7915275" y="2514600"/>
          <p14:tracePt t="10449" x="7932738" y="2514600"/>
          <p14:tracePt t="10465" x="7951788" y="2514600"/>
          <p14:tracePt t="10465" x="7974013" y="2514600"/>
          <p14:tracePt t="10481" x="7991475" y="2514600"/>
          <p14:tracePt t="10482" x="8004175" y="2514600"/>
          <p14:tracePt t="10484" x="8032750" y="2514600"/>
          <p14:tracePt t="10498" x="8062913" y="2514600"/>
          <p14:tracePt t="10515" x="8080375" y="2514600"/>
          <p14:tracePt t="10531" x="8128000" y="2514600"/>
          <p14:tracePt t="10532" x="8169275" y="2514600"/>
          <p14:tracePt t="10548" x="8180388" y="2514600"/>
          <p14:tracePt t="10549" x="8204200" y="2514600"/>
          <p14:tracePt t="10565" x="8208963" y="2514600"/>
          <p14:tracePt t="10565" x="8239125" y="2514600"/>
          <p14:tracePt t="10581" x="8245475" y="2514600"/>
          <p14:tracePt t="10598" x="8262938" y="2514600"/>
          <p14:tracePt t="10599" x="8280400" y="2514600"/>
          <p14:tracePt t="10615" x="8291513" y="2514600"/>
          <p14:tracePt t="10616" x="8304213" y="2514600"/>
          <p14:tracePt t="10632" x="8326438" y="2520950"/>
          <p14:tracePt t="10632" x="8332788" y="2532063"/>
          <p14:tracePt t="11084" x="0" y="0"/>
        </p14:tracePtLst>
        <p14:tracePtLst>
          <p14:tracePt t="13813" x="3138488" y="2879725"/>
          <p14:tracePt t="14116" x="3162300" y="2879725"/>
          <p14:tracePt t="14124" x="3201988" y="2879725"/>
          <p14:tracePt t="14136" x="3267075" y="2879725"/>
          <p14:tracePt t="14151" x="3373438" y="2879725"/>
          <p14:tracePt t="14152" x="3460750" y="2879725"/>
          <p14:tracePt t="14168" x="3536950" y="2879725"/>
          <p14:tracePt t="14169" x="3625850" y="2879725"/>
          <p14:tracePt t="14185" x="3678238" y="2879725"/>
          <p14:tracePt t="14185" x="3749675" y="2879725"/>
          <p14:tracePt t="14188" x="3790950" y="2879725"/>
          <p14:tracePt t="14201" x="3819525" y="2879725"/>
          <p14:tracePt t="14218" x="3854450" y="2879725"/>
          <p14:tracePt t="14235" x="3878263" y="2879725"/>
          <p14:tracePt t="14235" x="3890963" y="2879725"/>
          <p14:tracePt t="14268" x="3895725" y="2879725"/>
          <p14:tracePt t="14404" x="3902075" y="2879725"/>
          <p14:tracePt t="14412" x="3937000" y="2879725"/>
          <p14:tracePt t="14420" x="4008438" y="2879725"/>
          <p14:tracePt t="14435" x="4113213" y="2879725"/>
          <p14:tracePt t="14436" x="4184650" y="2879725"/>
          <p14:tracePt t="14451" x="4254500" y="2879725"/>
          <p14:tracePt t="14452" x="4325938" y="2879725"/>
          <p14:tracePt t="14468" x="4365625" y="2879725"/>
          <p14:tracePt t="14469" x="4419600" y="2879725"/>
          <p14:tracePt t="14485" x="4460875" y="2879725"/>
          <p14:tracePt t="14485" x="4465638" y="2879725"/>
          <p14:tracePt t="14501" x="4483100" y="2879725"/>
          <p14:tracePt t="14502" x="4489450" y="2879725"/>
          <p14:tracePt t="14588" x="4506913" y="2879725"/>
          <p14:tracePt t="14596" x="4530725" y="2879725"/>
          <p14:tracePt t="14604" x="4560888" y="2879725"/>
          <p14:tracePt t="14618" x="4589463" y="2879725"/>
          <p14:tracePt t="14620" x="4619625" y="2879725"/>
          <p14:tracePt t="14635" x="4648200" y="2879725"/>
          <p14:tracePt t="14637" x="4683125" y="2879725"/>
          <p14:tracePt t="14652" x="4713288" y="2879725"/>
          <p14:tracePt t="14653" x="4730750" y="2879725"/>
          <p14:tracePt t="14668" x="4759325" y="2879725"/>
          <p14:tracePt t="14685" x="4765675" y="2879725"/>
          <p14:tracePt t="14686" x="4783138" y="2879725"/>
          <p14:tracePt t="14708" x="4800600" y="2879725"/>
          <p14:tracePt t="14718" x="4806950" y="2879725"/>
          <p14:tracePt t="14940" x="4841875" y="2879725"/>
          <p14:tracePt t="14948" x="4872038" y="2879725"/>
          <p14:tracePt t="14956" x="4913313" y="2879725"/>
          <p14:tracePt t="14969" x="4965700" y="2879725"/>
          <p14:tracePt t="14985" x="5018088" y="2879725"/>
          <p14:tracePt t="14986" x="5059363" y="2879725"/>
          <p14:tracePt t="14988" x="5094288" y="2879725"/>
          <p14:tracePt t="15002" x="5124450" y="2879725"/>
          <p14:tracePt t="15004" x="5153025" y="2879725"/>
          <p14:tracePt t="15019" x="5172075" y="2879725"/>
          <p14:tracePt t="15020" x="5189538" y="2879725"/>
          <p14:tracePt t="15035" x="5194300" y="2879725"/>
          <p14:tracePt t="15220" x="5211763" y="2879725"/>
          <p14:tracePt t="15228" x="5248275" y="2879725"/>
          <p14:tracePt t="15236" x="5289550" y="2879725"/>
          <p14:tracePt t="15252" x="5330825" y="2879725"/>
          <p14:tracePt t="15253" x="5348288" y="2879725"/>
          <p14:tracePt t="15269" x="5383213" y="2879725"/>
          <p14:tracePt t="15269" x="5400675" y="2879725"/>
          <p14:tracePt t="15285" x="5418138" y="2879725"/>
          <p14:tracePt t="15286" x="5435600" y="2879725"/>
          <p14:tracePt t="15302" x="5441950" y="2879725"/>
          <p14:tracePt t="15303" x="5459413" y="2879725"/>
          <p14:tracePt t="15319" x="5476875" y="2879725"/>
          <p14:tracePt t="15319" x="5494338" y="2879725"/>
          <p14:tracePt t="15336" x="5524500" y="2879725"/>
          <p14:tracePt t="15336" x="5546725" y="2879725"/>
          <p14:tracePt t="15352" x="5576888" y="2879725"/>
          <p14:tracePt t="15353" x="5618163" y="2879725"/>
          <p14:tracePt t="15369" x="5659438" y="2886075"/>
          <p14:tracePt t="15370" x="5688013" y="2886075"/>
          <p14:tracePt t="15372" x="5711825" y="2886075"/>
          <p14:tracePt t="15386" x="5770563" y="2897188"/>
          <p14:tracePt t="15387" x="5776913" y="2897188"/>
          <p14:tracePt t="15402" x="5800725" y="2897188"/>
          <p14:tracePt t="15404" x="5870575" y="2908300"/>
          <p14:tracePt t="15419" x="5900738" y="2908300"/>
          <p14:tracePt t="15421" x="5918200" y="2908300"/>
          <p14:tracePt t="15436" x="5942013" y="2908300"/>
          <p14:tracePt t="15437" x="5970588" y="2908300"/>
          <p14:tracePt t="15452" x="6000750" y="2908300"/>
          <p14:tracePt t="15454" x="6053138" y="2908300"/>
          <p14:tracePt t="15469" x="6094413" y="2908300"/>
          <p14:tracePt t="15471" x="6157913" y="2908300"/>
          <p14:tracePt t="15486" x="6199188" y="2908300"/>
          <p14:tracePt t="15488" x="6264275" y="2908300"/>
          <p14:tracePt t="15502" x="6340475" y="2908300"/>
          <p14:tracePt t="15504" x="6375400" y="2908300"/>
          <p14:tracePt t="15519" x="6429375" y="2908300"/>
          <p14:tracePt t="15521" x="6470650" y="2908300"/>
          <p14:tracePt t="15536" x="6523038" y="2908300"/>
          <p14:tracePt t="15538" x="6553200" y="2908300"/>
          <p14:tracePt t="15552" x="6605588" y="2908300"/>
          <p14:tracePt t="15554" x="6640513" y="2908300"/>
          <p14:tracePt t="15569" x="6670675" y="2908300"/>
          <p14:tracePt t="15570" x="6699250" y="2908300"/>
          <p14:tracePt t="15572" x="6740525" y="2908300"/>
          <p14:tracePt t="15586" x="6769100" y="2908300"/>
          <p14:tracePt t="15588" x="6834188" y="2908300"/>
          <p14:tracePt t="15602" x="6851650" y="2908300"/>
          <p14:tracePt t="15604" x="6892925" y="2908300"/>
          <p14:tracePt t="15619" x="6927850" y="2908300"/>
          <p14:tracePt t="15621" x="6946900" y="2908300"/>
          <p14:tracePt t="15636" x="6986588" y="2908300"/>
          <p14:tracePt t="15637" x="7016750" y="2908300"/>
          <p14:tracePt t="15652" x="7045325" y="2914650"/>
          <p14:tracePt t="15654" x="7069138" y="2914650"/>
          <p14:tracePt t="15669" x="7110413" y="2914650"/>
          <p14:tracePt t="15671" x="7127875" y="2914650"/>
          <p14:tracePt t="15686" x="7169150" y="2938463"/>
          <p14:tracePt t="15687" x="7186613" y="2949575"/>
          <p14:tracePt t="15703" x="7204075" y="2949575"/>
          <p14:tracePt t="15704" x="7210425" y="2949575"/>
          <p14:tracePt t="15719" x="7223125" y="2949575"/>
          <p14:tracePt t="15721" x="7227888" y="2949575"/>
          <p14:tracePt t="15764" x="7245350" y="2949575"/>
          <p14:tracePt t="15772" x="7251700" y="2949575"/>
          <p14:tracePt t="15786" x="7286625" y="2949575"/>
          <p14:tracePt t="15788" x="7316788" y="2949575"/>
          <p14:tracePt t="15803" x="7345363" y="2949575"/>
          <p14:tracePt t="15804" x="7380288" y="2949575"/>
          <p14:tracePt t="15819" x="7410450" y="2949575"/>
          <p14:tracePt t="15821" x="7427913" y="2949575"/>
          <p14:tracePt t="15836" x="7445375" y="2949575"/>
          <p14:tracePt t="16308" x="0" y="0"/>
        </p14:tracePtLst>
        <p14:tracePtLst>
          <p14:tracePt t="18125" x="1744663" y="3225800"/>
          <p14:tracePt t="18140" x="1744663" y="3214688"/>
          <p14:tracePt t="18211" x="1763713" y="3214688"/>
          <p14:tracePt t="18523" x="1768475" y="3214688"/>
          <p14:tracePt t="18683" x="1785938" y="3208338"/>
          <p14:tracePt t="18691" x="1827213" y="3208338"/>
          <p14:tracePt t="18699" x="1868488" y="3208338"/>
          <p14:tracePt t="18707" x="1898650" y="3184525"/>
          <p14:tracePt t="18722" x="1916113" y="3184525"/>
          <p14:tracePt t="18723" x="1927225" y="3184525"/>
          <p14:tracePt t="18739" x="1944688" y="3184525"/>
          <p14:tracePt t="18739" x="1962150" y="3179763"/>
          <p14:tracePt t="18939" x="1974850" y="3179763"/>
          <p14:tracePt t="18947" x="2009775" y="3179763"/>
          <p14:tracePt t="18956" x="2044700" y="3179763"/>
          <p14:tracePt t="18972" x="2098675" y="3179763"/>
          <p14:tracePt t="18973" x="2157413" y="3179763"/>
          <p14:tracePt t="18989" x="2192338" y="3179763"/>
          <p14:tracePt t="18990" x="2244725" y="3179763"/>
          <p14:tracePt t="19005" x="2303463" y="3179763"/>
          <p14:tracePt t="19006" x="2327275" y="3179763"/>
          <p14:tracePt t="19022" x="2368550" y="3179763"/>
          <p14:tracePt t="19023" x="2397125" y="3179763"/>
          <p14:tracePt t="19039" x="2414588" y="3179763"/>
          <p14:tracePt t="19039" x="2420938" y="3179763"/>
          <p14:tracePt t="19055" x="2438400" y="3179763"/>
          <p14:tracePt t="19056" x="2444750" y="3179763"/>
          <p14:tracePt t="19072" x="2451100" y="3179763"/>
          <p14:tracePt t="19073" x="2462213" y="3179763"/>
          <p14:tracePt t="19089" x="2486025" y="3179763"/>
          <p14:tracePt t="19089" x="2492375" y="3179763"/>
          <p14:tracePt t="19092" x="2520950" y="3179763"/>
          <p14:tracePt t="19105" x="2532063" y="3179763"/>
          <p14:tracePt t="19107" x="2562225" y="3179763"/>
          <p14:tracePt t="19122" x="2579688" y="3179763"/>
          <p14:tracePt t="19124" x="2609850" y="3179763"/>
          <p14:tracePt t="19139" x="2627313" y="3179763"/>
          <p14:tracePt t="19141" x="2655888" y="3179763"/>
          <p14:tracePt t="19155" x="2662238" y="3179763"/>
          <p14:tracePt t="19158" x="2668588" y="3179763"/>
          <p14:tracePt t="19172" x="2673350" y="3179763"/>
          <p14:tracePt t="19174" x="2690813" y="3179763"/>
          <p14:tracePt t="19189" x="2697163" y="3179763"/>
          <p14:tracePt t="19191" x="2709863" y="3179763"/>
          <p14:tracePt t="19205" x="2732088" y="3179763"/>
          <p14:tracePt t="19207" x="2738438" y="3179763"/>
          <p14:tracePt t="19222" x="2768600" y="3179763"/>
          <p14:tracePt t="19224" x="2790825" y="3179763"/>
          <p14:tracePt t="19239" x="2820988" y="3184525"/>
          <p14:tracePt t="19241" x="2849563" y="3184525"/>
          <p14:tracePt t="19256" x="2890838" y="3184525"/>
          <p14:tracePt t="19257" x="2921000" y="3190875"/>
          <p14:tracePt t="19272" x="2949575" y="3190875"/>
          <p14:tracePt t="19274" x="2979738" y="3190875"/>
          <p14:tracePt t="19289" x="3003550" y="3190875"/>
          <p14:tracePt t="19291" x="3062288" y="3190875"/>
          <p14:tracePt t="19306" x="3079750" y="3190875"/>
          <p14:tracePt t="19308" x="3121025" y="3190875"/>
          <p14:tracePt t="19322" x="3125788" y="3190875"/>
          <p14:tracePt t="19324" x="3132138" y="3190875"/>
          <p14:tracePt t="19339" x="3149600" y="3190875"/>
          <p14:tracePt t="19341" x="3167063" y="3190875"/>
          <p14:tracePt t="19356" x="3173413" y="3190875"/>
          <p14:tracePt t="19358" x="3190875" y="3190875"/>
          <p14:tracePt t="19372" x="3197225" y="3190875"/>
          <p14:tracePt t="20371" x="3201988" y="3190875"/>
          <p14:tracePt t="20379" x="3238500" y="3190875"/>
          <p14:tracePt t="20390" x="3279775" y="3190875"/>
          <p14:tracePt t="20407" x="3332163" y="3190875"/>
          <p14:tracePt t="20408" x="3360738" y="3190875"/>
          <p14:tracePt t="20411" x="3414713" y="3190875"/>
          <p14:tracePt t="20423" x="3449638" y="3190875"/>
          <p14:tracePt t="20440" x="3490913" y="3190875"/>
          <p14:tracePt t="20442" x="3532188" y="3190875"/>
          <p14:tracePt t="20457" x="3560763" y="3190875"/>
          <p14:tracePt t="20457" x="3597275" y="3190875"/>
          <p14:tracePt t="20459" x="3625850" y="3190875"/>
          <p14:tracePt t="20473" x="3643313" y="3190875"/>
          <p14:tracePt t="20475" x="3673475" y="3190875"/>
          <p14:tracePt t="20490" x="3690938" y="3190875"/>
          <p14:tracePt t="20492" x="3725863" y="3190875"/>
          <p14:tracePt t="20507" x="3743325" y="3190875"/>
          <p14:tracePt t="20509" x="3773488" y="3190875"/>
          <p14:tracePt t="20523" x="3802063" y="3190875"/>
          <p14:tracePt t="20525" x="3832225" y="3190875"/>
          <p14:tracePt t="20540" x="3871913" y="3201988"/>
          <p14:tracePt t="20542" x="3908425" y="3201988"/>
          <p14:tracePt t="20557" x="3937000" y="3201988"/>
          <p14:tracePt t="20559" x="3990975" y="3201988"/>
          <p14:tracePt t="20573" x="4030663" y="3201988"/>
          <p14:tracePt t="20576" x="4071938" y="3201988"/>
          <p14:tracePt t="20590" x="4125913" y="3201988"/>
          <p14:tracePt t="20592" x="4160838" y="3201988"/>
          <p14:tracePt t="20607" x="4202113" y="3214688"/>
          <p14:tracePt t="20609" x="4243388" y="3214688"/>
          <p14:tracePt t="20623" x="4284663" y="3232150"/>
          <p14:tracePt t="20625" x="4325938" y="3232150"/>
          <p14:tracePt t="20640" x="4365625" y="3232150"/>
          <p14:tracePt t="20642" x="4371975" y="3232150"/>
          <p14:tracePt t="20657" x="4406900" y="3243263"/>
          <p14:tracePt t="20657" x="4424363" y="3243263"/>
          <p14:tracePt t="20659" x="4454525" y="3243263"/>
          <p14:tracePt t="20673" x="4465638" y="3243263"/>
          <p14:tracePt t="20675" x="4489450" y="3249613"/>
          <p14:tracePt t="20690" x="4502150" y="3249613"/>
          <p14:tracePt t="20692" x="4513263" y="3249613"/>
          <p14:tracePt t="20707" x="4519613" y="3249613"/>
          <p14:tracePt t="20709" x="4537075" y="3249613"/>
          <p14:tracePt t="20723" x="4541838" y="3249613"/>
          <p14:tracePt t="20827" x="4548188" y="3249613"/>
          <p14:tracePt t="20835" x="4578350" y="3249613"/>
          <p14:tracePt t="20843" x="4589463" y="3249613"/>
          <p14:tracePt t="20857" x="4619625" y="3249613"/>
          <p14:tracePt t="20859" x="4648200" y="3249613"/>
          <p14:tracePt t="20877" x="4719638" y="3249613"/>
          <p14:tracePt t="20890" x="4737100" y="3249613"/>
          <p14:tracePt t="20892" x="4759325" y="3249613"/>
          <p14:tracePt t="20907" x="4778375" y="3249613"/>
          <p14:tracePt t="20909" x="4783138" y="3249613"/>
          <p14:tracePt t="20924" x="4800600" y="3249613"/>
          <p14:tracePt t="20926" x="4818063" y="3249613"/>
          <p14:tracePt t="20940" x="4824413" y="3249613"/>
          <p14:tracePt t="20957" x="4854575" y="3249613"/>
          <p14:tracePt t="20958" x="4872038" y="3249613"/>
          <p14:tracePt t="20974" x="4883150" y="3249613"/>
          <p14:tracePt t="20975" x="4913313" y="3249613"/>
          <p14:tracePt t="20990" x="4941888" y="3249613"/>
          <p14:tracePt t="20991" x="4959350" y="3249613"/>
          <p14:tracePt t="21007" x="5000625" y="3249613"/>
          <p14:tracePt t="21008" x="5035550" y="3249613"/>
          <p14:tracePt t="21024" x="5054600" y="3249613"/>
          <p14:tracePt t="21024" x="5094288" y="3249613"/>
          <p14:tracePt t="21027" x="5135563" y="3249613"/>
          <p14:tracePt t="21041" x="5153025" y="3249613"/>
          <p14:tracePt t="21057" x="5189538" y="3249613"/>
          <p14:tracePt t="21058" x="5218113" y="3249613"/>
          <p14:tracePt t="21059" x="5235575" y="3249613"/>
          <p14:tracePt t="21074" x="5241925" y="3249613"/>
          <p14:tracePt t="21075" x="5272088" y="3249613"/>
          <p14:tracePt t="21090" x="5276850" y="3249613"/>
          <p14:tracePt t="21091" x="5283200" y="3249613"/>
          <p14:tracePt t="21107" x="5311775" y="3249613"/>
          <p14:tracePt t="21108" x="5318125" y="3249613"/>
          <p14:tracePt t="21124" x="5324475" y="3249613"/>
          <p14:tracePt t="21125" x="5359400" y="3249613"/>
          <p14:tracePt t="21140" x="5400675" y="3249613"/>
          <p14:tracePt t="21141" x="5435600" y="3249613"/>
          <p14:tracePt t="21157" x="5487988" y="3249613"/>
          <p14:tracePt t="21158" x="5518150" y="3249613"/>
          <p14:tracePt t="21174" x="5570538" y="3249613"/>
          <p14:tracePt t="21175" x="5624513" y="3249613"/>
          <p14:tracePt t="21191" x="5683250" y="3249613"/>
          <p14:tracePt t="21191" x="5735638" y="3249613"/>
          <p14:tracePt t="21207" x="5788025" y="3249613"/>
          <p14:tracePt t="21208" x="5846763" y="3249613"/>
          <p14:tracePt t="21224" x="5883275" y="3249613"/>
          <p14:tracePt t="21225" x="5935663" y="3249613"/>
          <p14:tracePt t="21227" x="5964238" y="3249613"/>
          <p14:tracePt t="21241" x="5994400" y="3249613"/>
          <p14:tracePt t="21257" x="6035675" y="3249613"/>
          <p14:tracePt t="21258" x="6059488" y="3249613"/>
          <p14:tracePt t="21259" x="6076950" y="3249613"/>
          <p14:tracePt t="21274" x="6118225" y="3249613"/>
          <p14:tracePt t="21275" x="6122988" y="3249613"/>
          <p14:tracePt t="21291" x="6153150" y="3249613"/>
          <p14:tracePt t="21291" x="6170613" y="3249613"/>
          <p14:tracePt t="21307" x="6194425" y="3249613"/>
          <p14:tracePt t="21308" x="6205538" y="3249613"/>
          <p14:tracePt t="21324" x="6218238" y="3249613"/>
          <p14:tracePt t="21325" x="6246813" y="3249613"/>
          <p14:tracePt t="21341" x="6253163" y="3249613"/>
          <p14:tracePt t="21342" x="6288088" y="3249613"/>
          <p14:tracePt t="21357" x="6299200" y="3249613"/>
          <p14:tracePt t="21358" x="6305550" y="3249613"/>
          <p14:tracePt t="21374" x="6329363" y="3249613"/>
          <p14:tracePt t="21375" x="6340475" y="3249613"/>
          <p14:tracePt t="21391" x="6346825" y="3249613"/>
          <p14:tracePt t="21391" x="6364288" y="3249613"/>
          <p14:tracePt t="22947" x="6375400" y="3249613"/>
          <p14:tracePt t="22955" x="6416675" y="3249613"/>
          <p14:tracePt t="22963" x="6470650" y="3249613"/>
          <p14:tracePt t="22976" x="6529388" y="3232150"/>
          <p14:tracePt t="22978" x="6570663" y="3232150"/>
          <p14:tracePt t="22992" x="6611938" y="3232150"/>
          <p14:tracePt t="22995" x="6675438" y="3232150"/>
          <p14:tracePt t="23009" x="6705600" y="3232150"/>
          <p14:tracePt t="23011" x="6746875" y="3232150"/>
          <p14:tracePt t="23025" x="6781800" y="3232150"/>
          <p14:tracePt t="23027" x="6823075" y="3232150"/>
          <p14:tracePt t="23042" x="6827838" y="3232150"/>
          <p14:tracePt t="23044" x="6846888" y="3232150"/>
          <p14:tracePt t="23059" x="6875463" y="3232150"/>
          <p14:tracePt t="23061" x="6892925" y="3232150"/>
          <p14:tracePt t="23076" x="6923088" y="3232150"/>
          <p14:tracePt t="23077" x="6940550" y="3232150"/>
          <p14:tracePt t="23092" x="6951663" y="3232150"/>
          <p14:tracePt t="23094" x="6969125" y="3232150"/>
          <p14:tracePt t="23109" x="6999288" y="3232150"/>
          <p14:tracePt t="23111" x="7016750" y="3232150"/>
          <p14:tracePt t="23126" x="7045325" y="3232150"/>
          <p14:tracePt t="23128" x="7064375" y="3232150"/>
          <p14:tracePt t="23142" x="7086600" y="3232150"/>
          <p14:tracePt t="23144" x="7116763" y="3225800"/>
          <p14:tracePt t="23159" x="7134225" y="3225800"/>
          <p14:tracePt t="23161" x="7145338" y="3225800"/>
          <p14:tracePt t="23176" x="7151688" y="3225800"/>
          <p14:tracePt t="24042" x="7158038" y="3214688"/>
          <p14:tracePt t="24874" x="0" y="0"/>
        </p14:tracePtLst>
        <p14:tracePtLst>
          <p14:tracePt t="26107" x="1751013" y="3636963"/>
          <p14:tracePt t="26306" x="1763713" y="3636963"/>
          <p14:tracePt t="26314" x="1803400" y="3636963"/>
          <p14:tracePt t="26322" x="1857375" y="3636963"/>
          <p14:tracePt t="26330" x="1909763" y="3636963"/>
          <p14:tracePt t="26347" x="1962150" y="3636963"/>
          <p14:tracePt t="26348" x="1992313" y="3636963"/>
          <p14:tracePt t="26362" x="2074863" y="3636963"/>
          <p14:tracePt t="26363" x="2127250" y="3636963"/>
          <p14:tracePt t="26380" x="2179638" y="3636963"/>
          <p14:tracePt t="26381" x="2238375" y="3636963"/>
          <p14:tracePt t="26395" x="2292350" y="3636963"/>
          <p14:tracePt t="26396" x="2320925" y="3636963"/>
          <p14:tracePt t="26412" x="2374900" y="3636963"/>
          <p14:tracePt t="26413" x="2409825" y="3636963"/>
          <p14:tracePt t="26429" x="2451100" y="3636963"/>
          <p14:tracePt t="26430" x="2468563" y="3636963"/>
          <p14:tracePt t="26445" x="2497138" y="3636963"/>
          <p14:tracePt t="26446" x="2538413" y="3636963"/>
          <p14:tracePt t="26462" x="2551113" y="3636963"/>
          <p14:tracePt t="26463" x="2562225" y="3636963"/>
          <p14:tracePt t="26479" x="2586038" y="3636963"/>
          <p14:tracePt t="26479" x="2603500" y="3636963"/>
          <p14:tracePt t="26495" x="2632075" y="3636963"/>
          <p14:tracePt t="26496" x="2651125" y="3636963"/>
          <p14:tracePt t="26498" x="2679700" y="3632200"/>
          <p14:tracePt t="26512" x="2686050" y="3625850"/>
          <p14:tracePt t="26514" x="2690813" y="3625850"/>
          <p14:tracePt t="26529" x="2709863" y="3625850"/>
          <p14:tracePt t="26531" x="2727325" y="3625850"/>
          <p14:tracePt t="26545" x="2732088" y="3625850"/>
          <p14:tracePt t="26547" x="2749550" y="3625850"/>
          <p14:tracePt t="26562" x="2755900" y="3625850"/>
          <p14:tracePt t="26563" x="2762250" y="3625850"/>
          <p14:tracePt t="26579" x="2773363" y="3625850"/>
          <p14:tracePt t="26581" x="2786063" y="3625850"/>
          <p14:tracePt t="26595" x="2803525" y="3625850"/>
          <p14:tracePt t="26612" x="2832100" y="3625850"/>
          <p14:tracePt t="26614" x="2838450" y="3625850"/>
          <p14:tracePt t="26986" x="2855913" y="3625850"/>
          <p14:tracePt t="26994" x="2897188" y="3625850"/>
          <p14:tracePt t="27002" x="2932113" y="3625850"/>
          <p14:tracePt t="27012" x="2973388" y="3625850"/>
          <p14:tracePt t="27029" x="3025775" y="3625850"/>
          <p14:tracePt t="27030" x="3097213" y="3625850"/>
          <p14:tracePt t="27046" x="3155950" y="3625850"/>
          <p14:tracePt t="27047" x="3190875" y="3625850"/>
          <p14:tracePt t="27062" x="3221038" y="3625850"/>
          <p14:tracePt t="27063" x="3249613" y="3625850"/>
          <p14:tracePt t="27079" x="3290888" y="3625850"/>
          <p14:tracePt t="27080" x="3297238" y="3625850"/>
          <p14:tracePt t="27170" x="3302000" y="3625850"/>
          <p14:tracePt t="27178" x="3332163" y="3614738"/>
          <p14:tracePt t="27186" x="3343275" y="3614738"/>
          <p14:tracePt t="27196" x="3373438" y="3614738"/>
          <p14:tracePt t="27213" x="3390900" y="3614738"/>
          <p14:tracePt t="27213" x="3432175" y="3614738"/>
          <p14:tracePt t="27229" x="3449638" y="3614738"/>
          <p14:tracePt t="27230" x="3490913" y="3614738"/>
          <p14:tracePt t="27246" x="3525838" y="3614738"/>
          <p14:tracePt t="27247" x="3543300" y="3614738"/>
          <p14:tracePt t="27263" x="3584575" y="3614738"/>
          <p14:tracePt t="27263" x="3614738" y="3614738"/>
          <p14:tracePt t="27279" x="3632200" y="3614738"/>
          <p14:tracePt t="27280" x="3636963" y="3614738"/>
          <p14:tracePt t="27282" x="3656013" y="3608388"/>
          <p14:tracePt t="27296" x="3673475" y="3608388"/>
          <p14:tracePt t="27298" x="3695700" y="3608388"/>
          <p14:tracePt t="27313" x="3708400" y="3608388"/>
          <p14:tracePt t="27314" x="3719513" y="3608388"/>
          <p14:tracePt t="27329" x="3732213" y="3602038"/>
          <p14:tracePt t="27346" x="3743325" y="3602038"/>
          <p14:tracePt t="27348" x="3754438" y="3590925"/>
          <p14:tracePt t="27363" x="3760788" y="3584575"/>
          <p14:tracePt t="27379" x="3778250" y="3584575"/>
          <p14:tracePt t="27396" x="3784600" y="3584575"/>
          <p14:tracePt t="27429" x="3790950" y="3578225"/>
          <p14:tracePt t="29521" x="3795713" y="3578225"/>
          <p14:tracePt t="29529" x="3832225" y="3578225"/>
          <p14:tracePt t="29537" x="3871913" y="3578225"/>
          <p14:tracePt t="29548" x="3913188" y="3578225"/>
          <p14:tracePt t="29564" x="3932238" y="3578225"/>
          <p14:tracePt t="29565" x="3949700" y="3578225"/>
          <p14:tracePt t="29581" x="3967163" y="3578225"/>
          <p14:tracePt t="29581" x="3971925" y="3578225"/>
          <p14:tracePt t="29598" x="3978275" y="3578225"/>
          <p14:tracePt t="29614" x="4008438" y="3590925"/>
          <p14:tracePt t="29631" x="4013200" y="3590925"/>
          <p14:tracePt t="29631" x="4037013" y="3590925"/>
          <p14:tracePt t="29648" x="4043363" y="3590925"/>
          <p14:tracePt t="29648" x="4060825" y="3590925"/>
          <p14:tracePt t="29649" x="4089400" y="3590925"/>
          <p14:tracePt t="29665" x="4108450" y="3590925"/>
          <p14:tracePt t="29667" x="4148138" y="3590925"/>
          <p14:tracePt t="29681" x="4184650" y="3590925"/>
          <p14:tracePt t="29683" x="4225925" y="3590925"/>
          <p14:tracePt t="29698" x="4254500" y="3590925"/>
          <p14:tracePt t="29700" x="4295775" y="3590925"/>
          <p14:tracePt t="29715" x="4319588" y="3590925"/>
          <p14:tracePt t="29717" x="4337050" y="3590925"/>
          <p14:tracePt t="29731" x="4378325" y="3590925"/>
          <p14:tracePt t="29733" x="4395788" y="3590925"/>
          <p14:tracePt t="29748" x="4424363" y="3590925"/>
          <p14:tracePt t="29750" x="4460875" y="3590925"/>
          <p14:tracePt t="29765" x="4489450" y="3590925"/>
          <p14:tracePt t="29766" x="4541838" y="3590925"/>
          <p14:tracePt t="29781" x="4602163" y="3602038"/>
          <p14:tracePt t="29783" x="4630738" y="3602038"/>
          <p14:tracePt t="29798" x="4672013" y="3602038"/>
          <p14:tracePt t="29800" x="4695825" y="3608388"/>
          <p14:tracePt t="29815" x="4737100" y="3608388"/>
          <p14:tracePt t="29816" x="4778375" y="3632200"/>
          <p14:tracePt t="29831" x="4818063" y="3632200"/>
          <p14:tracePt t="29832" x="4848225" y="3632200"/>
          <p14:tracePt t="29834" x="4889500" y="3643313"/>
          <p14:tracePt t="29848" x="4930775" y="3643313"/>
          <p14:tracePt t="29850" x="4948238" y="3649663"/>
          <p14:tracePt t="29865" x="5000625" y="3649663"/>
          <p14:tracePt t="29867" x="5024438" y="3649663"/>
          <p14:tracePt t="29884" x="5083175" y="3649663"/>
          <p14:tracePt t="29898" x="5124450" y="3649663"/>
          <p14:tracePt t="29900" x="5130800" y="3649663"/>
          <p14:tracePt t="29915" x="5153025" y="3649663"/>
          <p14:tracePt t="29917" x="5172075" y="3649663"/>
          <p14:tracePt t="29932" x="5183188" y="3649663"/>
          <p14:tracePt t="29933" x="5194300" y="3649663"/>
          <p14:tracePt t="29948" x="5211763" y="3649663"/>
          <p14:tracePt t="29950" x="5241925" y="3649663"/>
          <p14:tracePt t="29965" x="5248275" y="3649663"/>
          <p14:tracePt t="29967" x="5265738" y="3649663"/>
          <p14:tracePt t="29982" x="5307013" y="3649663"/>
          <p14:tracePt t="29983" x="5330825" y="3649663"/>
          <p14:tracePt t="29998" x="5359400" y="3660775"/>
          <p14:tracePt t="29999" x="5400675" y="3660775"/>
          <p14:tracePt t="30001" x="5429250" y="3660775"/>
          <p14:tracePt t="30015" x="5459413" y="3660775"/>
          <p14:tracePt t="30017" x="5487988" y="3660775"/>
          <p14:tracePt t="30032" x="5494338" y="3660775"/>
          <p14:tracePt t="30033" x="5500688" y="3660775"/>
          <p14:tracePt t="30050" x="5518150" y="3660775"/>
          <p14:tracePt t="30522" x="5535613" y="3660775"/>
          <p14:tracePt t="30529" x="5541963" y="3660775"/>
          <p14:tracePt t="30537" x="5565775" y="3660775"/>
          <p14:tracePt t="30549" x="5607050" y="3660775"/>
          <p14:tracePt t="30565" x="5611813" y="3660775"/>
          <p14:tracePt t="30566" x="5629275" y="3660775"/>
          <p14:tracePt t="30785" x="5646738" y="3660775"/>
          <p14:tracePt t="30793" x="5676900" y="3660775"/>
          <p14:tracePt t="30801" x="5705475" y="3660775"/>
          <p14:tracePt t="30816" x="5718175" y="3660775"/>
          <p14:tracePt t="30818" x="5759450" y="3660775"/>
          <p14:tracePt t="30832" x="5788025" y="3660775"/>
          <p14:tracePt t="30834" x="5818188" y="3660775"/>
          <p14:tracePt t="30849" x="5846763" y="3660775"/>
          <p14:tracePt t="30851" x="5859463" y="3660775"/>
          <p14:tracePt t="30866" x="5900738" y="3673475"/>
          <p14:tracePt t="30867" x="5929313" y="3678238"/>
          <p14:tracePt t="30882" x="5946775" y="3678238"/>
          <p14:tracePt t="30884" x="5988050" y="3678238"/>
          <p14:tracePt t="30902" x="6035675" y="3678238"/>
          <p14:tracePt t="30916" x="6046788" y="3678238"/>
          <p14:tracePt t="30918" x="6088063" y="3678238"/>
          <p14:tracePt t="30933" x="6118225" y="3678238"/>
          <p14:tracePt t="30934" x="6146800" y="3678238"/>
          <p14:tracePt t="30949" x="6188075" y="3678238"/>
          <p14:tracePt t="30951" x="6223000" y="3678238"/>
          <p14:tracePt t="30966" x="6276975" y="3678238"/>
          <p14:tracePt t="30968" x="6316663" y="3678238"/>
          <p14:tracePt t="30982" x="6370638" y="3678238"/>
          <p14:tracePt t="30984" x="6423025" y="3678238"/>
          <p14:tracePt t="30999" x="6475413" y="3678238"/>
          <p14:tracePt t="31000" x="6534150" y="3690938"/>
          <p14:tracePt t="31002" x="6592888" y="3702050"/>
          <p14:tracePt t="31016" x="6623050" y="3702050"/>
          <p14:tracePt t="31018" x="6664325" y="3714750"/>
          <p14:tracePt t="31033" x="6716713" y="3714750"/>
          <p14:tracePt t="31034" x="6757988" y="3714750"/>
          <p14:tracePt t="31049" x="6799263" y="3732213"/>
          <p14:tracePt t="31051" x="6827838" y="3732213"/>
          <p14:tracePt t="31066" x="6881813" y="3743325"/>
          <p14:tracePt t="31068" x="6934200" y="3743325"/>
          <p14:tracePt t="31083" x="6992938" y="3743325"/>
          <p14:tracePt t="31084" x="7027863" y="3743325"/>
          <p14:tracePt t="31099" x="7058025" y="3743325"/>
          <p14:tracePt t="31101" x="7086600" y="3743325"/>
          <p14:tracePt t="31116" x="7116763" y="3743325"/>
          <p14:tracePt t="31118" x="7134225" y="3743325"/>
          <p14:tracePt t="31133" x="7145338" y="3743325"/>
          <p14:tracePt t="31134" x="7158038" y="3743325"/>
          <p14:tracePt t="31149" x="7162800" y="3743325"/>
          <p14:tracePt t="31593" x="0" y="0"/>
        </p14:tracePtLst>
        <p14:tracePtLst>
          <p14:tracePt t="34794" x="2714625" y="3913188"/>
          <p14:tracePt t="35193" x="2762250" y="3913188"/>
          <p14:tracePt t="35201" x="2832100" y="3913188"/>
          <p14:tracePt t="35208" x="2955925" y="3913188"/>
          <p14:tracePt t="35219" x="3044825" y="3913188"/>
          <p14:tracePt t="35236" x="3097213" y="3913188"/>
          <p14:tracePt t="35237" x="3149600" y="3913188"/>
          <p14:tracePt t="35253" x="3208338" y="3913188"/>
          <p14:tracePt t="35254" x="3243263" y="3913188"/>
          <p14:tracePt t="35269" x="3255963" y="3913188"/>
          <p14:tracePt t="35270" x="3267075" y="3913188"/>
          <p14:tracePt t="35288" x="3279775" y="3913188"/>
          <p14:tracePt t="35361" x="3284538" y="3913188"/>
          <p14:tracePt t="35369" x="3321050" y="3913188"/>
          <p14:tracePt t="35377" x="3373438" y="3913188"/>
          <p14:tracePt t="35386" x="3425825" y="3913188"/>
          <p14:tracePt t="35403" x="3478213" y="3913188"/>
          <p14:tracePt t="35404" x="3519488" y="3919538"/>
          <p14:tracePt t="35420" x="3578225" y="3919538"/>
          <p14:tracePt t="35420" x="3602038" y="3919538"/>
          <p14:tracePt t="35436" x="3643313" y="3919538"/>
          <p14:tracePt t="35437" x="3673475" y="3919538"/>
          <p14:tracePt t="35453" x="3678238" y="3919538"/>
          <p14:tracePt t="35453" x="3695700" y="3919538"/>
          <p14:tracePt t="35470" x="3736975" y="3919538"/>
          <p14:tracePt t="35470" x="3767138" y="3919538"/>
          <p14:tracePt t="35486" x="3784600" y="3925888"/>
          <p14:tracePt t="35487" x="3849688" y="3937000"/>
          <p14:tracePt t="35489" x="3890963" y="3937000"/>
          <p14:tracePt t="35503" x="3960813" y="3949700"/>
          <p14:tracePt t="35505" x="4013200" y="3949700"/>
          <p14:tracePt t="35520" x="4089400" y="3978275"/>
          <p14:tracePt t="35522" x="4130675" y="3978275"/>
          <p14:tracePt t="35536" x="4206875" y="3978275"/>
          <p14:tracePt t="35538" x="4267200" y="3978275"/>
          <p14:tracePt t="35553" x="4319588" y="3978275"/>
          <p14:tracePt t="35555" x="4371975" y="3978275"/>
          <p14:tracePt t="35570" x="4430713" y="3978275"/>
          <p14:tracePt t="35571" x="4483100" y="3978275"/>
          <p14:tracePt t="35586" x="4524375" y="3978275"/>
          <p14:tracePt t="35588" x="4578350" y="3978275"/>
          <p14:tracePt t="35603" x="4648200" y="3978275"/>
          <p14:tracePt t="35605" x="4678363" y="3978275"/>
          <p14:tracePt t="35620" x="4724400" y="3978275"/>
          <p14:tracePt t="35622" x="4765675" y="3978275"/>
          <p14:tracePt t="35636" x="4818063" y="3978275"/>
          <p14:tracePt t="35638" x="4859338" y="3978275"/>
          <p14:tracePt t="35653" x="4900613" y="3978275"/>
          <p14:tracePt t="35655" x="4954588" y="3984625"/>
          <p14:tracePt t="35670" x="4983163" y="3984625"/>
          <p14:tracePt t="35671" x="5024438" y="3995738"/>
          <p14:tracePt t="35686" x="5059363" y="3995738"/>
          <p14:tracePt t="35687" x="5100638" y="4008438"/>
          <p14:tracePt t="35689" x="5130800" y="4008438"/>
          <p14:tracePt t="35703" x="5183188" y="4008438"/>
          <p14:tracePt t="35705" x="5235575" y="4008438"/>
          <p14:tracePt t="35720" x="5283200" y="4030663"/>
          <p14:tracePt t="35722" x="5335588" y="4030663"/>
          <p14:tracePt t="35736" x="5376863" y="4030663"/>
          <p14:tracePt t="35738" x="5429250" y="4030663"/>
          <p14:tracePt t="35753" x="5483225" y="4030663"/>
          <p14:tracePt t="35755" x="5524500" y="4030663"/>
          <p14:tracePt t="35770" x="5553075" y="4037013"/>
          <p14:tracePt t="35772" x="5588000" y="4037013"/>
          <p14:tracePt t="35787" x="5618163" y="4037013"/>
          <p14:tracePt t="35788" x="5635625" y="4037013"/>
          <p14:tracePt t="35803" x="5665788" y="4037013"/>
          <p14:tracePt t="35805" x="5683250" y="4037013"/>
          <p14:tracePt t="35820" x="5711825" y="4037013"/>
          <p14:tracePt t="35822" x="5729288" y="4049713"/>
          <p14:tracePt t="35837" x="5735638" y="4049713"/>
          <p14:tracePt t="35839" x="5753100" y="4049713"/>
          <p14:tracePt t="35853" x="5770563" y="4049713"/>
          <p14:tracePt t="35855" x="5776913" y="4049713"/>
          <p14:tracePt t="35870" x="5800725" y="4054475"/>
          <p14:tracePt t="35888" x="5829300" y="4054475"/>
          <p14:tracePt t="35992" x="5842000" y="4054475"/>
          <p14:tracePt t="36057" x="5853113" y="4054475"/>
          <p14:tracePt t="36064" x="5894388" y="4054475"/>
          <p14:tracePt t="36072" x="5922963" y="4054475"/>
          <p14:tracePt t="36087" x="5953125" y="4054475"/>
          <p14:tracePt t="36088" x="5994400" y="4054475"/>
          <p14:tracePt t="36104" x="6018213" y="4054475"/>
          <p14:tracePt t="36105" x="6035675" y="4054475"/>
          <p14:tracePt t="36120" x="6064250" y="4054475"/>
          <p14:tracePt t="36122" x="6070600" y="4054475"/>
          <p14:tracePt t="36137" x="6088063" y="4054475"/>
          <p14:tracePt t="36138" x="6105525" y="4054475"/>
          <p14:tracePt t="36201" x="6111875" y="4054475"/>
          <p14:tracePt t="36233" x="6118225" y="4054475"/>
          <p14:tracePt t="36241" x="6129338" y="4054475"/>
          <p14:tracePt t="36248" x="6140450" y="4054475"/>
          <p14:tracePt t="36256" x="6153150" y="4054475"/>
          <p14:tracePt t="36270" x="6157913" y="4054475"/>
          <p14:tracePt t="36273" x="6164263" y="4054475"/>
          <p14:tracePt t="36287" x="6181725" y="4054475"/>
          <p14:tracePt t="37129" x="6199188" y="4054475"/>
          <p14:tracePt t="37144" x="6205538" y="4054475"/>
          <p14:tracePt t="37248" x="6235700" y="4043363"/>
          <p14:tracePt t="37256" x="6240463" y="4037013"/>
          <p14:tracePt t="37264" x="6246813" y="4030663"/>
          <p14:tracePt t="37273" x="6264275" y="4030663"/>
          <p14:tracePt t="37288" x="6270625" y="4019550"/>
          <p14:tracePt t="37289" x="6281738" y="4019550"/>
          <p14:tracePt t="37305" x="6288088" y="4019550"/>
          <p14:tracePt t="37305" x="6305550" y="4019550"/>
          <p14:tracePt t="37321" x="6311900" y="4013200"/>
          <p14:tracePt t="37338" x="6316663" y="4013200"/>
          <p14:tracePt t="37339" x="6335713" y="4008438"/>
          <p14:tracePt t="37355" x="6340475" y="3995738"/>
          <p14:tracePt t="37371" x="6353175" y="3995738"/>
          <p14:tracePt t="37372" x="6357938" y="3995738"/>
          <p14:tracePt t="37388" x="6364288" y="3995738"/>
          <p14:tracePt t="37389" x="6388100" y="3995738"/>
          <p14:tracePt t="37405" x="6399213" y="3990975"/>
          <p14:tracePt t="37405" x="6434138" y="3990975"/>
          <p14:tracePt t="37421" x="6453188" y="3990975"/>
          <p14:tracePt t="37422" x="6464300" y="3990975"/>
          <p14:tracePt t="37424" x="6481763" y="3990975"/>
          <p14:tracePt t="37438" x="6523038" y="3990975"/>
          <p14:tracePt t="37455" x="6540500" y="3990975"/>
          <p14:tracePt t="37455" x="6570663" y="3990975"/>
          <p14:tracePt t="37456" x="6588125" y="3990975"/>
          <p14:tracePt t="37471" x="6611938" y="3990975"/>
          <p14:tracePt t="37473" x="6629400" y="3990975"/>
          <p14:tracePt t="37488" x="6670675" y="3990975"/>
          <p14:tracePt t="37489" x="6699250" y="3990975"/>
          <p14:tracePt t="37505" x="6705600" y="3990975"/>
          <p14:tracePt t="37505" x="6723063" y="3990975"/>
          <p14:tracePt t="37521" x="6751638" y="3990975"/>
          <p14:tracePt t="37522" x="6757988" y="3990975"/>
          <p14:tracePt t="37538" x="6775450" y="3990975"/>
          <p14:tracePt t="37539" x="6788150" y="3990975"/>
          <p14:tracePt t="37555" x="6799263" y="3990975"/>
          <p14:tracePt t="37555" x="6823075" y="3990975"/>
          <p14:tracePt t="37572" x="6827838" y="3990975"/>
          <p14:tracePt t="37572" x="6858000" y="3990975"/>
          <p14:tracePt t="37588" x="6881813" y="3990975"/>
          <p14:tracePt t="37589" x="6923088" y="3990975"/>
          <p14:tracePt t="37605" x="6964363" y="3990975"/>
          <p14:tracePt t="37606" x="7005638" y="3990975"/>
          <p14:tracePt t="37622" x="7040563" y="3990975"/>
          <p14:tracePt t="37622" x="7092950" y="3990975"/>
          <p14:tracePt t="37624" x="7169150" y="3995738"/>
          <p14:tracePt t="37638" x="7245350" y="4008438"/>
          <p14:tracePt t="37640" x="7269163" y="4008438"/>
          <p14:tracePt t="37655" x="7351713" y="4019550"/>
          <p14:tracePt t="37657" x="7410450" y="4019550"/>
          <p14:tracePt t="37672" x="7439025" y="4030663"/>
          <p14:tracePt t="37674" x="7493000" y="4030663"/>
          <p14:tracePt t="37688" x="7534275" y="4043363"/>
          <p14:tracePt t="37690" x="7562850" y="4049713"/>
          <p14:tracePt t="37705" x="7575550" y="4049713"/>
          <p14:tracePt t="37707" x="7604125" y="4049713"/>
          <p14:tracePt t="37722" x="7610475" y="4049713"/>
          <p14:tracePt t="37723" x="7627938" y="4049713"/>
          <p14:tracePt t="37738" x="7645400" y="4049713"/>
          <p14:tracePt t="37740" x="7651750" y="4049713"/>
          <p14:tracePt t="38128" x="0" y="0"/>
        </p14:tracePtLst>
        <p14:tracePtLst>
          <p14:tracePt t="38993" x="2098675" y="4278313"/>
          <p14:tracePt t="39128" x="2109788" y="4278313"/>
          <p14:tracePt t="39136" x="2174875" y="4278313"/>
          <p14:tracePt t="39144" x="2244725" y="4278313"/>
          <p14:tracePt t="39156" x="2333625" y="4278313"/>
          <p14:tracePt t="39173" x="2420938" y="4278313"/>
          <p14:tracePt t="39174" x="2514600" y="4278313"/>
          <p14:tracePt t="39176" x="2586038" y="4278313"/>
          <p14:tracePt t="39190" x="2655888" y="4278313"/>
          <p14:tracePt t="39193" x="2727325" y="4278313"/>
          <p14:tracePt t="39206" x="2786063" y="4278313"/>
          <p14:tracePt t="39208" x="2838450" y="4278313"/>
          <p14:tracePt t="39223" x="2890838" y="4278313"/>
          <p14:tracePt t="39225" x="2932113" y="4278313"/>
          <p14:tracePt t="39240" x="2973388" y="4278313"/>
          <p14:tracePt t="39241" x="3008313" y="4289425"/>
          <p14:tracePt t="39256" x="3038475" y="4289425"/>
          <p14:tracePt t="39258" x="3067050" y="4289425"/>
          <p14:tracePt t="39273" x="3084513" y="4289425"/>
          <p14:tracePt t="39275" x="3125788" y="4289425"/>
          <p14:tracePt t="39290" x="3167063" y="4302125"/>
          <p14:tracePt t="39292" x="3179763" y="4302125"/>
          <p14:tracePt t="39306" x="3221038" y="4302125"/>
          <p14:tracePt t="39308" x="3260725" y="4306888"/>
          <p14:tracePt t="39323" x="3290888" y="4306888"/>
          <p14:tracePt t="39325" x="3321050" y="4306888"/>
          <p14:tracePt t="39340" x="3355975" y="4306888"/>
          <p14:tracePt t="39342" x="3397250" y="4306888"/>
          <p14:tracePt t="39356" x="3425825" y="4306888"/>
          <p14:tracePt t="39358" x="3467100" y="4306888"/>
          <p14:tracePt t="39373" x="3502025" y="4306888"/>
          <p14:tracePt t="39375" x="3543300" y="4306888"/>
          <p14:tracePt t="39390" x="3573463" y="4306888"/>
          <p14:tracePt t="39406" x="3649663" y="4306888"/>
          <p14:tracePt t="39407" x="3678238" y="4319588"/>
          <p14:tracePt t="39408" x="3708400" y="4330700"/>
          <p14:tracePt t="39423" x="3736975" y="4330700"/>
          <p14:tracePt t="39424" x="3767138" y="4337050"/>
          <p14:tracePt t="39440" x="3795713" y="4337050"/>
          <p14:tracePt t="39440" x="3802063" y="4337050"/>
          <p14:tracePt t="39456" x="3836988" y="4348163"/>
          <p14:tracePt t="39457" x="3854450" y="4348163"/>
          <p14:tracePt t="39473" x="3884613" y="4348163"/>
          <p14:tracePt t="39474" x="3902075" y="4348163"/>
          <p14:tracePt t="39490" x="3932238" y="4348163"/>
          <p14:tracePt t="39490" x="3943350" y="4348163"/>
          <p14:tracePt t="39507" x="3971925" y="4348163"/>
          <p14:tracePt t="39507" x="3990975" y="4348163"/>
          <p14:tracePt t="39523" x="4008438" y="4348163"/>
          <p14:tracePt t="39524" x="4025900" y="4348163"/>
          <p14:tracePt t="39540" x="4030663" y="4348163"/>
          <p14:tracePt t="39541" x="4049713" y="4348163"/>
          <p14:tracePt t="39728" x="4078288" y="4348163"/>
          <p14:tracePt t="39736" x="4113213" y="4348163"/>
          <p14:tracePt t="39744" x="4167188" y="4348163"/>
          <p14:tracePt t="39757" x="4206875" y="4348163"/>
          <p14:tracePt t="39773" x="4271963" y="4348163"/>
          <p14:tracePt t="39774" x="4330700" y="4348163"/>
          <p14:tracePt t="39776" x="4365625" y="4348163"/>
          <p14:tracePt t="39790" x="4406900" y="4348163"/>
          <p14:tracePt t="39792" x="4424363" y="4348163"/>
          <p14:tracePt t="39807" x="4430713" y="4348163"/>
          <p14:tracePt t="40640" x="4460875" y="4348163"/>
          <p14:tracePt t="40648" x="4495800" y="4348163"/>
          <p14:tracePt t="40657" x="4524375" y="4348163"/>
          <p14:tracePt t="40674" x="4578350" y="4348163"/>
          <p14:tracePt t="40674" x="4619625" y="4348163"/>
          <p14:tracePt t="40691" x="4648200" y="4348163"/>
          <p14:tracePt t="40691" x="4665663" y="4348163"/>
          <p14:tracePt t="40707" x="4689475" y="4348163"/>
          <p14:tracePt t="40708" x="4706938" y="4348163"/>
          <p14:tracePt t="40920" x="4759325" y="4348163"/>
          <p14:tracePt t="40928" x="4818063" y="4348163"/>
          <p14:tracePt t="40936" x="4872038" y="4348163"/>
          <p14:tracePt t="40944" x="4924425" y="4348163"/>
          <p14:tracePt t="40958" x="4976813" y="4348163"/>
          <p14:tracePt t="40960" x="5035550" y="4348163"/>
          <p14:tracePt t="40975" x="5089525" y="4348163"/>
          <p14:tracePt t="40991" x="5118100" y="4348163"/>
          <p14:tracePt t="40992" x="5159375" y="4348163"/>
          <p14:tracePt t="41008" x="5176838" y="4348163"/>
          <p14:tracePt t="41008" x="5189538" y="4348163"/>
          <p14:tracePt t="41024" x="5200650" y="4348163"/>
          <p14:tracePt t="41041" x="5211763" y="4348163"/>
          <p14:tracePt t="41042" x="5218113" y="4348163"/>
          <p14:tracePt t="41058" x="5224463" y="4348163"/>
          <p14:tracePt t="41059" x="5248275" y="4348163"/>
          <p14:tracePt t="41075" x="5259388" y="4348163"/>
          <p14:tracePt t="41075" x="5283200" y="4348163"/>
          <p14:tracePt t="41091" x="5311775" y="4348163"/>
          <p14:tracePt t="41092" x="5353050" y="4348163"/>
          <p14:tracePt t="41108" x="5376863" y="4348163"/>
          <p14:tracePt t="41109" x="5407025" y="4348163"/>
          <p14:tracePt t="41125" x="5435600" y="4348163"/>
          <p14:tracePt t="41125" x="5453063" y="4348163"/>
          <p14:tracePt t="41141" x="5483225" y="4348163"/>
          <p14:tracePt t="41142" x="5487988" y="4348163"/>
          <p14:tracePt t="41144" x="5511800" y="4348163"/>
          <p14:tracePt t="41158" x="5529263" y="4348163"/>
          <p14:tracePt t="41160" x="5559425" y="4348163"/>
          <p14:tracePt t="41175" x="5576888" y="4348163"/>
          <p14:tracePt t="41177" x="5594350" y="4348163"/>
          <p14:tracePt t="41191" x="5635625" y="4348163"/>
          <p14:tracePt t="41193" x="5659438" y="4348163"/>
          <p14:tracePt t="41208" x="5676900" y="4348163"/>
          <p14:tracePt t="41210" x="5718175" y="4348163"/>
          <p14:tracePt t="41225" x="5724525" y="4348163"/>
          <p14:tracePt t="41226" x="5759450" y="4348163"/>
          <p14:tracePt t="41241" x="5764213" y="4348163"/>
          <p14:tracePt t="41243" x="5800725" y="4348163"/>
          <p14:tracePt t="41258" x="5811838" y="4348163"/>
          <p14:tracePt t="41260" x="5835650" y="4348163"/>
          <p14:tracePt t="41275" x="5853113" y="4348163"/>
          <p14:tracePt t="41276" x="5883275" y="4348163"/>
          <p14:tracePt t="41291" x="5900738" y="4348163"/>
          <p14:tracePt t="41293" x="5922963" y="4348163"/>
          <p14:tracePt t="41308" x="5953125" y="4348163"/>
          <p14:tracePt t="41310" x="5970588" y="4348163"/>
          <p14:tracePt t="41325" x="5988050" y="4348163"/>
          <p14:tracePt t="41327" x="6005513" y="4348163"/>
          <p14:tracePt t="41341" x="6022975" y="4354513"/>
          <p14:tracePt t="41344" x="6040438" y="4365625"/>
          <p14:tracePt t="41424" x="6070600" y="4378325"/>
          <p14:tracePt t="41432" x="6099175" y="4378325"/>
          <p14:tracePt t="41442" x="6122988" y="4378325"/>
          <p14:tracePt t="41458" x="6153150" y="4378325"/>
          <p14:tracePt t="41459" x="6205538" y="4378325"/>
          <p14:tracePt t="41475" x="6235700" y="4378325"/>
          <p14:tracePt t="41475" x="6276975" y="4378325"/>
          <p14:tracePt t="41492" x="6305550" y="4378325"/>
          <p14:tracePt t="41492" x="6316663" y="4378325"/>
          <p14:tracePt t="41508" x="6335713" y="4378325"/>
          <p14:tracePt t="41509" x="6346825" y="4378325"/>
          <p14:tracePt t="41656" x="6357938" y="4378325"/>
          <p14:tracePt t="41664" x="6399213" y="4384675"/>
          <p14:tracePt t="41675" x="6416675" y="4384675"/>
          <p14:tracePt t="41692" x="6446838" y="4384675"/>
          <p14:tracePt t="41693" x="6488113" y="4384675"/>
          <p14:tracePt t="41709" x="6523038" y="4384675"/>
          <p14:tracePt t="41710" x="6540500" y="4384675"/>
          <p14:tracePt t="41712" x="6570663" y="4384675"/>
          <p14:tracePt t="41725" x="6575425" y="4384675"/>
          <p14:tracePt t="41742" x="6588125" y="4384675"/>
          <p14:tracePt t="41744" x="6592888" y="4384675"/>
          <p14:tracePt t="41920" x="6611938" y="4384675"/>
          <p14:tracePt t="41928" x="6629400" y="4384675"/>
          <p14:tracePt t="41936" x="6675438" y="4384675"/>
          <p14:tracePt t="41944" x="6716713" y="4384675"/>
          <p14:tracePt t="41959" x="6757988" y="4384675"/>
          <p14:tracePt t="41960" x="6810375" y="4384675"/>
          <p14:tracePt t="41975" x="6840538" y="4384675"/>
          <p14:tracePt t="41976" x="6869113" y="4384675"/>
          <p14:tracePt t="41992" x="6881813" y="4384675"/>
          <p14:tracePt t="41993" x="6899275" y="4384675"/>
          <p14:tracePt t="42009" x="6910388" y="4395788"/>
          <p14:tracePt t="42009" x="6916738" y="4395788"/>
          <p14:tracePt t="42025" x="6923088" y="4395788"/>
          <p14:tracePt t="42026" x="6927850" y="4395788"/>
          <p14:tracePt t="42042" x="6946900" y="4395788"/>
          <p14:tracePt t="42043" x="6951663" y="4395788"/>
          <p14:tracePt t="42059" x="6981825" y="4395788"/>
          <p14:tracePt t="42059" x="6999288" y="4395788"/>
          <p14:tracePt t="42075" x="7034213" y="4395788"/>
          <p14:tracePt t="42076" x="7051675" y="4395788"/>
          <p14:tracePt t="42092" x="7092950" y="4395788"/>
          <p14:tracePt t="42093" x="7123113" y="4395788"/>
          <p14:tracePt t="42109" x="7151688" y="4395788"/>
          <p14:tracePt t="42109" x="7186613" y="4395788"/>
          <p14:tracePt t="42112" x="7204075" y="4395788"/>
          <p14:tracePt t="42125" x="7223125" y="4395788"/>
          <p14:tracePt t="42127" x="7240588" y="4395788"/>
          <p14:tracePt t="42142" x="7269163" y="4395788"/>
          <p14:tracePt t="42144" x="7275513" y="4395788"/>
          <p14:tracePt t="42159" x="7281863" y="4395788"/>
          <p14:tracePt t="42161" x="7310438" y="4395788"/>
          <p14:tracePt t="42175" x="7316788" y="4395788"/>
          <p14:tracePt t="42177" x="7340600" y="4395788"/>
          <p14:tracePt t="42192" x="7358063" y="4395788"/>
          <p14:tracePt t="42194" x="7386638" y="4402138"/>
          <p14:tracePt t="42209" x="7416800" y="4402138"/>
          <p14:tracePt t="42210" x="7458075" y="4413250"/>
          <p14:tracePt t="42226" x="7486650" y="4424363"/>
          <p14:tracePt t="42228" x="7510463" y="4424363"/>
          <p14:tracePt t="42242" x="7551738" y="4424363"/>
          <p14:tracePt t="42244" x="7604125" y="4424363"/>
          <p14:tracePt t="42259" x="7645400" y="4424363"/>
          <p14:tracePt t="42261" x="7697788" y="4424363"/>
          <p14:tracePt t="42276" x="7739063" y="4424363"/>
          <p14:tracePt t="42277" x="7751763" y="4424363"/>
          <p14:tracePt t="42292" x="7793038" y="4424363"/>
          <p14:tracePt t="42294" x="7832725" y="4424363"/>
          <p14:tracePt t="42309" x="7851775" y="4424363"/>
          <p14:tracePt t="42311" x="7880350" y="4424363"/>
          <p14:tracePt t="42326" x="7886700" y="4424363"/>
          <p14:tracePt t="42326" x="7921625" y="4424363"/>
          <p14:tracePt t="42327" x="7939088" y="4424363"/>
          <p14:tracePt t="42342" x="7945438" y="4424363"/>
          <p14:tracePt t="42344" x="7969250" y="4424363"/>
          <p14:tracePt t="42359" x="7986713" y="4424363"/>
          <p14:tracePt t="42361" x="8015288" y="4424363"/>
          <p14:tracePt t="42376" x="8032750" y="4424363"/>
          <p14:tracePt t="42377" x="8050213" y="4424363"/>
          <p14:tracePt t="42392" x="8080375" y="4424363"/>
          <p14:tracePt t="42394" x="8104188" y="4424363"/>
          <p14:tracePt t="42409" x="8121650" y="4424363"/>
          <p14:tracePt t="42411" x="8150225" y="4424363"/>
          <p14:tracePt t="42426" x="8156575" y="4424363"/>
          <p14:tracePt t="42442" x="8169275" y="4424363"/>
          <p14:tracePt t="42443" x="8180388" y="4424363"/>
          <p14:tracePt t="42459" x="8191500" y="4424363"/>
          <p14:tracePt t="44231" x="0" y="0"/>
        </p14:tracePtLst>
        <p14:tracePtLst>
          <p14:tracePt t="76676" x="1651000" y="4806950"/>
          <p14:tracePt t="76859" x="1657350" y="4806950"/>
          <p14:tracePt t="76930" x="1681163" y="4806950"/>
          <p14:tracePt t="76938" x="1709738" y="4813300"/>
          <p14:tracePt t="76946" x="1751013" y="4813300"/>
          <p14:tracePt t="76956" x="1792288" y="4824413"/>
          <p14:tracePt t="76972" x="1822450" y="4824413"/>
          <p14:tracePt t="76973" x="1874838" y="4837113"/>
          <p14:tracePt t="76989" x="1916113" y="4848225"/>
          <p14:tracePt t="76990" x="1957388" y="4848225"/>
          <p14:tracePt t="77006" x="1992313" y="4848225"/>
          <p14:tracePt t="77006" x="2009775" y="4848225"/>
          <p14:tracePt t="77022" x="2039938" y="4848225"/>
          <p14:tracePt t="77023" x="2044700" y="4848225"/>
          <p14:tracePt t="77039" x="2057400" y="4848225"/>
          <p14:tracePt t="77186" x="2079625" y="4848225"/>
          <p14:tracePt t="77194" x="2109788" y="4848225"/>
          <p14:tracePt t="77202" x="2127250" y="4848225"/>
          <p14:tracePt t="77210" x="2162175" y="4848225"/>
          <p14:tracePt t="77224" x="2192338" y="4848225"/>
          <p14:tracePt t="77227" x="2233613" y="4848225"/>
          <p14:tracePt t="77239" x="2274888" y="4848225"/>
          <p14:tracePt t="77242" x="2303463" y="4848225"/>
          <p14:tracePt t="77256" x="2338388" y="4848225"/>
          <p14:tracePt t="77259" x="2368550" y="4848225"/>
          <p14:tracePt t="77273" x="2386013" y="4848225"/>
          <p14:tracePt t="77275" x="2427288" y="4848225"/>
          <p14:tracePt t="77289" x="2444750" y="4848225"/>
          <p14:tracePt t="77306" x="2455863" y="4848225"/>
          <p14:tracePt t="77354" x="2468563" y="4854575"/>
          <p14:tracePt t="78186" x="2473325" y="4854575"/>
          <p14:tracePt t="78194" x="2520950" y="4854575"/>
          <p14:tracePt t="78202" x="2573338" y="4854575"/>
          <p14:tracePt t="78210" x="2679700" y="4854575"/>
          <p14:tracePt t="78224" x="2768600" y="4854575"/>
          <p14:tracePt t="78226" x="2873375" y="4854575"/>
          <p14:tracePt t="78240" x="2979738" y="4854575"/>
          <p14:tracePt t="78242" x="3084513" y="4854575"/>
          <p14:tracePt t="78257" x="3179763" y="4854575"/>
          <p14:tracePt t="78259" x="3284538" y="4854575"/>
          <p14:tracePt t="78274" x="3355975" y="4854575"/>
          <p14:tracePt t="78275" x="3408363" y="4854575"/>
          <p14:tracePt t="78290" x="3460750" y="4854575"/>
          <p14:tracePt t="78291" x="3502025" y="4854575"/>
          <p14:tracePt t="78307" x="3543300" y="4848225"/>
          <p14:tracePt t="78309" x="3573463" y="4848225"/>
          <p14:tracePt t="78324" x="3590925" y="4848225"/>
          <p14:tracePt t="78325" x="3608388" y="4848225"/>
          <p14:tracePt t="78340" x="3632200" y="4848225"/>
          <p14:tracePt t="78342" x="3649663" y="4848225"/>
          <p14:tracePt t="78357" x="3678238" y="4848225"/>
          <p14:tracePt t="78359" x="3695700" y="4848225"/>
          <p14:tracePt t="78374" x="3736975" y="4848225"/>
          <p14:tracePt t="78375" x="3773488" y="4848225"/>
          <p14:tracePt t="78390" x="3790950" y="4848225"/>
          <p14:tracePt t="78392" x="3819525" y="4841875"/>
          <p14:tracePt t="78407" x="3849688" y="4841875"/>
          <p14:tracePt t="78409" x="3878263" y="4841875"/>
          <p14:tracePt t="78424" x="3895725" y="4841875"/>
          <p14:tracePt t="78426" x="3937000" y="4841875"/>
          <p14:tracePt t="78440" x="3967163" y="4841875"/>
          <p14:tracePt t="78442" x="3984625" y="4841875"/>
          <p14:tracePt t="78457" x="4013200" y="4841875"/>
          <p14:tracePt t="78459" x="4019550" y="4841875"/>
          <p14:tracePt t="78474" x="4049713" y="4841875"/>
          <p14:tracePt t="78475" x="4060825" y="4841875"/>
          <p14:tracePt t="78490" x="4102100" y="4841875"/>
          <p14:tracePt t="78492" x="4119563" y="4841875"/>
          <p14:tracePt t="78507" x="4148138" y="4841875"/>
          <p14:tracePt t="78509" x="4189413" y="4841875"/>
          <p14:tracePt t="78524" x="4202113" y="4841875"/>
          <p14:tracePt t="78525" x="4230688" y="4841875"/>
          <p14:tracePt t="78540" x="4260850" y="4841875"/>
          <p14:tracePt t="78542" x="4289425" y="4841875"/>
          <p14:tracePt t="78557" x="4306888" y="4841875"/>
          <p14:tracePt t="78559" x="4337050" y="4841875"/>
          <p14:tracePt t="78574" x="4348163" y="4841875"/>
          <p14:tracePt t="78575" x="4378325" y="4841875"/>
          <p14:tracePt t="78590" x="4395788" y="4841875"/>
          <p14:tracePt t="78592" x="4424363" y="4841875"/>
          <p14:tracePt t="78607" x="4430713" y="4841875"/>
          <p14:tracePt t="78609" x="4460875" y="4841875"/>
          <p14:tracePt t="78624" x="4465638" y="4841875"/>
          <p14:tracePt t="78626" x="4478338" y="4841875"/>
          <p14:tracePt t="78640" x="4495800" y="4841875"/>
          <p14:tracePt t="78643" x="4502150" y="4841875"/>
          <p14:tracePt t="78657" x="4513263" y="4841875"/>
          <p14:tracePt t="78659" x="4537075" y="4841875"/>
          <p14:tracePt t="78674" x="4554538" y="4841875"/>
          <p14:tracePt t="78676" x="4583113" y="4841875"/>
          <p14:tracePt t="78690" x="4602163" y="4841875"/>
          <p14:tracePt t="78692" x="4624388" y="4841875"/>
          <p14:tracePt t="78707" x="4654550" y="4841875"/>
          <p14:tracePt t="78709" x="4695825" y="4841875"/>
          <p14:tracePt t="78724" x="4724400" y="4841875"/>
          <p14:tracePt t="78741" x="4741863" y="4841875"/>
          <p14:tracePt t="78741" x="4795838" y="4841875"/>
          <p14:tracePt t="78757" x="4824413" y="4841875"/>
          <p14:tracePt t="78758" x="4841875" y="4841875"/>
          <p14:tracePt t="78774" x="4883150" y="4854575"/>
          <p14:tracePt t="78775" x="4913313" y="4854575"/>
          <p14:tracePt t="78791" x="4930775" y="4854575"/>
          <p14:tracePt t="78791" x="4954588" y="4854575"/>
          <p14:tracePt t="78807" x="4972050" y="4865688"/>
          <p14:tracePt t="78808" x="4983163" y="4865688"/>
          <p14:tracePt t="78810" x="4995863" y="4865688"/>
          <p14:tracePt t="78824" x="5006975" y="4865688"/>
          <p14:tracePt t="78826" x="5013325" y="4865688"/>
          <p14:tracePt t="78954" x="5035550" y="4865688"/>
          <p14:tracePt t="78962" x="5065713" y="4865688"/>
          <p14:tracePt t="78970" x="5106988" y="4865688"/>
          <p14:tracePt t="78978" x="5148263" y="4865688"/>
          <p14:tracePt t="78991" x="5200650" y="4865688"/>
          <p14:tracePt t="79007" x="5253038" y="4865688"/>
          <p14:tracePt t="79008" x="5307013" y="4865688"/>
          <p14:tracePt t="79010" x="5376863" y="4865688"/>
          <p14:tracePt t="79024" x="5435600" y="4865688"/>
          <p14:tracePt t="79026" x="5470525" y="4865688"/>
          <p14:tracePt t="79041" x="5524500" y="4865688"/>
          <p14:tracePt t="79043" x="5541963" y="4865688"/>
          <p14:tracePt t="79058" x="5570538" y="4865688"/>
          <p14:tracePt t="80010" x="5588000" y="4865688"/>
          <p14:tracePt t="80018" x="5629275" y="4865688"/>
          <p14:tracePt t="80026" x="5683250" y="4865688"/>
          <p14:tracePt t="80042" x="5735638" y="4865688"/>
          <p14:tracePt t="80043" x="5788025" y="4865688"/>
          <p14:tracePt t="80058" x="5859463" y="4865688"/>
          <p14:tracePt t="80059" x="5918200" y="4865688"/>
          <p14:tracePt t="80075" x="5970588" y="4865688"/>
          <p14:tracePt t="80075" x="6022975" y="4865688"/>
          <p14:tracePt t="80091" x="6064250" y="4865688"/>
          <p14:tracePt t="80092" x="6118225" y="4865688"/>
          <p14:tracePt t="80108" x="6157913" y="4865688"/>
          <p14:tracePt t="80109" x="6211888" y="4865688"/>
          <p14:tracePt t="80125" x="6246813" y="4865688"/>
          <p14:tracePt t="80126" x="6288088" y="4865688"/>
          <p14:tracePt t="80142" x="6329363" y="4865688"/>
          <p14:tracePt t="80142" x="6370638" y="4865688"/>
          <p14:tracePt t="80158" x="6423025" y="4865688"/>
          <p14:tracePt t="80159" x="6475413" y="4865688"/>
          <p14:tracePt t="80175" x="6529388" y="4865688"/>
          <p14:tracePt t="80176" x="6581775" y="4865688"/>
          <p14:tracePt t="80178" x="6657975" y="4865688"/>
          <p14:tracePt t="80192" x="6710363" y="4865688"/>
          <p14:tracePt t="80194" x="6799263" y="4865688"/>
          <p14:tracePt t="80209" x="6888163" y="4865688"/>
          <p14:tracePt t="80210" x="6958013" y="4865688"/>
          <p14:tracePt t="80225" x="7064375" y="4865688"/>
          <p14:tracePt t="80227" x="7158038" y="4865688"/>
          <p14:tracePt t="80242" x="7245350" y="4865688"/>
          <p14:tracePt t="80244" x="7316788" y="4865688"/>
          <p14:tracePt t="80259" x="7386638" y="4865688"/>
          <p14:tracePt t="80260" x="7439025" y="4865688"/>
          <p14:tracePt t="80275" x="7497763" y="4865688"/>
          <p14:tracePt t="80277" x="7534275" y="4865688"/>
          <p14:tracePt t="80292" x="7551738" y="4865688"/>
          <p14:tracePt t="80293" x="7580313" y="4865688"/>
          <p14:tracePt t="80309" x="7586663" y="4865688"/>
          <p14:tracePt t="80311" x="7597775" y="4865688"/>
          <p14:tracePt t="80325" x="7621588" y="4865688"/>
          <p14:tracePt t="80327" x="7627938" y="4865688"/>
          <p14:tracePt t="80342" x="7634288" y="4865688"/>
          <p14:tracePt t="80359" x="7662863" y="4865688"/>
          <p14:tracePt t="80360" x="7669213" y="4865688"/>
          <p14:tracePt t="80375" x="7693025" y="4865688"/>
          <p14:tracePt t="80392" x="7739063" y="4865688"/>
          <p14:tracePt t="80393" x="7745413" y="4865688"/>
          <p14:tracePt t="80394" x="7762875" y="4865688"/>
          <p14:tracePt t="80409" x="7780338" y="4865688"/>
          <p14:tracePt t="80411" x="7797800" y="4872038"/>
          <p14:tracePt t="81002" x="7851775" y="4872038"/>
          <p14:tracePt t="81010" x="7904163" y="4872038"/>
          <p14:tracePt t="81018" x="7974013" y="4872038"/>
          <p14:tracePt t="81026" x="8069263" y="4872038"/>
          <p14:tracePt t="81043" x="8139113" y="4872038"/>
          <p14:tracePt t="81044" x="8191500" y="4872038"/>
          <p14:tracePt t="81059" x="8262938" y="4872038"/>
          <p14:tracePt t="81060" x="8321675" y="4872038"/>
          <p14:tracePt t="81076" x="8356600" y="4872038"/>
          <p14:tracePt t="81077" x="8397875" y="4872038"/>
          <p14:tracePt t="81093" x="8415338" y="4872038"/>
          <p14:tracePt t="81093" x="8443913" y="4872038"/>
          <p14:tracePt t="81109" x="8450263" y="4872038"/>
          <p14:tracePt t="81306" x="0" y="0"/>
        </p14:tracePtLst>
        <p14:tracePtLst>
          <p14:tracePt t="82131" x="1433513" y="5153025"/>
          <p14:tracePt t="82170" x="1450975" y="5153025"/>
          <p14:tracePt t="82226" x="1468438" y="5135563"/>
          <p14:tracePt t="82234" x="1509713" y="5135563"/>
          <p14:tracePt t="82244" x="1527175" y="5130800"/>
          <p14:tracePt t="82260" x="1581150" y="5130800"/>
          <p14:tracePt t="82261" x="1633538" y="5130800"/>
          <p14:tracePt t="82277" x="1709738" y="5130800"/>
          <p14:tracePt t="82278" x="1781175" y="5130800"/>
          <p14:tracePt t="82294" x="1851025" y="5130800"/>
          <p14:tracePt t="82294" x="1903413" y="5130800"/>
          <p14:tracePt t="82310" x="1962150" y="5130800"/>
          <p14:tracePt t="82311" x="1998663" y="5130800"/>
          <p14:tracePt t="82327" x="2051050" y="5130800"/>
          <p14:tracePt t="82328" x="2068513" y="5130800"/>
          <p14:tracePt t="82330" x="2098675" y="5130800"/>
          <p14:tracePt t="82344" x="2127250" y="5130800"/>
          <p14:tracePt t="82346" x="2157413" y="5130800"/>
          <p14:tracePt t="82360" x="2168525" y="5130800"/>
          <p14:tracePt t="82362" x="2209800" y="5130800"/>
          <p14:tracePt t="82377" x="2251075" y="5130800"/>
          <p14:tracePt t="82379" x="2268538" y="5130800"/>
          <p14:tracePt t="82394" x="2320925" y="5130800"/>
          <p14:tracePt t="82396" x="2351088" y="5130800"/>
          <p14:tracePt t="82410" x="2403475" y="5130800"/>
          <p14:tracePt t="82412" x="2438400" y="5130800"/>
          <p14:tracePt t="82427" x="2468563" y="5130800"/>
          <p14:tracePt t="82429" x="2520950" y="5130800"/>
          <p14:tracePt t="82444" x="2562225" y="5130800"/>
          <p14:tracePt t="82445" x="2603500" y="5130800"/>
          <p14:tracePt t="82460" x="2627313" y="5130800"/>
          <p14:tracePt t="82462" x="2655888" y="5130800"/>
          <p14:tracePt t="82477" x="2697163" y="5130800"/>
          <p14:tracePt t="82479" x="2714625" y="5130800"/>
          <p14:tracePt t="82494" x="2744788" y="5130800"/>
          <p14:tracePt t="82496" x="2749550" y="5130800"/>
          <p14:tracePt t="82511" x="2773363" y="5130800"/>
          <p14:tracePt t="82512" x="2779713" y="5130800"/>
          <p14:tracePt t="82527" x="2797175" y="5130800"/>
          <p14:tracePt t="82544" x="2820988" y="5130800"/>
          <p14:tracePt t="82544" x="2832100" y="5130800"/>
          <p14:tracePt t="82545" x="2838450" y="5130800"/>
          <p14:tracePt t="82560" x="2855913" y="5130800"/>
          <p14:tracePt t="82561" x="2862263" y="5130800"/>
          <p14:tracePt t="82577" x="2867025" y="5130800"/>
          <p14:tracePt t="82578" x="2890838" y="5130800"/>
          <p14:tracePt t="82594" x="2903538" y="5130800"/>
          <p14:tracePt t="82595" x="2908300" y="5130800"/>
          <p14:tracePt t="82611" x="2914650" y="5130800"/>
          <p14:tracePt t="82611" x="2932113" y="5130800"/>
          <p14:tracePt t="82627" x="2938463" y="5130800"/>
          <p14:tracePt t="82628" x="2949575" y="5130800"/>
          <p14:tracePt t="83433" x="2986088" y="5130800"/>
          <p14:tracePt t="83441" x="2997200" y="5130800"/>
          <p14:tracePt t="83449" x="3038475" y="5130800"/>
          <p14:tracePt t="83462" x="3090863" y="5130800"/>
          <p14:tracePt t="83478" x="3121025" y="5130800"/>
          <p14:tracePt t="83479" x="3149600" y="5130800"/>
          <p14:tracePt t="83482" x="3179763" y="5130800"/>
          <p14:tracePt t="83495" x="3184525" y="5130800"/>
          <p14:tracePt t="83511" x="3208338" y="5130800"/>
          <p14:tracePt t="83513" x="3225800" y="5130800"/>
          <p14:tracePt t="83530" x="3232150" y="5130800"/>
          <p14:tracePt t="83545" x="3249613" y="5130800"/>
          <p14:tracePt t="83547" x="3255963" y="5130800"/>
          <p14:tracePt t="83561" x="3273425" y="5130800"/>
          <p14:tracePt t="83563" x="3302000" y="5130800"/>
          <p14:tracePt t="83578" x="3314700" y="5130800"/>
          <p14:tracePt t="83595" x="3355975" y="5130800"/>
          <p14:tracePt t="83596" x="3414713" y="5130800"/>
          <p14:tracePt t="83611" x="3449638" y="5130800"/>
          <p14:tracePt t="83612" x="3490913" y="5130800"/>
          <p14:tracePt t="83628" x="3532188" y="5130800"/>
          <p14:tracePt t="83629" x="3560763" y="5130800"/>
          <p14:tracePt t="83645" x="3614738" y="5130800"/>
          <p14:tracePt t="83646" x="3649663" y="5130800"/>
          <p14:tracePt t="83662" x="3690938" y="5130800"/>
          <p14:tracePt t="83662" x="3732213" y="5130800"/>
          <p14:tracePt t="83678" x="3760788" y="5118100"/>
          <p14:tracePt t="83679" x="3802063" y="5118100"/>
          <p14:tracePt t="83681" x="3836988" y="5118100"/>
          <p14:tracePt t="83695" x="3878263" y="5118100"/>
          <p14:tracePt t="83697" x="3908425" y="5118100"/>
          <p14:tracePt t="83712" x="3949700" y="5118100"/>
          <p14:tracePt t="83728" x="3984625" y="5118100"/>
          <p14:tracePt t="83729" x="4089400" y="5118100"/>
          <p14:tracePt t="83745" x="4160838" y="5118100"/>
          <p14:tracePt t="83746" x="4213225" y="5118100"/>
          <p14:tracePt t="83761" x="4284663" y="5118100"/>
          <p14:tracePt t="83762" x="4371975" y="5118100"/>
          <p14:tracePt t="83778" x="4430713" y="5118100"/>
          <p14:tracePt t="83779" x="4502150" y="5118100"/>
          <p14:tracePt t="83795" x="4572000" y="5118100"/>
          <p14:tracePt t="83796" x="4641850" y="5118100"/>
          <p14:tracePt t="83812" x="4700588" y="5118100"/>
          <p14:tracePt t="83812" x="4789488" y="5118100"/>
          <p14:tracePt t="83828" x="4824413" y="5118100"/>
          <p14:tracePt t="83829" x="4865688" y="5118100"/>
          <p14:tracePt t="83845" x="4906963" y="5118100"/>
          <p14:tracePt t="83846" x="4948238" y="5118100"/>
          <p14:tracePt t="83862" x="4965700" y="5118100"/>
          <p14:tracePt t="83862" x="5000625" y="5118100"/>
          <p14:tracePt t="83880" x="5024438" y="5118100"/>
          <p14:tracePt t="83881" x="5035550" y="5118100"/>
          <p14:tracePt t="83895" x="5041900" y="5118100"/>
          <p14:tracePt t="83897" x="5048250" y="5118100"/>
          <p14:tracePt t="84089" x="5083175" y="5118100"/>
          <p14:tracePt t="84097" x="5124450" y="5118100"/>
          <p14:tracePt t="84105" x="5176838" y="5118100"/>
          <p14:tracePt t="84114" x="5230813" y="5118100"/>
          <p14:tracePt t="84129" x="5283200" y="5118100"/>
          <p14:tracePt t="84130" x="5300663" y="5118100"/>
          <p14:tracePt t="84145" x="5330825" y="5118100"/>
          <p14:tracePt t="84147" x="5348288" y="5118100"/>
          <p14:tracePt t="84163" x="5365750" y="5118100"/>
          <p14:tracePt t="84164" x="5370513" y="5118100"/>
          <p14:tracePt t="84305" x="5389563" y="5118100"/>
          <p14:tracePt t="84313" x="5418138" y="5118100"/>
          <p14:tracePt t="84321" x="5448300" y="5130800"/>
          <p14:tracePt t="84329" x="5459413" y="5130800"/>
          <p14:tracePt t="84345" x="5487988" y="5130800"/>
          <p14:tracePt t="84346" x="5507038" y="5130800"/>
          <p14:tracePt t="84362" x="5524500" y="5130800"/>
          <p14:tracePt t="84363" x="5553075" y="5130800"/>
          <p14:tracePt t="84379" x="5594350" y="5141913"/>
          <p14:tracePt t="84380" x="5611813" y="5141913"/>
          <p14:tracePt t="84395" x="5635625" y="5141913"/>
          <p14:tracePt t="84412" x="5646738" y="5148263"/>
          <p14:tracePt t="87241" x="5653088" y="5148263"/>
          <p14:tracePt t="87249" x="5700713" y="5148263"/>
          <p14:tracePt t="87257" x="5753100" y="5148263"/>
          <p14:tracePt t="87265" x="5805488" y="5148263"/>
          <p14:tracePt t="87281" x="5883275" y="5148263"/>
          <p14:tracePt t="87282" x="5935663" y="5148263"/>
          <p14:tracePt t="87298" x="5988050" y="5148263"/>
          <p14:tracePt t="87299" x="6040438" y="5148263"/>
          <p14:tracePt t="87315" x="6081713" y="5159375"/>
          <p14:tracePt t="87315" x="6111875" y="5159375"/>
          <p14:tracePt t="87331" x="6118225" y="5159375"/>
          <p14:tracePt t="87332" x="6129338" y="5159375"/>
          <p14:tracePt t="87449" x="0" y="0"/>
        </p14:tracePtLst>
        <p14:tracePtLst>
          <p14:tracePt t="88290" x="1574800" y="5424488"/>
          <p14:tracePt t="88321" x="1585913" y="5424488"/>
          <p14:tracePt t="88329" x="1622425" y="5424488"/>
          <p14:tracePt t="88337" x="1663700" y="5424488"/>
          <p14:tracePt t="88349" x="1692275" y="5424488"/>
          <p14:tracePt t="88366" x="1733550" y="5424488"/>
          <p14:tracePt t="88367" x="1768475" y="5424488"/>
          <p14:tracePt t="88369" x="1809750" y="5424488"/>
          <p14:tracePt t="88382" x="1839913" y="5424488"/>
          <p14:tracePt t="88399" x="1892300" y="5424488"/>
          <p14:tracePt t="88401" x="1968500" y="5424488"/>
          <p14:tracePt t="88416" x="2009775" y="5424488"/>
          <p14:tracePt t="88418" x="2039938" y="5424488"/>
          <p14:tracePt t="88432" x="2092325" y="5424488"/>
          <p14:tracePt t="88434" x="2133600" y="5424488"/>
          <p14:tracePt t="88449" x="2185988" y="5424488"/>
          <p14:tracePt t="88451" x="2220913" y="5424488"/>
          <p14:tracePt t="88466" x="2262188" y="5424488"/>
          <p14:tracePt t="88468" x="2316163" y="5424488"/>
          <p14:tracePt t="88482" x="2344738" y="5424488"/>
          <p14:tracePt t="88484" x="2397125" y="5424488"/>
          <p14:tracePt t="88499" x="2451100" y="5424488"/>
          <p14:tracePt t="88501" x="2503488" y="5424488"/>
          <p14:tracePt t="88516" x="2544763" y="5424488"/>
          <p14:tracePt t="88517" x="2609850" y="5424488"/>
          <p14:tracePt t="88532" x="2651125" y="5424488"/>
          <p14:tracePt t="88534" x="2703513" y="5424488"/>
          <p14:tracePt t="88549" x="2755900" y="5424488"/>
          <p14:tracePt t="88551" x="2814638" y="5424488"/>
          <p14:tracePt t="88566" x="2867025" y="5424488"/>
          <p14:tracePt t="88568" x="2921000" y="5424488"/>
          <p14:tracePt t="88582" x="2962275" y="5424488"/>
          <p14:tracePt t="88583" x="3014663" y="5424488"/>
          <p14:tracePt t="88585" x="3067050" y="5424488"/>
          <p14:tracePt t="88599" x="3108325" y="5424488"/>
          <p14:tracePt t="88601" x="3138488" y="5424488"/>
          <p14:tracePt t="88616" x="3179763" y="5424488"/>
          <p14:tracePt t="88618" x="3214688" y="5424488"/>
          <p14:tracePt t="88632" x="3267075" y="5424488"/>
          <p14:tracePt t="88634" x="3284538" y="5424488"/>
          <p14:tracePt t="88649" x="3338513" y="5424488"/>
          <p14:tracePt t="88651" x="3379788" y="5424488"/>
          <p14:tracePt t="88666" x="3408363" y="5424488"/>
          <p14:tracePt t="88668" x="3432175" y="5424488"/>
          <p14:tracePt t="88683" x="3473450" y="5424488"/>
          <p14:tracePt t="88684" x="3502025" y="5424488"/>
          <p14:tracePt t="88699" x="3519488" y="5424488"/>
          <p14:tracePt t="88701" x="3549650" y="5424488"/>
          <p14:tracePt t="88716" x="3556000" y="5424488"/>
          <p14:tracePt t="88718" x="3573463" y="5424488"/>
          <p14:tracePt t="88733" x="3597275" y="5424488"/>
          <p14:tracePt t="88734" x="3608388" y="5424488"/>
          <p14:tracePt t="88749" x="3632200" y="5424488"/>
          <p14:tracePt t="88751" x="3636963" y="5424488"/>
          <p14:tracePt t="88766" x="3673475" y="5424488"/>
          <p14:tracePt t="88768" x="3690938" y="5435600"/>
          <p14:tracePt t="88783" x="3702050" y="5435600"/>
          <p14:tracePt t="88783" x="3725863" y="5435600"/>
          <p14:tracePt t="88785" x="3732213" y="5435600"/>
          <p14:tracePt t="88799" x="3760788" y="5441950"/>
          <p14:tracePt t="88960" x="3767138" y="5441950"/>
          <p14:tracePt t="88968" x="3773488" y="5441950"/>
          <p14:tracePt t="88977" x="3802063" y="5441950"/>
          <p14:tracePt t="88984" x="3808413" y="5441950"/>
          <p14:tracePt t="88999" x="3825875" y="5441950"/>
          <p14:tracePt t="89000" x="3860800" y="5435600"/>
          <p14:tracePt t="89016" x="3871913" y="5435600"/>
          <p14:tracePt t="89017" x="3908425" y="5435600"/>
          <p14:tracePt t="89033" x="3925888" y="5429250"/>
          <p14:tracePt t="89033" x="3932238" y="5418138"/>
          <p14:tracePt t="89050" x="3937000" y="5418138"/>
          <p14:tracePt t="89050" x="3949700" y="5418138"/>
          <p14:tracePt t="89121" x="3954463" y="5418138"/>
          <p14:tracePt t="89128" x="3978275" y="5418138"/>
          <p14:tracePt t="89137" x="3984625" y="5418138"/>
          <p14:tracePt t="89150" x="4002088" y="5424488"/>
          <p14:tracePt t="89152" x="4043363" y="5435600"/>
          <p14:tracePt t="89166" x="4060825" y="5435600"/>
          <p14:tracePt t="89168" x="4102100" y="5465763"/>
          <p14:tracePt t="89183" x="4119563" y="5465763"/>
          <p14:tracePt t="89184" x="4137025" y="5476875"/>
          <p14:tracePt t="89200" x="4154488" y="5483225"/>
          <p14:tracePt t="89201" x="4178300" y="5494338"/>
          <p14:tracePt t="89216" x="4184650" y="5494338"/>
          <p14:tracePt t="89217" x="4206875" y="5511800"/>
          <p14:tracePt t="89233" x="4225925" y="5518150"/>
          <p14:tracePt t="89234" x="4243388" y="5518150"/>
          <p14:tracePt t="89250" x="4260850" y="5518150"/>
          <p14:tracePt t="89251" x="4289425" y="5529263"/>
          <p14:tracePt t="89266" x="4306888" y="5529263"/>
          <p14:tracePt t="89267" x="4348163" y="5529263"/>
          <p14:tracePt t="89283" x="4365625" y="5529263"/>
          <p14:tracePt t="89284" x="4389438" y="5529263"/>
          <p14:tracePt t="89300" x="4430713" y="5529263"/>
          <p14:tracePt t="89301" x="4460875" y="5529263"/>
          <p14:tracePt t="89316" x="4502150" y="5529263"/>
          <p14:tracePt t="89317" x="4537075" y="5529263"/>
          <p14:tracePt t="89333" x="4578350" y="5529263"/>
          <p14:tracePt t="89334" x="4630738" y="5529263"/>
          <p14:tracePt t="89350" x="4660900" y="5529263"/>
          <p14:tracePt t="89350" x="4713288" y="5529263"/>
          <p14:tracePt t="89366" x="4754563" y="5529263"/>
          <p14:tracePt t="89367" x="4789488" y="5529263"/>
          <p14:tracePt t="89383" x="4830763" y="5529263"/>
          <p14:tracePt t="89384" x="4900613" y="5529263"/>
          <p14:tracePt t="89400" x="4937125" y="5529263"/>
          <p14:tracePt t="89401" x="4954588" y="5529263"/>
          <p14:tracePt t="89416" x="4995863" y="5529263"/>
          <p14:tracePt t="89417" x="5000625" y="5529263"/>
          <p14:tracePt t="89433" x="5035550" y="5529263"/>
          <p14:tracePt t="89434" x="5041900" y="5529263"/>
          <p14:tracePt t="89450" x="5072063" y="5529263"/>
          <p14:tracePt t="89451" x="5089525" y="5529263"/>
          <p14:tracePt t="89466" x="5113338" y="5529263"/>
          <p14:tracePt t="89467" x="5124450" y="5529263"/>
          <p14:tracePt t="89483" x="5148263" y="5529263"/>
          <p14:tracePt t="89484" x="5176838" y="5529263"/>
          <p14:tracePt t="89500" x="5207000" y="5529263"/>
          <p14:tracePt t="89501" x="5241925" y="5541963"/>
          <p14:tracePt t="89516" x="5265738" y="5559425"/>
          <p14:tracePt t="89517" x="5307013" y="5570538"/>
          <p14:tracePt t="89533" x="5318125" y="5570538"/>
          <p14:tracePt t="89534" x="5370513" y="5570538"/>
          <p14:tracePt t="89550" x="5400675" y="5576888"/>
          <p14:tracePt t="89551" x="5441950" y="5576888"/>
          <p14:tracePt t="89567" x="5470525" y="5576888"/>
          <p14:tracePt t="89568" x="5541963" y="5588000"/>
          <p14:tracePt t="89583" x="5565775" y="5594350"/>
          <p14:tracePt t="89584" x="5576888" y="5607050"/>
          <p14:tracePt t="89601" x="5588000" y="5607050"/>
          <p14:tracePt t="89601" x="5600700" y="5607050"/>
          <p14:tracePt t="89617" x="5607050" y="5607050"/>
          <p14:tracePt t="90304" x="5629275" y="5607050"/>
          <p14:tracePt t="90312" x="5646738" y="5607050"/>
          <p14:tracePt t="90320" x="5688013" y="5607050"/>
          <p14:tracePt t="90334" x="5729288" y="5600700"/>
          <p14:tracePt t="90337" x="5746750" y="5600700"/>
          <p14:tracePt t="90351" x="5776913" y="5588000"/>
          <p14:tracePt t="90353" x="5805488" y="5583238"/>
          <p14:tracePt t="90367" x="5811838" y="5583238"/>
          <p14:tracePt t="90416" x="5818188" y="5583238"/>
          <p14:tracePt t="90832" x="0" y="0"/>
        </p14:tracePtLst>
        <p14:tracePtLst>
          <p14:tracePt t="94937" x="6235700" y="5476875"/>
          <p14:tracePt t="95248" x="6235700" y="5483225"/>
          <p14:tracePt t="95256" x="6257925" y="5483225"/>
          <p14:tracePt t="95264" x="6311900" y="5483225"/>
          <p14:tracePt t="95272" x="6353175" y="5483225"/>
          <p14:tracePt t="95288" x="6405563" y="5483225"/>
          <p14:tracePt t="95289" x="6423025" y="5483225"/>
          <p14:tracePt t="95305" x="6453188" y="5483225"/>
          <p14:tracePt t="95306" x="6457950" y="5483225"/>
          <p14:tracePt t="95322" x="6464300" y="5483225"/>
          <p14:tracePt t="95408" x="6492875" y="5483225"/>
          <p14:tracePt t="95416" x="6529388" y="5483225"/>
          <p14:tracePt t="95424" x="6557963" y="5483225"/>
          <p14:tracePt t="95438" x="6599238" y="5483225"/>
          <p14:tracePt t="95439" x="6651625" y="5483225"/>
          <p14:tracePt t="95455" x="6692900" y="5483225"/>
          <p14:tracePt t="95456" x="6710363" y="5483225"/>
          <p14:tracePt t="95472" x="6734175" y="5483225"/>
          <p14:tracePt t="95472" x="6751638" y="5483225"/>
          <p14:tracePt t="95488" x="6769100" y="5483225"/>
          <p14:tracePt t="95489" x="6775450" y="5483225"/>
          <p14:tracePt t="95544" x="6792913" y="5483225"/>
          <p14:tracePt t="95552" x="6823075" y="5483225"/>
          <p14:tracePt t="95560" x="6864350" y="5483225"/>
          <p14:tracePt t="95572" x="6916738" y="5483225"/>
          <p14:tracePt t="95589" x="6969125" y="5483225"/>
          <p14:tracePt t="95589" x="7010400" y="5483225"/>
          <p14:tracePt t="95605" x="7075488" y="5483225"/>
          <p14:tracePt t="95606" x="7104063" y="5483225"/>
          <p14:tracePt t="95608" x="7145338" y="5483225"/>
          <p14:tracePt t="95622" x="7181850" y="5483225"/>
          <p14:tracePt t="95624" x="7199313" y="5483225"/>
          <p14:tracePt t="95639" x="7227888" y="5483225"/>
          <p14:tracePt t="95641" x="7234238" y="5483225"/>
          <p14:tracePt t="95655" x="7245350" y="5483225"/>
          <p14:tracePt t="95657" x="7258050" y="5483225"/>
          <p14:tracePt t="95672" x="7275513" y="5483225"/>
          <p14:tracePt t="95689" x="7304088" y="5483225"/>
          <p14:tracePt t="95690" x="7334250" y="5483225"/>
          <p14:tracePt t="95705" x="7362825" y="5483225"/>
          <p14:tracePt t="95707" x="7399338" y="5483225"/>
          <p14:tracePt t="95722" x="7427913" y="5483225"/>
          <p14:tracePt t="95724" x="7469188" y="5483225"/>
          <p14:tracePt t="95739" x="7521575" y="5483225"/>
          <p14:tracePt t="95741" x="7551738" y="5483225"/>
          <p14:tracePt t="95755" x="7569200" y="5483225"/>
          <p14:tracePt t="95757" x="7597775" y="5483225"/>
          <p14:tracePt t="95772" x="7616825" y="5494338"/>
          <p14:tracePt t="95774" x="7621588" y="5494338"/>
          <p14:tracePt t="95789" x="7639050" y="5494338"/>
          <p14:tracePt t="95887" x="7656513" y="5494338"/>
          <p14:tracePt t="95896" x="7680325" y="5494338"/>
          <p14:tracePt t="95906" x="7710488" y="5494338"/>
          <p14:tracePt t="95924" x="7739063" y="5494338"/>
          <p14:tracePt t="95924" x="7793038" y="5494338"/>
          <p14:tracePt t="95939" x="7832725" y="5494338"/>
          <p14:tracePt t="95940" x="7851775" y="5500688"/>
          <p14:tracePt t="95956" x="7886700" y="5500688"/>
          <p14:tracePt t="95957" x="7897813" y="5500688"/>
          <p14:tracePt t="95959" x="7915275" y="5511800"/>
          <p14:tracePt t="95972" x="7921625" y="5511800"/>
          <p14:tracePt t="96415" x="7927975" y="5511800"/>
          <p14:tracePt t="96424" x="7945438" y="5511800"/>
          <p14:tracePt t="96431" x="7986713" y="5529263"/>
          <p14:tracePt t="96447" x="8015288" y="5529263"/>
          <p14:tracePt t="96456" x="8032750" y="5529263"/>
          <p14:tracePt t="96473" x="8056563" y="5529263"/>
          <p14:tracePt t="96473" x="8074025" y="5529263"/>
          <p14:tracePt t="96489" x="8104188" y="5529263"/>
          <p14:tracePt t="96506" x="8108950" y="5529263"/>
          <p14:tracePt t="96507" x="8121650" y="5529263"/>
          <p14:tracePt t="96523" x="8128000" y="5529263"/>
          <p14:tracePt t="96539" x="8145463" y="5529263"/>
          <p14:tracePt t="96540" x="8150225" y="5529263"/>
          <p14:tracePt t="96556" x="8156575" y="5529263"/>
          <p14:tracePt t="96557" x="8169275" y="5529263"/>
          <p14:tracePt t="96573" x="8191500" y="5541963"/>
          <p14:tracePt t="96573" x="8208963" y="5541963"/>
          <p14:tracePt t="96576" x="8228013" y="5541963"/>
          <p14:tracePt t="96589" x="8256588" y="5541963"/>
          <p14:tracePt t="96592" x="8280400" y="5541963"/>
          <p14:tracePt t="96606" x="8308975" y="5553075"/>
          <p14:tracePt t="96608" x="8339138" y="5553075"/>
          <p14:tracePt t="96623" x="8380413" y="5553075"/>
          <p14:tracePt t="96625" x="8397875" y="5553075"/>
          <p14:tracePt t="96639" x="8421688" y="5553075"/>
          <p14:tracePt t="96641" x="8439150" y="5553075"/>
          <p14:tracePt t="96656" x="8467725" y="5553075"/>
          <p14:tracePt t="96658" x="8474075" y="5553075"/>
          <p14:tracePt t="96673" x="8485188" y="5553075"/>
          <p14:tracePt t="96673" x="8497888" y="5553075"/>
          <p14:tracePt t="96935" x="0" y="0"/>
        </p14:tracePtLst>
        <p14:tracePtLst>
          <p14:tracePt t="97896" x="1539875" y="5900738"/>
          <p14:tracePt t="98007" x="1574800" y="5900738"/>
          <p14:tracePt t="98015" x="1639888" y="5900738"/>
          <p14:tracePt t="98024" x="1727200" y="5900738"/>
          <p14:tracePt t="98041" x="1822450" y="5900738"/>
          <p14:tracePt t="98042" x="1909763" y="5900738"/>
          <p14:tracePt t="98057" x="2016125" y="5900738"/>
          <p14:tracePt t="98058" x="2120900" y="5900738"/>
          <p14:tracePt t="98074" x="2227263" y="5900738"/>
          <p14:tracePt t="98075" x="2297113" y="5900738"/>
          <p14:tracePt t="98091" x="2351088" y="5900738"/>
          <p14:tracePt t="98091" x="2444750" y="5900738"/>
          <p14:tracePt t="98107" x="2514600" y="5900738"/>
          <p14:tracePt t="98108" x="2586038" y="5900738"/>
          <p14:tracePt t="98124" x="2638425" y="5900738"/>
          <p14:tracePt t="98125" x="2690813" y="5900738"/>
          <p14:tracePt t="98141" x="2749550" y="5900738"/>
          <p14:tracePt t="98142" x="2803525" y="5900738"/>
          <p14:tracePt t="98143" x="2844800" y="5900738"/>
          <p14:tracePt t="98157" x="2908300" y="5900738"/>
          <p14:tracePt t="98159" x="2962275" y="5900738"/>
          <p14:tracePt t="98174" x="3021013" y="5900738"/>
          <p14:tracePt t="98176" x="3090863" y="5900738"/>
          <p14:tracePt t="98191" x="3143250" y="5900738"/>
          <p14:tracePt t="98193" x="3201988" y="5900738"/>
          <p14:tracePt t="98207" x="3238500" y="5900738"/>
          <p14:tracePt t="98209" x="3279775" y="5900738"/>
          <p14:tracePt t="98224" x="3284538" y="5900738"/>
          <p14:tracePt t="98226" x="3297238" y="5900738"/>
          <p14:tracePt t="100071" x="0" y="0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897A86-F504-2F48-C80A-D68ABF393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000" y="2637225"/>
            <a:ext cx="7520001" cy="887360"/>
          </a:xfrm>
        </p:spPr>
        <p:txBody>
          <a:bodyPr/>
          <a:lstStyle/>
          <a:p>
            <a:r>
              <a:rPr lang="en-US" dirty="0"/>
              <a:t>Another  related concept on distributed databases -  concurrency control</a:t>
            </a:r>
          </a:p>
        </p:txBody>
      </p:sp>
    </p:spTree>
    <p:extLst>
      <p:ext uri="{BB962C8B-B14F-4D97-AF65-F5344CB8AC3E}">
        <p14:creationId xmlns:p14="http://schemas.microsoft.com/office/powerpoint/2010/main" val="3550799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>
            <a:extLst>
              <a:ext uri="{FF2B5EF4-FFF2-40B4-BE49-F238E27FC236}">
                <a16:creationId xmlns:a16="http://schemas.microsoft.com/office/drawing/2014/main" id="{51884A3F-8442-4E23-9E34-01138DDB95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latin typeface="+mn-lt"/>
              </a:rPr>
              <a:t>Concurrency control in distributed DBs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0072FDD4-82A4-49A6-B437-A4F6BF8272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6571" y="1532415"/>
            <a:ext cx="8697686" cy="4376944"/>
          </a:xfrm>
        </p:spPr>
        <p:txBody>
          <a:bodyPr/>
          <a:lstStyle/>
          <a:p>
            <a:pPr lvl="1"/>
            <a:r>
              <a:rPr lang="en-GB" altLang="en-US" b="1" dirty="0"/>
              <a:t>Each server is responsible for applying concurrency control to its own objects</a:t>
            </a:r>
          </a:p>
          <a:p>
            <a:pPr marL="0" lvl="1" indent="0">
              <a:buNone/>
            </a:pPr>
            <a:r>
              <a:rPr lang="en-GB" altLang="en-US" b="1" dirty="0"/>
              <a:t> </a:t>
            </a:r>
          </a:p>
          <a:p>
            <a:pPr lvl="1"/>
            <a:r>
              <a:rPr lang="en-GB" altLang="en-US" dirty="0"/>
              <a:t>The members of a collection of servers of distributed transactions are jointly responsible for ensuring that they are performed in a serially equivalent manner</a:t>
            </a:r>
          </a:p>
          <a:p>
            <a:pPr lvl="1"/>
            <a:endParaRPr lang="en-GB" altLang="en-US" b="1" i="1" u="sng" dirty="0"/>
          </a:p>
          <a:p>
            <a:pPr lvl="1"/>
            <a:r>
              <a:rPr lang="en-GB" altLang="en-US" b="1" i="1" u="sng" dirty="0"/>
              <a:t>BUT</a:t>
            </a:r>
            <a:r>
              <a:rPr lang="en-GB" altLang="en-US" dirty="0"/>
              <a:t> </a:t>
            </a:r>
            <a:r>
              <a:rPr lang="en-GB" altLang="en-US" b="1" dirty="0"/>
              <a:t>servers independently acting would not work</a:t>
            </a:r>
          </a:p>
          <a:p>
            <a:pPr lvl="1"/>
            <a:endParaRPr lang="en-GB" altLang="en-US" dirty="0"/>
          </a:p>
          <a:p>
            <a:pPr lvl="1"/>
            <a:r>
              <a:rPr lang="en-GB" altLang="en-US" dirty="0"/>
              <a:t>If transaction </a:t>
            </a:r>
            <a:r>
              <a:rPr lang="en-GB" altLang="en-US" b="1" i="1" u="sng" dirty="0"/>
              <a:t>T</a:t>
            </a:r>
            <a:r>
              <a:rPr lang="en-GB" altLang="en-US" b="1" u="sng" dirty="0"/>
              <a:t> is before transaction </a:t>
            </a:r>
            <a:r>
              <a:rPr lang="en-GB" altLang="en-US" b="1" i="1" u="sng" dirty="0"/>
              <a:t>U</a:t>
            </a:r>
            <a:r>
              <a:rPr lang="en-GB" altLang="en-US" b="1" u="sng" dirty="0"/>
              <a:t> </a:t>
            </a:r>
            <a:r>
              <a:rPr lang="en-GB" altLang="en-US" dirty="0"/>
              <a:t>in their conflicting access to objects at one of the servers then:</a:t>
            </a:r>
          </a:p>
          <a:p>
            <a:pPr lvl="2"/>
            <a:r>
              <a:rPr lang="en-GB" altLang="en-US" dirty="0"/>
              <a:t>They </a:t>
            </a:r>
            <a:r>
              <a:rPr lang="en-GB" altLang="en-US" b="1" u="sng" dirty="0"/>
              <a:t>must be in that order at all of the servers </a:t>
            </a:r>
            <a:r>
              <a:rPr lang="en-GB" altLang="en-US" dirty="0"/>
              <a:t>whose objects are accessed in a conflicting manner by both </a:t>
            </a:r>
            <a:r>
              <a:rPr lang="en-GB" altLang="en-US" i="1" dirty="0"/>
              <a:t>T</a:t>
            </a:r>
            <a:r>
              <a:rPr lang="en-GB" altLang="en-US" dirty="0"/>
              <a:t> and </a:t>
            </a:r>
            <a:r>
              <a:rPr lang="en-GB" altLang="en-US" i="1" dirty="0"/>
              <a:t>U</a:t>
            </a:r>
          </a:p>
          <a:p>
            <a:pPr lvl="1"/>
            <a:endParaRPr lang="en-GB" altLang="en-US" dirty="0"/>
          </a:p>
          <a:p>
            <a:pPr lvl="1"/>
            <a:r>
              <a:rPr lang="en-GB" altLang="en-US" dirty="0"/>
              <a:t>The central </a:t>
            </a:r>
            <a:r>
              <a:rPr lang="en-GB" altLang="en-US" b="1" dirty="0"/>
              <a:t>Coordinator should assure this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DE201307-79F0-4BD0-8C20-F5EE38D97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73572" y="395066"/>
            <a:ext cx="7520001" cy="887360"/>
          </a:xfrm>
        </p:spPr>
        <p:txBody>
          <a:bodyPr/>
          <a:lstStyle/>
          <a:p>
            <a:r>
              <a:rPr lang="en-GB" altLang="en-US" dirty="0">
                <a:latin typeface="+mn-lt"/>
              </a:rPr>
              <a:t>Other Considerations for Locking-based systems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7135FFE3-79C0-465A-A158-4F5B164421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GB" altLang="en-US" sz="2400" dirty="0"/>
              <a:t>A local lock manager cannot release any locks until it knows that the transaction has been committed or aborted at all the servers involved in the transaction. </a:t>
            </a:r>
          </a:p>
          <a:p>
            <a:pPr lvl="1"/>
            <a:endParaRPr lang="en-GB" altLang="en-US" sz="2400" dirty="0"/>
          </a:p>
          <a:p>
            <a:pPr lvl="1"/>
            <a:r>
              <a:rPr lang="en-GB" altLang="en-US" sz="2400" dirty="0"/>
              <a:t>The objects remain locked and are unavailable for other transactions during the commit protocol.</a:t>
            </a:r>
          </a:p>
          <a:p>
            <a:pPr lvl="2"/>
            <a:r>
              <a:rPr lang="en-GB" altLang="en-US" sz="2400" dirty="0"/>
              <a:t> An aborted transaction releases its locks after phase 1 of the protocol.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7766D5E9-BC53-4A23-8533-99B16C757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latin typeface="+mn-lt"/>
              </a:rPr>
              <a:t>Timestamp ordering concurrency control revisited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B292B361-06B0-4681-81F4-A74082B84A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GB" altLang="en-US" dirty="0"/>
          </a:p>
          <a:p>
            <a:pPr lvl="1"/>
            <a:r>
              <a:rPr lang="en-GB" altLang="en-US" dirty="0"/>
              <a:t>The coordinator accessed by a transaction issues a </a:t>
            </a:r>
            <a:r>
              <a:rPr lang="en-GB" altLang="en-US" b="1" u="sng" dirty="0"/>
              <a:t>globally unique timestamp</a:t>
            </a:r>
          </a:p>
          <a:p>
            <a:pPr lvl="1"/>
            <a:endParaRPr lang="en-GB" altLang="en-US" dirty="0"/>
          </a:p>
          <a:p>
            <a:pPr lvl="1"/>
            <a:r>
              <a:rPr lang="en-GB" altLang="en-US" dirty="0"/>
              <a:t>The </a:t>
            </a:r>
            <a:r>
              <a:rPr lang="en-GB" altLang="en-US" b="1" u="sng" dirty="0"/>
              <a:t>timestamp is passed with each object access </a:t>
            </a:r>
          </a:p>
          <a:p>
            <a:pPr lvl="1"/>
            <a:endParaRPr lang="en-GB" altLang="en-US" b="1" u="sng" dirty="0"/>
          </a:p>
          <a:p>
            <a:pPr lvl="1"/>
            <a:r>
              <a:rPr lang="en-GB" altLang="en-US" dirty="0"/>
              <a:t>The servers are jointly responsible for ensuring serial equivalence:</a:t>
            </a:r>
          </a:p>
          <a:p>
            <a:pPr lvl="2"/>
            <a:r>
              <a:rPr lang="en-GB" altLang="en-US" dirty="0"/>
              <a:t>that is </a:t>
            </a:r>
            <a:r>
              <a:rPr lang="en-GB" altLang="en-US" b="1" dirty="0"/>
              <a:t>if T access an object before U, then T is before U at all objects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>
            <a:extLst>
              <a:ext uri="{FF2B5EF4-FFF2-40B4-BE49-F238E27FC236}">
                <a16:creationId xmlns:a16="http://schemas.microsoft.com/office/drawing/2014/main" id="{399934D7-02B4-4ED9-99A8-0AC88E7AF6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4458" y="362409"/>
            <a:ext cx="7520001" cy="887360"/>
          </a:xfrm>
        </p:spPr>
        <p:txBody>
          <a:bodyPr/>
          <a:lstStyle/>
          <a:p>
            <a:r>
              <a:rPr lang="en-GB" altLang="en-US" dirty="0">
                <a:latin typeface="+mn-lt"/>
              </a:rPr>
              <a:t>Optimistic concurrency control revisited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8461B2CA-A0B0-4003-8EED-48A55A83E6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53662"/>
            <a:ext cx="8178312" cy="2281604"/>
          </a:xfrm>
        </p:spPr>
        <p:txBody>
          <a:bodyPr/>
          <a:lstStyle/>
          <a:p>
            <a:pPr marL="0" lvl="1" indent="0">
              <a:buNone/>
            </a:pPr>
            <a:endParaRPr lang="en-GB" altLang="en-US" dirty="0"/>
          </a:p>
          <a:p>
            <a:pPr marL="0" lvl="1" indent="0">
              <a:buNone/>
            </a:pPr>
            <a:r>
              <a:rPr lang="en-GB" altLang="en-US" dirty="0"/>
              <a:t>For distributed transactions to work:</a:t>
            </a:r>
          </a:p>
          <a:p>
            <a:pPr marL="0" lvl="1" indent="0">
              <a:buNone/>
            </a:pPr>
            <a:r>
              <a:rPr lang="en-GB" altLang="en-US" dirty="0"/>
              <a:t>	</a:t>
            </a:r>
          </a:p>
          <a:p>
            <a:pPr marL="0" lvl="1" indent="0">
              <a:buNone/>
            </a:pPr>
            <a:r>
              <a:rPr lang="en-GB" altLang="en-US" dirty="0"/>
              <a:t>	1) </a:t>
            </a:r>
            <a:r>
              <a:rPr lang="en-GB" altLang="en-US" b="1" dirty="0"/>
              <a:t>Validation takes place in phase 1 of 2PC protocol at each server</a:t>
            </a:r>
          </a:p>
          <a:p>
            <a:pPr marL="0" lvl="1" indent="0">
              <a:buNone/>
            </a:pPr>
            <a:r>
              <a:rPr lang="en-GB" altLang="en-US" dirty="0"/>
              <a:t>	</a:t>
            </a:r>
          </a:p>
          <a:p>
            <a:pPr marL="0" lvl="1" indent="0">
              <a:buNone/>
            </a:pPr>
            <a:r>
              <a:rPr lang="en-GB" altLang="en-US" dirty="0"/>
              <a:t>	2) </a:t>
            </a:r>
            <a:r>
              <a:rPr lang="en-GB" altLang="en-US" b="1" dirty="0"/>
              <a:t>Transactions use a globally unique order for validation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CD262051-DB46-4D5A-8818-FBE2A0B9A7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73572" y="395066"/>
            <a:ext cx="7870428" cy="887360"/>
          </a:xfrm>
        </p:spPr>
        <p:txBody>
          <a:bodyPr/>
          <a:lstStyle/>
          <a:p>
            <a:r>
              <a:rPr lang="en-GB" altLang="en-US" sz="2800" dirty="0">
                <a:latin typeface="+mn-lt"/>
              </a:rPr>
              <a:t>What if objects in different servers are replicas for increased availability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FC9944D5-7093-47D1-8F76-E6AB72A153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5751" y="4876801"/>
            <a:ext cx="8533969" cy="142435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dirty="0"/>
              <a:t>Initial balance of x and y is $0</a:t>
            </a:r>
          </a:p>
          <a:p>
            <a:pPr>
              <a:lnSpc>
                <a:spcPct val="90000"/>
              </a:lnSpc>
            </a:pPr>
            <a:endParaRPr lang="en-GB" altLang="en-US" dirty="0"/>
          </a:p>
          <a:p>
            <a:pPr marL="0" lvl="1" indent="0">
              <a:lnSpc>
                <a:spcPct val="90000"/>
              </a:lnSpc>
              <a:buNone/>
            </a:pPr>
            <a:r>
              <a:rPr lang="en-GB" altLang="en-US" dirty="0"/>
              <a:t>The </a:t>
            </a:r>
            <a:r>
              <a:rPr lang="en-GB" altLang="en-US" b="1" dirty="0">
                <a:solidFill>
                  <a:srgbClr val="FFC000"/>
                </a:solidFill>
              </a:rPr>
              <a:t>behaviour above cannot occur if A and B did not exist </a:t>
            </a:r>
            <a:r>
              <a:rPr lang="en-GB" altLang="en-US" dirty="0"/>
              <a:t>(that is, if we had only one server)</a:t>
            </a:r>
          </a:p>
        </p:txBody>
      </p:sp>
      <p:graphicFrame>
        <p:nvGraphicFramePr>
          <p:cNvPr id="73767" name="Group 39">
            <a:extLst>
              <a:ext uri="{FF2B5EF4-FFF2-40B4-BE49-F238E27FC236}">
                <a16:creationId xmlns:a16="http://schemas.microsoft.com/office/drawing/2014/main" id="{FAFAA918-7BB7-4660-808E-18B7A31C0CB8}"/>
              </a:ext>
            </a:extLst>
          </p:cNvPr>
          <p:cNvGraphicFramePr>
            <a:graphicFrameLocks noGrp="1"/>
          </p:cNvGraphicFramePr>
          <p:nvPr/>
        </p:nvGraphicFramePr>
        <p:xfrm>
          <a:off x="2370364" y="2291980"/>
          <a:ext cx="4258407" cy="1717430"/>
        </p:xfrm>
        <a:graphic>
          <a:graphicData uri="http://schemas.openxmlformats.org/drawingml/2006/table">
            <a:tbl>
              <a:tblPr/>
              <a:tblGrid>
                <a:gridCol w="21292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6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1" lang="en-GB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</a:rPr>
                        <a:t>Client 1:</a:t>
                      </a:r>
                    </a:p>
                  </a:txBody>
                  <a:tcPr marL="84406" marR="84406" marT="42203" marB="422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1" lang="en-GB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</a:rPr>
                        <a:t>Client 2:</a:t>
                      </a:r>
                    </a:p>
                  </a:txBody>
                  <a:tcPr marL="84406" marR="84406" marT="42203" marB="422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6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1" lang="en-GB" sz="17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setBalance</a:t>
                      </a:r>
                      <a:r>
                        <a:rPr kumimoji="1" lang="en-GB" sz="20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B</a:t>
                      </a:r>
                      <a:r>
                        <a:rPr kumimoji="1" lang="en-GB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(x,1)</a:t>
                      </a:r>
                    </a:p>
                  </a:txBody>
                  <a:tcPr marL="84406" marR="84406" marT="42203" marB="422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1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84406" marR="84406" marT="42203" marB="422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6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1" lang="en-GB" sz="1700" b="0" i="1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setBalance</a:t>
                      </a:r>
                      <a:r>
                        <a:rPr kumimoji="1" lang="en-GB" sz="17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A</a:t>
                      </a:r>
                      <a:r>
                        <a:rPr kumimoji="1" lang="en-GB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(y,2)</a:t>
                      </a:r>
                    </a:p>
                  </a:txBody>
                  <a:tcPr marL="84406" marR="84406" marT="42203" marB="422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1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84406" marR="84406" marT="42203" marB="422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6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1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84406" marR="84406" marT="42203" marB="422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1" lang="en-GB" sz="1700" b="0" i="1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getBalance</a:t>
                      </a:r>
                      <a:r>
                        <a:rPr kumimoji="1" lang="en-GB" sz="17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A</a:t>
                      </a:r>
                      <a:r>
                        <a:rPr kumimoji="1" lang="en-GB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(</a:t>
                      </a:r>
                      <a:r>
                        <a:rPr kumimoji="1" lang="en-GB" sz="1700" b="0" i="1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y</a:t>
                      </a:r>
                      <a:r>
                        <a:rPr kumimoji="1" lang="en-GB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) </a:t>
                      </a:r>
                      <a:r>
                        <a:rPr kumimoji="1" lang="en-GB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Symbol" charset="2"/>
                        </a:rPr>
                        <a:t></a:t>
                      </a:r>
                      <a:endParaRPr kumimoji="1" lang="en-GB" sz="17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84406" marR="84406" marT="42203" marB="422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6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1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84406" marR="84406" marT="42203" marB="422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1" lang="en-GB" sz="17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getBalance</a:t>
                      </a:r>
                      <a:r>
                        <a:rPr kumimoji="1" lang="en-GB" sz="24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latin typeface="Arial" charset="0"/>
                        </a:rPr>
                        <a:t>A</a:t>
                      </a:r>
                      <a:r>
                        <a:rPr kumimoji="1" lang="en-GB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</a:t>
                      </a:r>
                      <a:r>
                        <a:rPr kumimoji="1" lang="en-GB" sz="17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1" lang="en-GB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) </a:t>
                      </a:r>
                      <a:r>
                        <a:rPr kumimoji="1" lang="en-GB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ymbol" charset="2"/>
                        </a:rPr>
                        <a:t></a:t>
                      </a:r>
                    </a:p>
                  </a:txBody>
                  <a:tcPr marL="84406" marR="84406" marT="42203" marB="422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0B4214F-4414-4E83-A2C5-A337162C6985}"/>
              </a:ext>
            </a:extLst>
          </p:cNvPr>
          <p:cNvCxnSpPr/>
          <p:nvPr/>
        </p:nvCxnSpPr>
        <p:spPr>
          <a:xfrm flipV="1">
            <a:off x="3603171" y="2471058"/>
            <a:ext cx="4419600" cy="37011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52E49FB-4412-4BDE-B177-2789784E58FD}"/>
              </a:ext>
            </a:extLst>
          </p:cNvPr>
          <p:cNvSpPr txBox="1"/>
          <p:nvPr/>
        </p:nvSpPr>
        <p:spPr>
          <a:xfrm>
            <a:off x="8022771" y="2291980"/>
            <a:ext cx="796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Server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DB202BB8-4511-4EE1-A5AD-59618208F6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latin typeface="+mn-lt"/>
              </a:rPr>
              <a:t>Transactions with replicated data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DDA001FF-2E16-4872-BFCF-006C650478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GB" altLang="en-US" sz="2400" dirty="0"/>
              <a:t>the effect of transactions on replicated objects should be the </a:t>
            </a:r>
            <a:r>
              <a:rPr lang="en-GB" altLang="en-US" sz="2400" b="1" dirty="0">
                <a:solidFill>
                  <a:srgbClr val="0432FF"/>
                </a:solidFill>
              </a:rPr>
              <a:t>same as if they had been performed one at a time on a single set of objects</a:t>
            </a:r>
          </a:p>
          <a:p>
            <a:pPr lvl="1"/>
            <a:r>
              <a:rPr lang="en-GB" altLang="en-US" sz="2400" dirty="0"/>
              <a:t>this property is called </a:t>
            </a:r>
            <a:r>
              <a:rPr lang="en-GB" altLang="en-US" sz="2400" b="1" i="1" dirty="0">
                <a:solidFill>
                  <a:srgbClr val="FF0000"/>
                </a:solidFill>
              </a:rPr>
              <a:t>one-copy serializability</a:t>
            </a:r>
            <a:r>
              <a:rPr lang="en-GB" altLang="en-US" sz="2400" b="1" dirty="0">
                <a:solidFill>
                  <a:srgbClr val="FF0000"/>
                </a:solidFill>
              </a:rPr>
              <a:t> </a:t>
            </a:r>
          </a:p>
          <a:p>
            <a:pPr lvl="1"/>
            <a:r>
              <a:rPr lang="en-GB" altLang="en-US" sz="2400" b="1" dirty="0"/>
              <a:t>If all servers are available then no issue – but what if some servers are not available?</a:t>
            </a:r>
            <a:endParaRPr lang="en-GB" alt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3">
            <a:extLst>
              <a:ext uri="{FF2B5EF4-FFF2-40B4-BE49-F238E27FC236}">
                <a16:creationId xmlns:a16="http://schemas.microsoft.com/office/drawing/2014/main" id="{E60537A2-9337-4757-B293-9C924D2FB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6706" y="210326"/>
            <a:ext cx="7520001" cy="887360"/>
          </a:xfrm>
        </p:spPr>
        <p:txBody>
          <a:bodyPr/>
          <a:lstStyle/>
          <a:p>
            <a:br>
              <a:rPr lang="en-GB" altLang="en-US" dirty="0"/>
            </a:br>
            <a:r>
              <a:rPr lang="en-GB" altLang="en-US" dirty="0">
                <a:latin typeface="+mn-lt"/>
              </a:rPr>
              <a:t>Lets build the solution step by step</a:t>
            </a:r>
          </a:p>
        </p:txBody>
      </p:sp>
      <p:sp>
        <p:nvSpPr>
          <p:cNvPr id="34822" name="Rectangle 5">
            <a:extLst>
              <a:ext uri="{FF2B5EF4-FFF2-40B4-BE49-F238E27FC236}">
                <a16:creationId xmlns:a16="http://schemas.microsoft.com/office/drawing/2014/main" id="{CA77D3CE-CD25-4F37-8C42-006BFB9AF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4593" y="3439258"/>
            <a:ext cx="3830515" cy="1827334"/>
          </a:xfrm>
          <a:prstGeom prst="rect">
            <a:avLst/>
          </a:prstGeom>
          <a:solidFill>
            <a:srgbClr val="FFD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4823" name="Rectangle 6">
            <a:extLst>
              <a:ext uri="{FF2B5EF4-FFF2-40B4-BE49-F238E27FC236}">
                <a16:creationId xmlns:a16="http://schemas.microsoft.com/office/drawing/2014/main" id="{603749DD-E028-4C48-8922-35127E601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478" y="4021016"/>
            <a:ext cx="3285392" cy="1266092"/>
          </a:xfrm>
          <a:prstGeom prst="rect">
            <a:avLst/>
          </a:prstGeom>
          <a:solidFill>
            <a:srgbClr val="FFD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4824" name="Rectangle 7">
            <a:extLst>
              <a:ext uri="{FF2B5EF4-FFF2-40B4-BE49-F238E27FC236}">
                <a16:creationId xmlns:a16="http://schemas.microsoft.com/office/drawing/2014/main" id="{81097979-DB4F-47CA-A30F-9AB39ADED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870" y="4353659"/>
            <a:ext cx="783981" cy="851388"/>
          </a:xfrm>
          <a:prstGeom prst="rect">
            <a:avLst/>
          </a:prstGeom>
          <a:solidFill>
            <a:srgbClr val="D9AA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4825" name="Oval 8">
            <a:extLst>
              <a:ext uri="{FF2B5EF4-FFF2-40B4-BE49-F238E27FC236}">
                <a16:creationId xmlns:a16="http://schemas.microsoft.com/office/drawing/2014/main" id="{5AC5834B-C8A5-4AF4-A044-5041415C6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5658" y="4623289"/>
            <a:ext cx="347296" cy="332642"/>
          </a:xfrm>
          <a:prstGeom prst="ellipse">
            <a:avLst/>
          </a:prstGeom>
          <a:solidFill>
            <a:srgbClr val="FFFFFF"/>
          </a:solidFill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4826" name="Rectangle 9">
            <a:extLst>
              <a:ext uri="{FF2B5EF4-FFF2-40B4-BE49-F238E27FC236}">
                <a16:creationId xmlns:a16="http://schemas.microsoft.com/office/drawing/2014/main" id="{3FA9B8B9-2DA9-4B36-A7E8-3A6CE0D3B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4612" y="4678974"/>
            <a:ext cx="126638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endParaRPr lang="en-GB" altLang="en-US" sz="2215" i="1"/>
          </a:p>
        </p:txBody>
      </p:sp>
      <p:sp>
        <p:nvSpPr>
          <p:cNvPr id="34827" name="Rectangle 10">
            <a:extLst>
              <a:ext uri="{FF2B5EF4-FFF2-40B4-BE49-F238E27FC236}">
                <a16:creationId xmlns:a16="http://schemas.microsoft.com/office/drawing/2014/main" id="{C4DAB3E5-8F43-4EBC-A4EF-C505CDB1E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1792" y="4957397"/>
            <a:ext cx="126638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endParaRPr lang="en-GB" altLang="en-US" sz="2215" i="1"/>
          </a:p>
        </p:txBody>
      </p:sp>
      <p:sp>
        <p:nvSpPr>
          <p:cNvPr id="34828" name="Rectangle 11">
            <a:extLst>
              <a:ext uri="{FF2B5EF4-FFF2-40B4-BE49-F238E27FC236}">
                <a16:creationId xmlns:a16="http://schemas.microsoft.com/office/drawing/2014/main" id="{3D35C696-D088-4DA8-A3BF-943F920A4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2574" y="4353659"/>
            <a:ext cx="782515" cy="851388"/>
          </a:xfrm>
          <a:prstGeom prst="rect">
            <a:avLst/>
          </a:prstGeom>
          <a:solidFill>
            <a:srgbClr val="D9AA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4829" name="Rectangle 12">
            <a:extLst>
              <a:ext uri="{FF2B5EF4-FFF2-40B4-BE49-F238E27FC236}">
                <a16:creationId xmlns:a16="http://schemas.microsoft.com/office/drawing/2014/main" id="{EB51EF8C-2A6D-4450-9238-32868C0B1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1566" y="3522785"/>
            <a:ext cx="785446" cy="849923"/>
          </a:xfrm>
          <a:prstGeom prst="rect">
            <a:avLst/>
          </a:prstGeom>
          <a:solidFill>
            <a:srgbClr val="D9AA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4830" name="Rectangle 13">
            <a:extLst>
              <a:ext uri="{FF2B5EF4-FFF2-40B4-BE49-F238E27FC236}">
                <a16:creationId xmlns:a16="http://schemas.microsoft.com/office/drawing/2014/main" id="{D41388CD-3966-4555-96ED-ABE70116A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955" y="2340220"/>
            <a:ext cx="782515" cy="829408"/>
          </a:xfrm>
          <a:prstGeom prst="rect">
            <a:avLst/>
          </a:prstGeom>
          <a:solidFill>
            <a:srgbClr val="D9AA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4832" name="Rectangle 15">
            <a:extLst>
              <a:ext uri="{FF2B5EF4-FFF2-40B4-BE49-F238E27FC236}">
                <a16:creationId xmlns:a16="http://schemas.microsoft.com/office/drawing/2014/main" id="{C54C6113-38E3-456C-AEA2-C3915AE21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366" y="4331677"/>
            <a:ext cx="785446" cy="851389"/>
          </a:xfrm>
          <a:prstGeom prst="rect">
            <a:avLst/>
          </a:prstGeom>
          <a:solidFill>
            <a:srgbClr val="D9AA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4833" name="Oval 16">
            <a:extLst>
              <a:ext uri="{FF2B5EF4-FFF2-40B4-BE49-F238E27FC236}">
                <a16:creationId xmlns:a16="http://schemas.microsoft.com/office/drawing/2014/main" id="{9B0A8312-B278-4D06-B554-A34B3FF54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6708" y="4561743"/>
            <a:ext cx="348762" cy="331177"/>
          </a:xfrm>
          <a:prstGeom prst="ellipse">
            <a:avLst/>
          </a:prstGeom>
          <a:solidFill>
            <a:srgbClr val="FFFFFF"/>
          </a:solidFill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4834" name="Rectangle 17">
            <a:extLst>
              <a:ext uri="{FF2B5EF4-FFF2-40B4-BE49-F238E27FC236}">
                <a16:creationId xmlns:a16="http://schemas.microsoft.com/office/drawing/2014/main" id="{4C90BEE6-01F9-4A92-BC08-B39E1F690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4308" y="4935415"/>
            <a:ext cx="126638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  <a:endParaRPr lang="en-GB" altLang="en-US" sz="2215" i="1"/>
          </a:p>
        </p:txBody>
      </p:sp>
      <p:sp>
        <p:nvSpPr>
          <p:cNvPr id="34835" name="Rectangle 18">
            <a:extLst>
              <a:ext uri="{FF2B5EF4-FFF2-40B4-BE49-F238E27FC236}">
                <a16:creationId xmlns:a16="http://schemas.microsoft.com/office/drawing/2014/main" id="{1FC29629-C45E-40B4-9D40-6B3AF6C5E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404" y="4615962"/>
            <a:ext cx="126638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endParaRPr lang="en-GB" altLang="en-US" sz="2215" i="1"/>
          </a:p>
        </p:txBody>
      </p:sp>
      <p:sp>
        <p:nvSpPr>
          <p:cNvPr id="34836" name="Rectangle 19">
            <a:extLst>
              <a:ext uri="{FF2B5EF4-FFF2-40B4-BE49-F238E27FC236}">
                <a16:creationId xmlns:a16="http://schemas.microsoft.com/office/drawing/2014/main" id="{7F29CBEA-FB8B-46AF-BBA4-285CCE6CC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9069" y="2318239"/>
            <a:ext cx="762000" cy="830874"/>
          </a:xfrm>
          <a:prstGeom prst="rect">
            <a:avLst/>
          </a:prstGeom>
          <a:solidFill>
            <a:srgbClr val="D9AA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4838" name="Rectangle 21">
            <a:extLst>
              <a:ext uri="{FF2B5EF4-FFF2-40B4-BE49-F238E27FC236}">
                <a16:creationId xmlns:a16="http://schemas.microsoft.com/office/drawing/2014/main" id="{D45354DB-12FB-4047-ABA9-BDB6F1D2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6727" y="3615104"/>
            <a:ext cx="1527662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>
                <a:solidFill>
                  <a:srgbClr val="000000"/>
                </a:solidFill>
                <a:latin typeface="Arial" panose="020B0604020202020204" pitchFamily="34" charset="0"/>
              </a:rPr>
              <a:t>Replica managers</a:t>
            </a:r>
            <a:endParaRPr lang="en-GB" altLang="en-US" sz="2215"/>
          </a:p>
        </p:txBody>
      </p:sp>
      <p:sp>
        <p:nvSpPr>
          <p:cNvPr id="34839" name="Rectangle 22">
            <a:extLst>
              <a:ext uri="{FF2B5EF4-FFF2-40B4-BE49-F238E27FC236}">
                <a16:creationId xmlns:a16="http://schemas.microsoft.com/office/drawing/2014/main" id="{3AF29422-A0A9-417A-847C-2681DD74E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7662" y="2699154"/>
            <a:ext cx="1075615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 dirty="0">
                <a:solidFill>
                  <a:srgbClr val="000000"/>
                </a:solidFill>
                <a:latin typeface="Arial" panose="020B0604020202020204" pitchFamily="34" charset="0"/>
              </a:rPr>
              <a:t>deposit(A,3);</a:t>
            </a:r>
            <a:endParaRPr lang="en-GB" altLang="en-US" sz="2215" i="1" dirty="0"/>
          </a:p>
        </p:txBody>
      </p:sp>
      <p:sp>
        <p:nvSpPr>
          <p:cNvPr id="34840" name="Rectangle 23">
            <a:extLst>
              <a:ext uri="{FF2B5EF4-FFF2-40B4-BE49-F238E27FC236}">
                <a16:creationId xmlns:a16="http://schemas.microsoft.com/office/drawing/2014/main" id="{F934F0A0-4CAC-4660-A46C-B8003EA26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469" y="2414954"/>
            <a:ext cx="136256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U</a:t>
            </a:r>
            <a:endParaRPr lang="en-GB" altLang="en-US" sz="2215" i="1"/>
          </a:p>
        </p:txBody>
      </p:sp>
      <p:sp>
        <p:nvSpPr>
          <p:cNvPr id="34841" name="Rectangle 24">
            <a:extLst>
              <a:ext uri="{FF2B5EF4-FFF2-40B4-BE49-F238E27FC236}">
                <a16:creationId xmlns:a16="http://schemas.microsoft.com/office/drawing/2014/main" id="{EA5C27A5-75BB-4337-AF63-F1DAF3A40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5166" y="2414954"/>
            <a:ext cx="115416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T</a:t>
            </a:r>
            <a:endParaRPr lang="en-GB" altLang="en-US" sz="2215" i="1"/>
          </a:p>
        </p:txBody>
      </p:sp>
      <p:sp>
        <p:nvSpPr>
          <p:cNvPr id="34842" name="Rectangle 25">
            <a:extLst>
              <a:ext uri="{FF2B5EF4-FFF2-40B4-BE49-F238E27FC236}">
                <a16:creationId xmlns:a16="http://schemas.microsoft.com/office/drawing/2014/main" id="{238720CA-97CC-493A-9393-15DA2004D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283" y="2847261"/>
            <a:ext cx="1075615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 dirty="0">
                <a:solidFill>
                  <a:srgbClr val="000000"/>
                </a:solidFill>
                <a:latin typeface="Arial" panose="020B0604020202020204" pitchFamily="34" charset="0"/>
              </a:rPr>
              <a:t>deposit(B,3);</a:t>
            </a:r>
            <a:endParaRPr lang="en-GB" altLang="en-US" sz="2215" i="1" dirty="0"/>
          </a:p>
        </p:txBody>
      </p:sp>
      <p:sp>
        <p:nvSpPr>
          <p:cNvPr id="34843" name="Rectangle 26">
            <a:extLst>
              <a:ext uri="{FF2B5EF4-FFF2-40B4-BE49-F238E27FC236}">
                <a16:creationId xmlns:a16="http://schemas.microsoft.com/office/drawing/2014/main" id="{93781901-4331-4C14-9353-09F83233B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273" y="2370788"/>
            <a:ext cx="1202252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 dirty="0" err="1">
                <a:solidFill>
                  <a:srgbClr val="000000"/>
                </a:solidFill>
                <a:latin typeface="Arial" panose="020B0604020202020204" pitchFamily="34" charset="0"/>
              </a:rPr>
              <a:t>getBalance</a:t>
            </a:r>
            <a:r>
              <a:rPr lang="en-GB" altLang="en-US" sz="1477" i="1" dirty="0">
                <a:solidFill>
                  <a:srgbClr val="000000"/>
                </a:solidFill>
                <a:latin typeface="Arial" panose="020B0604020202020204" pitchFamily="34" charset="0"/>
              </a:rPr>
              <a:t>(B)</a:t>
            </a:r>
            <a:endParaRPr lang="en-GB" altLang="en-US" sz="2215" i="1" dirty="0"/>
          </a:p>
        </p:txBody>
      </p:sp>
      <p:sp>
        <p:nvSpPr>
          <p:cNvPr id="34844" name="Rectangle 27">
            <a:extLst>
              <a:ext uri="{FF2B5EF4-FFF2-40B4-BE49-F238E27FC236}">
                <a16:creationId xmlns:a16="http://schemas.microsoft.com/office/drawing/2014/main" id="{AE2F94AD-455D-4624-90C1-974F993B9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98" y="2520309"/>
            <a:ext cx="1202252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 dirty="0" err="1">
                <a:solidFill>
                  <a:srgbClr val="000000"/>
                </a:solidFill>
                <a:latin typeface="Arial" panose="020B0604020202020204" pitchFamily="34" charset="0"/>
              </a:rPr>
              <a:t>getBalance</a:t>
            </a:r>
            <a:r>
              <a:rPr lang="en-GB" altLang="en-US" sz="1477" i="1" dirty="0">
                <a:solidFill>
                  <a:srgbClr val="000000"/>
                </a:solidFill>
                <a:latin typeface="Arial" panose="020B0604020202020204" pitchFamily="34" charset="0"/>
              </a:rPr>
              <a:t>(A)</a:t>
            </a:r>
            <a:endParaRPr lang="en-GB" altLang="en-US" sz="2215" i="1" dirty="0"/>
          </a:p>
        </p:txBody>
      </p:sp>
      <p:sp>
        <p:nvSpPr>
          <p:cNvPr id="34845" name="Rectangle 28">
            <a:extLst>
              <a:ext uri="{FF2B5EF4-FFF2-40B4-BE49-F238E27FC236}">
                <a16:creationId xmlns:a16="http://schemas.microsoft.com/office/drawing/2014/main" id="{99548A31-8867-45BB-85E7-57D9DB4BD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5338" y="4135315"/>
            <a:ext cx="1527662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>
                <a:solidFill>
                  <a:srgbClr val="000000"/>
                </a:solidFill>
                <a:latin typeface="Arial" panose="020B0604020202020204" pitchFamily="34" charset="0"/>
              </a:rPr>
              <a:t>Replica managers</a:t>
            </a:r>
            <a:endParaRPr lang="en-GB" altLang="en-US" sz="2215"/>
          </a:p>
        </p:txBody>
      </p:sp>
      <p:sp>
        <p:nvSpPr>
          <p:cNvPr id="34846" name="Rectangle 29">
            <a:extLst>
              <a:ext uri="{FF2B5EF4-FFF2-40B4-BE49-F238E27FC236}">
                <a16:creationId xmlns:a16="http://schemas.microsoft.com/office/drawing/2014/main" id="{7F18AB51-D0FB-40DD-833E-A449025BF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7050" y="4957397"/>
            <a:ext cx="126638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Y</a:t>
            </a:r>
            <a:endParaRPr lang="en-GB" altLang="en-US" sz="2215" i="1"/>
          </a:p>
        </p:txBody>
      </p:sp>
      <p:sp>
        <p:nvSpPr>
          <p:cNvPr id="34847" name="Rectangle 30">
            <a:extLst>
              <a:ext uri="{FF2B5EF4-FFF2-40B4-BE49-F238E27FC236}">
                <a16:creationId xmlns:a16="http://schemas.microsoft.com/office/drawing/2014/main" id="{D88691A6-4DF3-4FED-B81D-748FFD605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973" y="4125058"/>
            <a:ext cx="157094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M</a:t>
            </a:r>
            <a:endParaRPr lang="en-GB" altLang="en-US" sz="2215" i="1"/>
          </a:p>
        </p:txBody>
      </p:sp>
      <p:sp>
        <p:nvSpPr>
          <p:cNvPr id="34848" name="Rectangle 31">
            <a:extLst>
              <a:ext uri="{FF2B5EF4-FFF2-40B4-BE49-F238E27FC236}">
                <a16:creationId xmlns:a16="http://schemas.microsoft.com/office/drawing/2014/main" id="{843C2796-2BDD-498D-A1CE-967C37620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2270" y="4312627"/>
            <a:ext cx="783981" cy="849923"/>
          </a:xfrm>
          <a:prstGeom prst="rect">
            <a:avLst/>
          </a:prstGeom>
          <a:solidFill>
            <a:srgbClr val="D9AA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4849" name="Oval 32">
            <a:extLst>
              <a:ext uri="{FF2B5EF4-FFF2-40B4-BE49-F238E27FC236}">
                <a16:creationId xmlns:a16="http://schemas.microsoft.com/office/drawing/2014/main" id="{A65AF96B-99D7-4206-B095-4637114EA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0612" y="4539762"/>
            <a:ext cx="347296" cy="332643"/>
          </a:xfrm>
          <a:prstGeom prst="ellipse">
            <a:avLst/>
          </a:prstGeom>
          <a:solidFill>
            <a:srgbClr val="FFFFFF"/>
          </a:solidFill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4850" name="Rectangle 33">
            <a:extLst>
              <a:ext uri="{FF2B5EF4-FFF2-40B4-BE49-F238E27FC236}">
                <a16:creationId xmlns:a16="http://schemas.microsoft.com/office/drawing/2014/main" id="{18BFD6B1-548C-480E-8293-1DE81430F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9308" y="4595446"/>
            <a:ext cx="126638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endParaRPr lang="en-GB" altLang="en-US" sz="2215" i="1"/>
          </a:p>
        </p:txBody>
      </p:sp>
      <p:sp>
        <p:nvSpPr>
          <p:cNvPr id="34851" name="Rectangle 34">
            <a:extLst>
              <a:ext uri="{FF2B5EF4-FFF2-40B4-BE49-F238E27FC236}">
                <a16:creationId xmlns:a16="http://schemas.microsoft.com/office/drawing/2014/main" id="{2462E41D-7950-4A2E-8814-AE006D84A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0192" y="4914900"/>
            <a:ext cx="136256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N</a:t>
            </a:r>
            <a:endParaRPr lang="en-GB" altLang="en-US" sz="2215" i="1"/>
          </a:p>
        </p:txBody>
      </p:sp>
      <p:sp>
        <p:nvSpPr>
          <p:cNvPr id="34852" name="Oval 35">
            <a:extLst>
              <a:ext uri="{FF2B5EF4-FFF2-40B4-BE49-F238E27FC236}">
                <a16:creationId xmlns:a16="http://schemas.microsoft.com/office/drawing/2014/main" id="{B464357D-8726-40C9-BC0E-E20BF60CA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7966" y="2712427"/>
            <a:ext cx="350226" cy="332642"/>
          </a:xfrm>
          <a:prstGeom prst="ellipse">
            <a:avLst/>
          </a:prstGeom>
          <a:solidFill>
            <a:srgbClr val="FFFFFF"/>
          </a:solidFill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4853" name="Oval 36">
            <a:extLst>
              <a:ext uri="{FF2B5EF4-FFF2-40B4-BE49-F238E27FC236}">
                <a16:creationId xmlns:a16="http://schemas.microsoft.com/office/drawing/2014/main" id="{77A05873-7A67-4C62-85B2-DD6289033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870" y="2691912"/>
            <a:ext cx="350227" cy="332642"/>
          </a:xfrm>
          <a:prstGeom prst="ellipse">
            <a:avLst/>
          </a:prstGeom>
          <a:solidFill>
            <a:srgbClr val="FFFFFF"/>
          </a:solidFill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4854" name="Oval 37">
            <a:extLst>
              <a:ext uri="{FF2B5EF4-FFF2-40B4-BE49-F238E27FC236}">
                <a16:creationId xmlns:a16="http://schemas.microsoft.com/office/drawing/2014/main" id="{BAA827A0-F056-4541-9B98-A645F0C7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9451" y="4551484"/>
            <a:ext cx="370742" cy="334108"/>
          </a:xfrm>
          <a:prstGeom prst="ellipse">
            <a:avLst/>
          </a:prstGeom>
          <a:solidFill>
            <a:srgbClr val="FFFFFF"/>
          </a:solidFill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4855" name="Rectangle 38">
            <a:extLst>
              <a:ext uri="{FF2B5EF4-FFF2-40B4-BE49-F238E27FC236}">
                <a16:creationId xmlns:a16="http://schemas.microsoft.com/office/drawing/2014/main" id="{0935A8F2-57F4-4B86-B9B5-27459D60C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869" y="4636477"/>
            <a:ext cx="126638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endParaRPr lang="en-GB" altLang="en-US" sz="2215"/>
          </a:p>
        </p:txBody>
      </p:sp>
      <p:sp>
        <p:nvSpPr>
          <p:cNvPr id="34856" name="Oval 39">
            <a:extLst>
              <a:ext uri="{FF2B5EF4-FFF2-40B4-BE49-F238E27FC236}">
                <a16:creationId xmlns:a16="http://schemas.microsoft.com/office/drawing/2014/main" id="{7B91E37F-A63B-472C-849E-0F668C63E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9908" y="3751385"/>
            <a:ext cx="348762" cy="331177"/>
          </a:xfrm>
          <a:prstGeom prst="ellipse">
            <a:avLst/>
          </a:prstGeom>
          <a:solidFill>
            <a:srgbClr val="FFFFFF"/>
          </a:solidFill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4857" name="Rectangle 40">
            <a:extLst>
              <a:ext uri="{FF2B5EF4-FFF2-40B4-BE49-F238E27FC236}">
                <a16:creationId xmlns:a16="http://schemas.microsoft.com/office/drawing/2014/main" id="{3E813793-FBDE-4873-A9DA-5CA5BD8F3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0069" y="3805604"/>
            <a:ext cx="126638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endParaRPr lang="en-GB" altLang="en-US" sz="2215" i="1"/>
          </a:p>
        </p:txBody>
      </p:sp>
      <p:grpSp>
        <p:nvGrpSpPr>
          <p:cNvPr id="34858" name="Group 41">
            <a:extLst>
              <a:ext uri="{FF2B5EF4-FFF2-40B4-BE49-F238E27FC236}">
                <a16:creationId xmlns:a16="http://schemas.microsoft.com/office/drawing/2014/main" id="{13400477-2477-4A67-9057-C2C7EA65BF72}"/>
              </a:ext>
            </a:extLst>
          </p:cNvPr>
          <p:cNvGrpSpPr>
            <a:grpSpLocks/>
          </p:cNvGrpSpPr>
          <p:nvPr/>
        </p:nvGrpSpPr>
        <p:grpSpPr bwMode="auto">
          <a:xfrm>
            <a:off x="1521070" y="3024554"/>
            <a:ext cx="1024304" cy="1578220"/>
            <a:chOff x="1070" y="2501"/>
            <a:chExt cx="645" cy="1077"/>
          </a:xfrm>
        </p:grpSpPr>
        <p:sp>
          <p:nvSpPr>
            <p:cNvPr id="34879" name="Freeform 42">
              <a:extLst>
                <a:ext uri="{FF2B5EF4-FFF2-40B4-BE49-F238E27FC236}">
                  <a16:creationId xmlns:a16="http://schemas.microsoft.com/office/drawing/2014/main" id="{0F56DF9D-B943-4C25-93A9-72A9999F8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" y="3492"/>
              <a:ext cx="68" cy="86"/>
            </a:xfrm>
            <a:custGeom>
              <a:avLst/>
              <a:gdLst>
                <a:gd name="T0" fmla="*/ 41 w 78"/>
                <a:gd name="T1" fmla="*/ 15 h 94"/>
                <a:gd name="T2" fmla="*/ 68 w 78"/>
                <a:gd name="T3" fmla="*/ 29 h 94"/>
                <a:gd name="T4" fmla="*/ 0 w 78"/>
                <a:gd name="T5" fmla="*/ 86 h 94"/>
                <a:gd name="T6" fmla="*/ 28 w 78"/>
                <a:gd name="T7" fmla="*/ 0 h 94"/>
                <a:gd name="T8" fmla="*/ 41 w 78"/>
                <a:gd name="T9" fmla="*/ 15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94"/>
                <a:gd name="T17" fmla="*/ 78 w 78"/>
                <a:gd name="T18" fmla="*/ 94 h 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94">
                  <a:moveTo>
                    <a:pt x="47" y="16"/>
                  </a:moveTo>
                  <a:lnTo>
                    <a:pt x="78" y="32"/>
                  </a:lnTo>
                  <a:lnTo>
                    <a:pt x="0" y="94"/>
                  </a:lnTo>
                  <a:lnTo>
                    <a:pt x="32" y="0"/>
                  </a:lnTo>
                  <a:lnTo>
                    <a:pt x="47" y="16"/>
                  </a:lnTo>
                  <a:close/>
                </a:path>
              </a:pathLst>
            </a:custGeom>
            <a:solidFill>
              <a:srgbClr val="000000"/>
            </a:solidFill>
            <a:ln w="36513">
              <a:solidFill>
                <a:srgbClr val="213B9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34880" name="Line 43">
              <a:extLst>
                <a:ext uri="{FF2B5EF4-FFF2-40B4-BE49-F238E27FC236}">
                  <a16:creationId xmlns:a16="http://schemas.microsoft.com/office/drawing/2014/main" id="{BBF5F630-FDF4-4A92-8A4F-F5E753DB82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11" y="2501"/>
              <a:ext cx="604" cy="991"/>
            </a:xfrm>
            <a:prstGeom prst="line">
              <a:avLst/>
            </a:prstGeom>
            <a:noFill/>
            <a:ln w="36513">
              <a:solidFill>
                <a:srgbClr val="213B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/>
            </a:p>
          </p:txBody>
        </p:sp>
      </p:grpSp>
      <p:sp>
        <p:nvSpPr>
          <p:cNvPr id="34859" name="Freeform 44">
            <a:extLst>
              <a:ext uri="{FF2B5EF4-FFF2-40B4-BE49-F238E27FC236}">
                <a16:creationId xmlns:a16="http://schemas.microsoft.com/office/drawing/2014/main" id="{3A90132E-5BDE-4B3D-A58C-7A25E0A12C23}"/>
              </a:ext>
            </a:extLst>
          </p:cNvPr>
          <p:cNvSpPr>
            <a:spLocks/>
          </p:cNvSpPr>
          <p:nvPr/>
        </p:nvSpPr>
        <p:spPr bwMode="auto">
          <a:xfrm>
            <a:off x="7422174" y="4476750"/>
            <a:ext cx="130419" cy="104042"/>
          </a:xfrm>
          <a:custGeom>
            <a:avLst/>
            <a:gdLst>
              <a:gd name="T0" fmla="*/ 22788 w 93"/>
              <a:gd name="T1" fmla="*/ 23120 h 78"/>
              <a:gd name="T2" fmla="*/ 47096 w 93"/>
              <a:gd name="T3" fmla="*/ 0 h 78"/>
              <a:gd name="T4" fmla="*/ 141287 w 93"/>
              <a:gd name="T5" fmla="*/ 112712 h 78"/>
              <a:gd name="T6" fmla="*/ 0 w 93"/>
              <a:gd name="T7" fmla="*/ 46241 h 78"/>
              <a:gd name="T8" fmla="*/ 22788 w 93"/>
              <a:gd name="T9" fmla="*/ 23120 h 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3"/>
              <a:gd name="T16" fmla="*/ 0 h 78"/>
              <a:gd name="T17" fmla="*/ 93 w 93"/>
              <a:gd name="T18" fmla="*/ 78 h 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3" h="78">
                <a:moveTo>
                  <a:pt x="15" y="16"/>
                </a:moveTo>
                <a:lnTo>
                  <a:pt x="31" y="0"/>
                </a:lnTo>
                <a:lnTo>
                  <a:pt x="93" y="78"/>
                </a:lnTo>
                <a:lnTo>
                  <a:pt x="0" y="32"/>
                </a:lnTo>
                <a:lnTo>
                  <a:pt x="15" y="16"/>
                </a:lnTo>
                <a:close/>
              </a:path>
            </a:pathLst>
          </a:custGeom>
          <a:solidFill>
            <a:srgbClr val="0070C0"/>
          </a:solidFill>
          <a:ln w="3651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1662"/>
          </a:p>
        </p:txBody>
      </p:sp>
      <p:sp>
        <p:nvSpPr>
          <p:cNvPr id="34860" name="Line 45">
            <a:extLst>
              <a:ext uri="{FF2B5EF4-FFF2-40B4-BE49-F238E27FC236}">
                <a16:creationId xmlns:a16="http://schemas.microsoft.com/office/drawing/2014/main" id="{2ACA8068-06FD-4B25-AE8E-811C0089B8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8669" y="2961543"/>
            <a:ext cx="2264020" cy="1537188"/>
          </a:xfrm>
          <a:prstGeom prst="line">
            <a:avLst/>
          </a:prstGeom>
          <a:noFill/>
          <a:ln w="36513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62"/>
          </a:p>
        </p:txBody>
      </p:sp>
      <p:grpSp>
        <p:nvGrpSpPr>
          <p:cNvPr id="34861" name="Group 46">
            <a:extLst>
              <a:ext uri="{FF2B5EF4-FFF2-40B4-BE49-F238E27FC236}">
                <a16:creationId xmlns:a16="http://schemas.microsoft.com/office/drawing/2014/main" id="{853B11C5-CFB3-4033-A25E-608726D61028}"/>
              </a:ext>
            </a:extLst>
          </p:cNvPr>
          <p:cNvGrpSpPr>
            <a:grpSpLocks/>
          </p:cNvGrpSpPr>
          <p:nvPr/>
        </p:nvGrpSpPr>
        <p:grpSpPr bwMode="auto">
          <a:xfrm>
            <a:off x="2828193" y="2961543"/>
            <a:ext cx="4656992" cy="1723292"/>
            <a:chOff x="1893" y="2458"/>
            <a:chExt cx="2934" cy="1176"/>
          </a:xfrm>
        </p:grpSpPr>
        <p:sp>
          <p:nvSpPr>
            <p:cNvPr id="34873" name="Freeform 47">
              <a:extLst>
                <a:ext uri="{FF2B5EF4-FFF2-40B4-BE49-F238E27FC236}">
                  <a16:creationId xmlns:a16="http://schemas.microsoft.com/office/drawing/2014/main" id="{DD2CC034-80A7-4520-9AEE-9BA8D5AE7A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9" y="2997"/>
              <a:ext cx="82" cy="71"/>
            </a:xfrm>
            <a:custGeom>
              <a:avLst/>
              <a:gdLst>
                <a:gd name="T0" fmla="*/ 0 w 94"/>
                <a:gd name="T1" fmla="*/ 28 h 78"/>
                <a:gd name="T2" fmla="*/ 14 w 94"/>
                <a:gd name="T3" fmla="*/ 0 h 78"/>
                <a:gd name="T4" fmla="*/ 82 w 94"/>
                <a:gd name="T5" fmla="*/ 71 h 78"/>
                <a:gd name="T6" fmla="*/ 0 w 94"/>
                <a:gd name="T7" fmla="*/ 56 h 78"/>
                <a:gd name="T8" fmla="*/ 0 w 94"/>
                <a:gd name="T9" fmla="*/ 28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4"/>
                <a:gd name="T16" fmla="*/ 0 h 78"/>
                <a:gd name="T17" fmla="*/ 94 w 94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4" h="78">
                  <a:moveTo>
                    <a:pt x="0" y="31"/>
                  </a:moveTo>
                  <a:lnTo>
                    <a:pt x="16" y="0"/>
                  </a:lnTo>
                  <a:lnTo>
                    <a:pt x="94" y="78"/>
                  </a:lnTo>
                  <a:lnTo>
                    <a:pt x="0" y="62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/>
            </a:solidFill>
            <a:ln w="36513">
              <a:solidFill>
                <a:srgbClr val="213B9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34874" name="Line 48">
              <a:extLst>
                <a:ext uri="{FF2B5EF4-FFF2-40B4-BE49-F238E27FC236}">
                  <a16:creationId xmlns:a16="http://schemas.microsoft.com/office/drawing/2014/main" id="{0DCC0D46-E75A-4BEA-AAC8-A460BEE9D5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3" y="2458"/>
              <a:ext cx="1166" cy="567"/>
            </a:xfrm>
            <a:prstGeom prst="line">
              <a:avLst/>
            </a:prstGeom>
            <a:noFill/>
            <a:ln w="36513">
              <a:solidFill>
                <a:srgbClr val="213B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34875" name="Freeform 49">
              <a:extLst>
                <a:ext uri="{FF2B5EF4-FFF2-40B4-BE49-F238E27FC236}">
                  <a16:creationId xmlns:a16="http://schemas.microsoft.com/office/drawing/2014/main" id="{EBD8ECDA-AD85-4C9B-8B4D-6DA2B4404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5" y="3578"/>
              <a:ext cx="82" cy="56"/>
            </a:xfrm>
            <a:custGeom>
              <a:avLst/>
              <a:gdLst>
                <a:gd name="T0" fmla="*/ 0 w 93"/>
                <a:gd name="T1" fmla="*/ 28 h 62"/>
                <a:gd name="T2" fmla="*/ 13 w 93"/>
                <a:gd name="T3" fmla="*/ 0 h 62"/>
                <a:gd name="T4" fmla="*/ 82 w 93"/>
                <a:gd name="T5" fmla="*/ 56 h 62"/>
                <a:gd name="T6" fmla="*/ 0 w 93"/>
                <a:gd name="T7" fmla="*/ 42 h 62"/>
                <a:gd name="T8" fmla="*/ 0 w 93"/>
                <a:gd name="T9" fmla="*/ 28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3"/>
                <a:gd name="T16" fmla="*/ 0 h 62"/>
                <a:gd name="T17" fmla="*/ 93 w 93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3" h="62">
                  <a:moveTo>
                    <a:pt x="0" y="31"/>
                  </a:moveTo>
                  <a:lnTo>
                    <a:pt x="15" y="0"/>
                  </a:lnTo>
                  <a:lnTo>
                    <a:pt x="93" y="62"/>
                  </a:lnTo>
                  <a:lnTo>
                    <a:pt x="0" y="47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/>
            </a:solidFill>
            <a:ln w="36513">
              <a:solidFill>
                <a:srgbClr val="213B9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34876" name="Line 50">
              <a:extLst>
                <a:ext uri="{FF2B5EF4-FFF2-40B4-BE49-F238E27FC236}">
                  <a16:creationId xmlns:a16="http://schemas.microsoft.com/office/drawing/2014/main" id="{2B860EDE-966C-4DAC-8395-2160C32F82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39"/>
              <a:ext cx="1385" cy="467"/>
            </a:xfrm>
            <a:prstGeom prst="line">
              <a:avLst/>
            </a:prstGeom>
            <a:noFill/>
            <a:ln w="36513">
              <a:solidFill>
                <a:srgbClr val="213B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34877" name="Freeform 51">
              <a:extLst>
                <a:ext uri="{FF2B5EF4-FFF2-40B4-BE49-F238E27FC236}">
                  <a16:creationId xmlns:a16="http://schemas.microsoft.com/office/drawing/2014/main" id="{7B534178-2E1B-4229-B122-E2B453C3E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5" y="3535"/>
              <a:ext cx="81" cy="71"/>
            </a:xfrm>
            <a:custGeom>
              <a:avLst/>
              <a:gdLst>
                <a:gd name="T0" fmla="*/ 13 w 93"/>
                <a:gd name="T1" fmla="*/ 15 h 78"/>
                <a:gd name="T2" fmla="*/ 27 w 93"/>
                <a:gd name="T3" fmla="*/ 0 h 78"/>
                <a:gd name="T4" fmla="*/ 81 w 93"/>
                <a:gd name="T5" fmla="*/ 71 h 78"/>
                <a:gd name="T6" fmla="*/ 0 w 93"/>
                <a:gd name="T7" fmla="*/ 43 h 78"/>
                <a:gd name="T8" fmla="*/ 13 w 93"/>
                <a:gd name="T9" fmla="*/ 15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3"/>
                <a:gd name="T16" fmla="*/ 0 h 78"/>
                <a:gd name="T17" fmla="*/ 93 w 93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3" h="78">
                  <a:moveTo>
                    <a:pt x="15" y="16"/>
                  </a:moveTo>
                  <a:lnTo>
                    <a:pt x="31" y="0"/>
                  </a:lnTo>
                  <a:lnTo>
                    <a:pt x="93" y="78"/>
                  </a:lnTo>
                  <a:lnTo>
                    <a:pt x="0" y="47"/>
                  </a:lnTo>
                  <a:lnTo>
                    <a:pt x="15" y="16"/>
                  </a:lnTo>
                  <a:close/>
                </a:path>
              </a:pathLst>
            </a:custGeom>
            <a:solidFill>
              <a:srgbClr val="000000"/>
            </a:solidFill>
            <a:ln w="36513">
              <a:solidFill>
                <a:srgbClr val="213B9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34878" name="Line 52">
              <a:extLst>
                <a:ext uri="{FF2B5EF4-FFF2-40B4-BE49-F238E27FC236}">
                  <a16:creationId xmlns:a16="http://schemas.microsoft.com/office/drawing/2014/main" id="{0B2A97B5-31D7-4157-A5D4-18AFC89FF1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3" y="3195"/>
              <a:ext cx="425" cy="355"/>
            </a:xfrm>
            <a:prstGeom prst="line">
              <a:avLst/>
            </a:prstGeom>
            <a:noFill/>
            <a:ln w="36513">
              <a:solidFill>
                <a:srgbClr val="213B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/>
            </a:p>
          </p:txBody>
        </p:sp>
      </p:grpSp>
      <p:sp>
        <p:nvSpPr>
          <p:cNvPr id="34862" name="Rectangle 53">
            <a:extLst>
              <a:ext uri="{FF2B5EF4-FFF2-40B4-BE49-F238E27FC236}">
                <a16:creationId xmlns:a16="http://schemas.microsoft.com/office/drawing/2014/main" id="{BF3F602B-03D6-46D1-B656-29D96E928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762" y="3508131"/>
            <a:ext cx="184731" cy="376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kumimoji="1" lang="en-US" altLang="en-US" sz="1846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34863" name="Rectangle 55">
            <a:extLst>
              <a:ext uri="{FF2B5EF4-FFF2-40B4-BE49-F238E27FC236}">
                <a16:creationId xmlns:a16="http://schemas.microsoft.com/office/drawing/2014/main" id="{5C923312-6CC5-4767-9844-7D6487168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796" y="5609351"/>
            <a:ext cx="8896666" cy="72943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30000"/>
              </a:spcBef>
            </a:pPr>
            <a:r>
              <a:rPr lang="en-GB" altLang="en-US" sz="1800" dirty="0">
                <a:latin typeface="Helvetica" panose="020B0604020202020204" pitchFamily="34" charset="0"/>
              </a:rPr>
              <a:t>At </a:t>
            </a:r>
            <a:r>
              <a:rPr lang="en-GB" altLang="en-US" sz="1800" i="1" dirty="0">
                <a:latin typeface="Helvetica" panose="020B0604020202020204" pitchFamily="34" charset="0"/>
              </a:rPr>
              <a:t>X,</a:t>
            </a:r>
            <a:r>
              <a:rPr lang="en-GB" altLang="en-US" sz="1800" dirty="0">
                <a:latin typeface="Helvetica" panose="020B0604020202020204" pitchFamily="34" charset="0"/>
              </a:rPr>
              <a:t> </a:t>
            </a:r>
            <a:r>
              <a:rPr lang="en-GB" altLang="en-US" sz="1800" i="1" dirty="0">
                <a:latin typeface="Helvetica" panose="020B0604020202020204" pitchFamily="34" charset="0"/>
              </a:rPr>
              <a:t>T</a:t>
            </a:r>
            <a:r>
              <a:rPr lang="en-GB" altLang="en-US" sz="1800" dirty="0">
                <a:latin typeface="Helvetica" panose="020B0604020202020204" pitchFamily="34" charset="0"/>
              </a:rPr>
              <a:t> has read </a:t>
            </a:r>
            <a:r>
              <a:rPr lang="en-GB" altLang="en-US" sz="1800" i="1" dirty="0">
                <a:latin typeface="Helvetica" panose="020B0604020202020204" pitchFamily="34" charset="0"/>
              </a:rPr>
              <a:t>A</a:t>
            </a:r>
            <a:r>
              <a:rPr lang="en-GB" altLang="en-US" sz="1800" dirty="0">
                <a:latin typeface="Helvetica" panose="020B0604020202020204" pitchFamily="34" charset="0"/>
              </a:rPr>
              <a:t> and has locked it. Therefore </a:t>
            </a:r>
            <a:r>
              <a:rPr lang="en-GB" altLang="en-US" sz="1800" i="1" dirty="0">
                <a:latin typeface="Helvetica" panose="020B0604020202020204" pitchFamily="34" charset="0"/>
              </a:rPr>
              <a:t>U</a:t>
            </a:r>
            <a:r>
              <a:rPr lang="en-GB" altLang="en-US" sz="1800" dirty="0">
                <a:latin typeface="Helvetica" panose="020B0604020202020204" pitchFamily="34" charset="0"/>
              </a:rPr>
              <a:t>’s </a:t>
            </a:r>
            <a:r>
              <a:rPr lang="en-GB" altLang="en-US" sz="1800" i="1" dirty="0">
                <a:latin typeface="Helvetica" panose="020B0604020202020204" pitchFamily="34" charset="0"/>
              </a:rPr>
              <a:t>deposit</a:t>
            </a:r>
            <a:r>
              <a:rPr lang="en-GB" altLang="en-US" sz="1800" dirty="0">
                <a:latin typeface="Helvetica" panose="020B0604020202020204" pitchFamily="34" charset="0"/>
              </a:rPr>
              <a:t> is delayed until </a:t>
            </a:r>
            <a:r>
              <a:rPr lang="en-GB" altLang="en-US" sz="1800" i="1" dirty="0">
                <a:latin typeface="Helvetica" panose="020B0604020202020204" pitchFamily="34" charset="0"/>
              </a:rPr>
              <a:t>T</a:t>
            </a:r>
            <a:r>
              <a:rPr lang="en-GB" altLang="en-US" sz="1800" dirty="0">
                <a:latin typeface="Helvetica" panose="020B0604020202020204" pitchFamily="34" charset="0"/>
              </a:rPr>
              <a:t> finishes.</a:t>
            </a:r>
          </a:p>
          <a:p>
            <a:pPr>
              <a:spcBef>
                <a:spcPct val="30000"/>
              </a:spcBef>
            </a:pPr>
            <a:r>
              <a:rPr lang="en-GB" altLang="en-US" sz="1800" dirty="0">
                <a:latin typeface="Helvetica" panose="020B0604020202020204" pitchFamily="34" charset="0"/>
              </a:rPr>
              <a:t>Normally, this leads to good concurrency control only if the servers do not fail….</a:t>
            </a:r>
          </a:p>
        </p:txBody>
      </p:sp>
      <p:grpSp>
        <p:nvGrpSpPr>
          <p:cNvPr id="34865" name="Group 57">
            <a:extLst>
              <a:ext uri="{FF2B5EF4-FFF2-40B4-BE49-F238E27FC236}">
                <a16:creationId xmlns:a16="http://schemas.microsoft.com/office/drawing/2014/main" id="{A6219893-FF62-46F0-86F1-1C062F284AF7}"/>
              </a:ext>
            </a:extLst>
          </p:cNvPr>
          <p:cNvGrpSpPr>
            <a:grpSpLocks/>
          </p:cNvGrpSpPr>
          <p:nvPr/>
        </p:nvGrpSpPr>
        <p:grpSpPr bwMode="auto">
          <a:xfrm>
            <a:off x="1726223" y="2958613"/>
            <a:ext cx="3239966" cy="2242038"/>
            <a:chOff x="1199" y="2456"/>
            <a:chExt cx="2041" cy="1530"/>
          </a:xfrm>
        </p:grpSpPr>
        <p:grpSp>
          <p:nvGrpSpPr>
            <p:cNvPr id="34866" name="Group 58">
              <a:extLst>
                <a:ext uri="{FF2B5EF4-FFF2-40B4-BE49-F238E27FC236}">
                  <a16:creationId xmlns:a16="http://schemas.microsoft.com/office/drawing/2014/main" id="{B6EEFE32-AD33-49BD-90E4-2637C84213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8" y="2456"/>
              <a:ext cx="922" cy="1108"/>
              <a:chOff x="2318" y="2473"/>
              <a:chExt cx="905" cy="1090"/>
            </a:xfrm>
          </p:grpSpPr>
          <p:sp>
            <p:nvSpPr>
              <p:cNvPr id="34871" name="Freeform 59">
                <a:extLst>
                  <a:ext uri="{FF2B5EF4-FFF2-40B4-BE49-F238E27FC236}">
                    <a16:creationId xmlns:a16="http://schemas.microsoft.com/office/drawing/2014/main" id="{CF2F0EE3-BEB8-4082-B533-59D686A526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8" y="3479"/>
                <a:ext cx="69" cy="84"/>
              </a:xfrm>
              <a:custGeom>
                <a:avLst/>
                <a:gdLst>
                  <a:gd name="T0" fmla="*/ 56 w 78"/>
                  <a:gd name="T1" fmla="*/ 14 h 93"/>
                  <a:gd name="T2" fmla="*/ 69 w 78"/>
                  <a:gd name="T3" fmla="*/ 42 h 93"/>
                  <a:gd name="T4" fmla="*/ 0 w 78"/>
                  <a:gd name="T5" fmla="*/ 84 h 93"/>
                  <a:gd name="T6" fmla="*/ 42 w 78"/>
                  <a:gd name="T7" fmla="*/ 0 h 93"/>
                  <a:gd name="T8" fmla="*/ 56 w 78"/>
                  <a:gd name="T9" fmla="*/ 14 h 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93"/>
                  <a:gd name="T17" fmla="*/ 78 w 78"/>
                  <a:gd name="T18" fmla="*/ 93 h 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93">
                    <a:moveTo>
                      <a:pt x="63" y="15"/>
                    </a:moveTo>
                    <a:lnTo>
                      <a:pt x="78" y="47"/>
                    </a:lnTo>
                    <a:lnTo>
                      <a:pt x="0" y="93"/>
                    </a:lnTo>
                    <a:lnTo>
                      <a:pt x="47" y="0"/>
                    </a:lnTo>
                    <a:lnTo>
                      <a:pt x="63" y="15"/>
                    </a:lnTo>
                    <a:close/>
                  </a:path>
                </a:pathLst>
              </a:custGeom>
              <a:solidFill>
                <a:srgbClr val="000000"/>
              </a:solidFill>
              <a:ln w="36513">
                <a:solidFill>
                  <a:srgbClr val="213B9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34872" name="Line 60">
                <a:extLst>
                  <a:ext uri="{FF2B5EF4-FFF2-40B4-BE49-F238E27FC236}">
                    <a16:creationId xmlns:a16="http://schemas.microsoft.com/office/drawing/2014/main" id="{7B1AE8DF-6DB6-4926-87B3-3F6AD1C592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73" y="2473"/>
                <a:ext cx="850" cy="1019"/>
              </a:xfrm>
              <a:prstGeom prst="line">
                <a:avLst/>
              </a:prstGeom>
              <a:noFill/>
              <a:ln w="36513">
                <a:solidFill>
                  <a:srgbClr val="213B9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</p:grpSp>
        <p:grpSp>
          <p:nvGrpSpPr>
            <p:cNvPr id="34867" name="Group 61">
              <a:extLst>
                <a:ext uri="{FF2B5EF4-FFF2-40B4-BE49-F238E27FC236}">
                  <a16:creationId xmlns:a16="http://schemas.microsoft.com/office/drawing/2014/main" id="{D9D409B9-063D-4C29-B659-61E5252C63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1" y="3677"/>
              <a:ext cx="845" cy="30"/>
              <a:chOff x="1167" y="3677"/>
              <a:chExt cx="959" cy="56"/>
            </a:xfrm>
          </p:grpSpPr>
          <p:sp>
            <p:nvSpPr>
              <p:cNvPr id="34869" name="Freeform 62">
                <a:extLst>
                  <a:ext uri="{FF2B5EF4-FFF2-40B4-BE49-F238E27FC236}">
                    <a16:creationId xmlns:a16="http://schemas.microsoft.com/office/drawing/2014/main" id="{6ACE7B0A-6CF6-430C-8FA2-BE56581D7B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7" y="3677"/>
                <a:ext cx="81" cy="56"/>
              </a:xfrm>
              <a:custGeom>
                <a:avLst/>
                <a:gdLst>
                  <a:gd name="T0" fmla="*/ 81 w 93"/>
                  <a:gd name="T1" fmla="*/ 28 h 62"/>
                  <a:gd name="T2" fmla="*/ 81 w 93"/>
                  <a:gd name="T3" fmla="*/ 56 h 62"/>
                  <a:gd name="T4" fmla="*/ 0 w 93"/>
                  <a:gd name="T5" fmla="*/ 42 h 62"/>
                  <a:gd name="T6" fmla="*/ 81 w 93"/>
                  <a:gd name="T7" fmla="*/ 0 h 62"/>
                  <a:gd name="T8" fmla="*/ 81 w 93"/>
                  <a:gd name="T9" fmla="*/ 28 h 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3"/>
                  <a:gd name="T16" fmla="*/ 0 h 62"/>
                  <a:gd name="T17" fmla="*/ 93 w 93"/>
                  <a:gd name="T18" fmla="*/ 62 h 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3" h="62">
                    <a:moveTo>
                      <a:pt x="93" y="31"/>
                    </a:moveTo>
                    <a:lnTo>
                      <a:pt x="93" y="62"/>
                    </a:lnTo>
                    <a:lnTo>
                      <a:pt x="0" y="47"/>
                    </a:lnTo>
                    <a:lnTo>
                      <a:pt x="93" y="0"/>
                    </a:lnTo>
                    <a:lnTo>
                      <a:pt x="93" y="31"/>
                    </a:lnTo>
                    <a:close/>
                  </a:path>
                </a:pathLst>
              </a:custGeom>
              <a:solidFill>
                <a:srgbClr val="000000"/>
              </a:solidFill>
              <a:ln w="36513">
                <a:solidFill>
                  <a:srgbClr val="213B9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34870" name="Line 63">
                <a:extLst>
                  <a:ext uri="{FF2B5EF4-FFF2-40B4-BE49-F238E27FC236}">
                    <a16:creationId xmlns:a16="http://schemas.microsoft.com/office/drawing/2014/main" id="{CDE27D77-0D6D-4E2C-BCDB-2C7C95696F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63" y="3677"/>
                <a:ext cx="863" cy="28"/>
              </a:xfrm>
              <a:prstGeom prst="line">
                <a:avLst/>
              </a:prstGeom>
              <a:noFill/>
              <a:ln w="36513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</p:grpSp>
        <p:sp>
          <p:nvSpPr>
            <p:cNvPr id="34868" name="Text Box 64">
              <a:extLst>
                <a:ext uri="{FF2B5EF4-FFF2-40B4-BE49-F238E27FC236}">
                  <a16:creationId xmlns:a16="http://schemas.microsoft.com/office/drawing/2014/main" id="{2E0C6665-0684-42DB-9B23-982AC15F0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9" y="3755"/>
              <a:ext cx="447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r>
                <a:rPr lang="en-GB" altLang="en-US" sz="16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Helvetica" panose="020B0604020202020204" pitchFamily="34" charset="0"/>
                </a:rPr>
                <a:t>delay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5718546-5FA7-4DAB-87FB-4DF4DE8EB41A}"/>
              </a:ext>
            </a:extLst>
          </p:cNvPr>
          <p:cNvSpPr txBox="1"/>
          <p:nvPr/>
        </p:nvSpPr>
        <p:spPr>
          <a:xfrm>
            <a:off x="6984033" y="1684079"/>
            <a:ext cx="23892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May lead to deadlock</a:t>
            </a:r>
          </a:p>
          <a:p>
            <a:r>
              <a:rPr lang="en-US" sz="2000" dirty="0">
                <a:solidFill>
                  <a:srgbClr val="002060"/>
                </a:solidFill>
              </a:rPr>
              <a:t>and then timeout</a:t>
            </a:r>
          </a:p>
          <a:p>
            <a:r>
              <a:rPr lang="en-US" sz="2000" dirty="0">
                <a:solidFill>
                  <a:srgbClr val="002060"/>
                </a:solidFill>
              </a:rPr>
              <a:t>and abort of one</a:t>
            </a:r>
          </a:p>
          <a:p>
            <a:r>
              <a:rPr lang="en-US" sz="2000" dirty="0">
                <a:solidFill>
                  <a:srgbClr val="002060"/>
                </a:solidFill>
              </a:rPr>
              <a:t>transaction</a:t>
            </a:r>
          </a:p>
        </p:txBody>
      </p:sp>
      <p:sp>
        <p:nvSpPr>
          <p:cNvPr id="3" name="&quot;Not Allowed&quot; Symbol 2">
            <a:extLst>
              <a:ext uri="{FF2B5EF4-FFF2-40B4-BE49-F238E27FC236}">
                <a16:creationId xmlns:a16="http://schemas.microsoft.com/office/drawing/2014/main" id="{1641DF6B-7F81-4E65-A9B0-E8B58A660838}"/>
              </a:ext>
            </a:extLst>
          </p:cNvPr>
          <p:cNvSpPr/>
          <p:nvPr/>
        </p:nvSpPr>
        <p:spPr>
          <a:xfrm>
            <a:off x="1063870" y="4457134"/>
            <a:ext cx="783981" cy="743517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6F724E-74E8-4497-9756-41157DCF398B}"/>
              </a:ext>
            </a:extLst>
          </p:cNvPr>
          <p:cNvSpPr txBox="1"/>
          <p:nvPr/>
        </p:nvSpPr>
        <p:spPr>
          <a:xfrm>
            <a:off x="130419" y="3995276"/>
            <a:ext cx="17598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What if a server </a:t>
            </a:r>
          </a:p>
          <a:p>
            <a:r>
              <a:rPr lang="en-US" b="1" dirty="0">
                <a:solidFill>
                  <a:srgbClr val="FF0000"/>
                </a:solidFill>
              </a:rPr>
              <a:t>fails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5166CB-1D05-4522-7D2E-EEA541B00EEF}"/>
              </a:ext>
            </a:extLst>
          </p:cNvPr>
          <p:cNvSpPr txBox="1"/>
          <p:nvPr/>
        </p:nvSpPr>
        <p:spPr>
          <a:xfrm>
            <a:off x="176380" y="1194327"/>
            <a:ext cx="87576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sz="2000" dirty="0"/>
              <a:t>The </a:t>
            </a:r>
            <a:r>
              <a:rPr lang="en-GB" altLang="en-US" sz="2000" b="1" dirty="0">
                <a:solidFill>
                  <a:srgbClr val="0432FF"/>
                </a:solidFill>
              </a:rPr>
              <a:t>available copies replication </a:t>
            </a:r>
            <a:r>
              <a:rPr lang="en-GB" altLang="en-US" sz="2000" dirty="0"/>
              <a:t>scheme is designed to allow some servers to be temporarily unavailable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>
            <a:extLst>
              <a:ext uri="{FF2B5EF4-FFF2-40B4-BE49-F238E27FC236}">
                <a16:creationId xmlns:a16="http://schemas.microsoft.com/office/drawing/2014/main" id="{C41324AA-8212-4075-B626-9F8D4DE95D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6963" y="316377"/>
            <a:ext cx="7520001" cy="887360"/>
          </a:xfrm>
        </p:spPr>
        <p:txBody>
          <a:bodyPr/>
          <a:lstStyle/>
          <a:p>
            <a:r>
              <a:rPr lang="en-GB" altLang="en-US" dirty="0">
                <a:latin typeface="+mn-lt"/>
              </a:rPr>
              <a:t>Cannot the other servers simply be used?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45FE0504-954A-4F4D-9F6A-4AED780FF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8024" y="3440724"/>
            <a:ext cx="3830515" cy="1827335"/>
          </a:xfrm>
          <a:prstGeom prst="rect">
            <a:avLst/>
          </a:prstGeom>
          <a:solidFill>
            <a:srgbClr val="FFD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6869" name="Rectangle 4">
            <a:extLst>
              <a:ext uri="{FF2B5EF4-FFF2-40B4-BE49-F238E27FC236}">
                <a16:creationId xmlns:a16="http://schemas.microsoft.com/office/drawing/2014/main" id="{006F4F2C-6CA2-44BD-AE9E-F9AF6D10D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908" y="4022481"/>
            <a:ext cx="3285392" cy="1266092"/>
          </a:xfrm>
          <a:prstGeom prst="rect">
            <a:avLst/>
          </a:prstGeom>
          <a:solidFill>
            <a:srgbClr val="FFD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6870" name="Rectangle 5">
            <a:extLst>
              <a:ext uri="{FF2B5EF4-FFF2-40B4-BE49-F238E27FC236}">
                <a16:creationId xmlns:a16="http://schemas.microsoft.com/office/drawing/2014/main" id="{1513769D-9683-46BF-B91B-6E9C68F5D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301" y="4355123"/>
            <a:ext cx="783981" cy="851389"/>
          </a:xfrm>
          <a:prstGeom prst="rect">
            <a:avLst/>
          </a:prstGeom>
          <a:solidFill>
            <a:srgbClr val="D9AA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6871" name="Oval 6">
            <a:extLst>
              <a:ext uri="{FF2B5EF4-FFF2-40B4-BE49-F238E27FC236}">
                <a16:creationId xmlns:a16="http://schemas.microsoft.com/office/drawing/2014/main" id="{1465E5D1-704B-47C4-BECD-801DFC0A1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9089" y="4624754"/>
            <a:ext cx="347296" cy="332643"/>
          </a:xfrm>
          <a:prstGeom prst="ellipse">
            <a:avLst/>
          </a:prstGeom>
          <a:solidFill>
            <a:srgbClr val="FFFFFF"/>
          </a:solidFill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6872" name="Rectangle 7">
            <a:extLst>
              <a:ext uri="{FF2B5EF4-FFF2-40B4-BE49-F238E27FC236}">
                <a16:creationId xmlns:a16="http://schemas.microsoft.com/office/drawing/2014/main" id="{2EEA98FA-CB1A-4065-92CF-D6CD121F8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8043" y="4680438"/>
            <a:ext cx="126638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endParaRPr lang="en-GB" altLang="en-US" sz="2215" i="1"/>
          </a:p>
        </p:txBody>
      </p:sp>
      <p:sp>
        <p:nvSpPr>
          <p:cNvPr id="36873" name="Rectangle 8">
            <a:extLst>
              <a:ext uri="{FF2B5EF4-FFF2-40B4-BE49-F238E27FC236}">
                <a16:creationId xmlns:a16="http://schemas.microsoft.com/office/drawing/2014/main" id="{54FF85D1-0E40-4F67-9B51-40768C549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223" y="4958862"/>
            <a:ext cx="126638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endParaRPr lang="en-GB" altLang="en-US" sz="2215" i="1"/>
          </a:p>
        </p:txBody>
      </p:sp>
      <p:sp>
        <p:nvSpPr>
          <p:cNvPr id="36874" name="Rectangle 9">
            <a:extLst>
              <a:ext uri="{FF2B5EF4-FFF2-40B4-BE49-F238E27FC236}">
                <a16:creationId xmlns:a16="http://schemas.microsoft.com/office/drawing/2014/main" id="{C68EA2B1-07A3-4649-8595-83F3912F5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6005" y="4355123"/>
            <a:ext cx="782515" cy="851389"/>
          </a:xfrm>
          <a:prstGeom prst="rect">
            <a:avLst/>
          </a:prstGeom>
          <a:solidFill>
            <a:srgbClr val="D9AA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6875" name="Rectangle 10">
            <a:extLst>
              <a:ext uri="{FF2B5EF4-FFF2-40B4-BE49-F238E27FC236}">
                <a16:creationId xmlns:a16="http://schemas.microsoft.com/office/drawing/2014/main" id="{1066D7EC-7213-4C91-A47C-25F59DC86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4997" y="3524251"/>
            <a:ext cx="785446" cy="849923"/>
          </a:xfrm>
          <a:prstGeom prst="rect">
            <a:avLst/>
          </a:prstGeom>
          <a:solidFill>
            <a:srgbClr val="D9AA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6876" name="Rectangle 11">
            <a:extLst>
              <a:ext uri="{FF2B5EF4-FFF2-40B4-BE49-F238E27FC236}">
                <a16:creationId xmlns:a16="http://schemas.microsoft.com/office/drawing/2014/main" id="{1E044009-385E-4B2D-869B-5A16F1FB6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8385" y="2341685"/>
            <a:ext cx="782515" cy="829408"/>
          </a:xfrm>
          <a:prstGeom prst="rect">
            <a:avLst/>
          </a:prstGeom>
          <a:solidFill>
            <a:srgbClr val="D9AA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6878" name="Rectangle 13">
            <a:extLst>
              <a:ext uri="{FF2B5EF4-FFF2-40B4-BE49-F238E27FC236}">
                <a16:creationId xmlns:a16="http://schemas.microsoft.com/office/drawing/2014/main" id="{D468790E-3441-4E4C-A322-BF5485039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1797" y="4333143"/>
            <a:ext cx="785446" cy="851388"/>
          </a:xfrm>
          <a:prstGeom prst="rect">
            <a:avLst/>
          </a:prstGeom>
          <a:solidFill>
            <a:srgbClr val="D9AA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6879" name="Oval 14">
            <a:extLst>
              <a:ext uri="{FF2B5EF4-FFF2-40B4-BE49-F238E27FC236}">
                <a16:creationId xmlns:a16="http://schemas.microsoft.com/office/drawing/2014/main" id="{3BDB5470-51E7-4712-A895-E8BF16B85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0139" y="4563208"/>
            <a:ext cx="348762" cy="331177"/>
          </a:xfrm>
          <a:prstGeom prst="ellipse">
            <a:avLst/>
          </a:prstGeom>
          <a:solidFill>
            <a:srgbClr val="FFFFFF"/>
          </a:solidFill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6880" name="Rectangle 15">
            <a:extLst>
              <a:ext uri="{FF2B5EF4-FFF2-40B4-BE49-F238E27FC236}">
                <a16:creationId xmlns:a16="http://schemas.microsoft.com/office/drawing/2014/main" id="{45500003-AC02-4E0F-AE44-CABB1F174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738" y="4936881"/>
            <a:ext cx="126638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  <a:endParaRPr lang="en-GB" altLang="en-US" sz="2215" i="1"/>
          </a:p>
        </p:txBody>
      </p:sp>
      <p:sp>
        <p:nvSpPr>
          <p:cNvPr id="36881" name="Rectangle 16">
            <a:extLst>
              <a:ext uri="{FF2B5EF4-FFF2-40B4-BE49-F238E27FC236}">
                <a16:creationId xmlns:a16="http://schemas.microsoft.com/office/drawing/2014/main" id="{838A0613-AF6F-4B8E-815B-E3A0A0222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835" y="4617427"/>
            <a:ext cx="126638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endParaRPr lang="en-GB" altLang="en-US" sz="2215" i="1"/>
          </a:p>
        </p:txBody>
      </p:sp>
      <p:sp>
        <p:nvSpPr>
          <p:cNvPr id="36882" name="Rectangle 17">
            <a:extLst>
              <a:ext uri="{FF2B5EF4-FFF2-40B4-BE49-F238E27FC236}">
                <a16:creationId xmlns:a16="http://schemas.microsoft.com/office/drawing/2014/main" id="{500F64EB-8B18-49B1-8C0C-2026341E5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0" y="2319704"/>
            <a:ext cx="762000" cy="830873"/>
          </a:xfrm>
          <a:prstGeom prst="rect">
            <a:avLst/>
          </a:prstGeom>
          <a:solidFill>
            <a:srgbClr val="D9AA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6884" name="Rectangle 19">
            <a:extLst>
              <a:ext uri="{FF2B5EF4-FFF2-40B4-BE49-F238E27FC236}">
                <a16:creationId xmlns:a16="http://schemas.microsoft.com/office/drawing/2014/main" id="{87429D77-4686-41FA-9309-4EDABFBD2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0158" y="3616569"/>
            <a:ext cx="1527662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>
                <a:solidFill>
                  <a:srgbClr val="000000"/>
                </a:solidFill>
                <a:latin typeface="Arial" panose="020B0604020202020204" pitchFamily="34" charset="0"/>
              </a:rPr>
              <a:t>Replica managers</a:t>
            </a:r>
            <a:endParaRPr lang="en-GB" altLang="en-US" sz="2215"/>
          </a:p>
        </p:txBody>
      </p:sp>
      <p:sp>
        <p:nvSpPr>
          <p:cNvPr id="36885" name="Rectangle 20">
            <a:extLst>
              <a:ext uri="{FF2B5EF4-FFF2-40B4-BE49-F238E27FC236}">
                <a16:creationId xmlns:a16="http://schemas.microsoft.com/office/drawing/2014/main" id="{33090B6A-1CD0-409F-8F8C-E9AE08424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3778" y="3080238"/>
            <a:ext cx="1075615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deposit(A,3);</a:t>
            </a:r>
            <a:endParaRPr lang="en-GB" altLang="en-US" sz="2215" i="1"/>
          </a:p>
        </p:txBody>
      </p:sp>
      <p:sp>
        <p:nvSpPr>
          <p:cNvPr id="36886" name="Rectangle 21">
            <a:extLst>
              <a:ext uri="{FF2B5EF4-FFF2-40B4-BE49-F238E27FC236}">
                <a16:creationId xmlns:a16="http://schemas.microsoft.com/office/drawing/2014/main" id="{5D0B32B9-9208-47F1-BED4-7CAEC79A8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900" y="2416420"/>
            <a:ext cx="136256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U</a:t>
            </a:r>
            <a:endParaRPr lang="en-GB" altLang="en-US" sz="2215" i="1"/>
          </a:p>
        </p:txBody>
      </p:sp>
      <p:sp>
        <p:nvSpPr>
          <p:cNvPr id="36887" name="Rectangle 22">
            <a:extLst>
              <a:ext uri="{FF2B5EF4-FFF2-40B4-BE49-F238E27FC236}">
                <a16:creationId xmlns:a16="http://schemas.microsoft.com/office/drawing/2014/main" id="{287C5D89-70C4-4B5C-B67F-BBF582137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8597" y="2416420"/>
            <a:ext cx="115416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T</a:t>
            </a:r>
            <a:endParaRPr lang="en-GB" altLang="en-US" sz="2215" i="1"/>
          </a:p>
        </p:txBody>
      </p:sp>
      <p:sp>
        <p:nvSpPr>
          <p:cNvPr id="36888" name="Rectangle 23">
            <a:extLst>
              <a:ext uri="{FF2B5EF4-FFF2-40B4-BE49-F238E27FC236}">
                <a16:creationId xmlns:a16="http://schemas.microsoft.com/office/drawing/2014/main" id="{D2A481AD-E611-47EC-9033-C082395F9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920" y="3641481"/>
            <a:ext cx="1075615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deposit(B,3);</a:t>
            </a:r>
            <a:endParaRPr lang="en-GB" altLang="en-US" sz="2215" i="1"/>
          </a:p>
        </p:txBody>
      </p:sp>
      <p:sp>
        <p:nvSpPr>
          <p:cNvPr id="36889" name="Rectangle 24">
            <a:extLst>
              <a:ext uri="{FF2B5EF4-FFF2-40B4-BE49-F238E27FC236}">
                <a16:creationId xmlns:a16="http://schemas.microsoft.com/office/drawing/2014/main" id="{0D4E27B3-4199-488D-8997-D4D211C25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1797" y="2873620"/>
            <a:ext cx="1202252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getBalance(B)</a:t>
            </a:r>
            <a:endParaRPr lang="en-GB" altLang="en-US" sz="2215" i="1"/>
          </a:p>
        </p:txBody>
      </p:sp>
      <p:sp>
        <p:nvSpPr>
          <p:cNvPr id="36890" name="Rectangle 25">
            <a:extLst>
              <a:ext uri="{FF2B5EF4-FFF2-40B4-BE49-F238E27FC236}">
                <a16:creationId xmlns:a16="http://schemas.microsoft.com/office/drawing/2014/main" id="{D1E30695-1AA5-4556-A69E-ED356A5AA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920" y="3392366"/>
            <a:ext cx="1202252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getBalance(A)</a:t>
            </a:r>
            <a:endParaRPr lang="en-GB" altLang="en-US" sz="2215" i="1"/>
          </a:p>
        </p:txBody>
      </p:sp>
      <p:sp>
        <p:nvSpPr>
          <p:cNvPr id="36891" name="Rectangle 26">
            <a:extLst>
              <a:ext uri="{FF2B5EF4-FFF2-40B4-BE49-F238E27FC236}">
                <a16:creationId xmlns:a16="http://schemas.microsoft.com/office/drawing/2014/main" id="{C6A2DF81-BD80-44E2-85D7-81448B263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8769" y="4136781"/>
            <a:ext cx="1527662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>
                <a:solidFill>
                  <a:srgbClr val="000000"/>
                </a:solidFill>
                <a:latin typeface="Arial" panose="020B0604020202020204" pitchFamily="34" charset="0"/>
              </a:rPr>
              <a:t>Replica managers</a:t>
            </a:r>
            <a:endParaRPr lang="en-GB" altLang="en-US" sz="2215"/>
          </a:p>
        </p:txBody>
      </p:sp>
      <p:sp>
        <p:nvSpPr>
          <p:cNvPr id="36892" name="Rectangle 27">
            <a:extLst>
              <a:ext uri="{FF2B5EF4-FFF2-40B4-BE49-F238E27FC236}">
                <a16:creationId xmlns:a16="http://schemas.microsoft.com/office/drawing/2014/main" id="{42E17286-6B8B-47A7-90F1-C0D718C56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0481" y="4958862"/>
            <a:ext cx="126638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Y</a:t>
            </a:r>
            <a:endParaRPr lang="en-GB" altLang="en-US" sz="2215" i="1"/>
          </a:p>
        </p:txBody>
      </p:sp>
      <p:sp>
        <p:nvSpPr>
          <p:cNvPr id="36893" name="Rectangle 28">
            <a:extLst>
              <a:ext uri="{FF2B5EF4-FFF2-40B4-BE49-F238E27FC236}">
                <a16:creationId xmlns:a16="http://schemas.microsoft.com/office/drawing/2014/main" id="{A26A7BEB-5F5D-4568-81DC-C8E3A472D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404" y="4126523"/>
            <a:ext cx="157094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M</a:t>
            </a:r>
            <a:endParaRPr lang="en-GB" altLang="en-US" sz="2215" i="1"/>
          </a:p>
        </p:txBody>
      </p:sp>
      <p:sp>
        <p:nvSpPr>
          <p:cNvPr id="36894" name="Rectangle 29">
            <a:extLst>
              <a:ext uri="{FF2B5EF4-FFF2-40B4-BE49-F238E27FC236}">
                <a16:creationId xmlns:a16="http://schemas.microsoft.com/office/drawing/2014/main" id="{993CC494-977E-4B94-B5AB-CD1AA31D9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5701" y="4314092"/>
            <a:ext cx="783981" cy="849923"/>
          </a:xfrm>
          <a:prstGeom prst="rect">
            <a:avLst/>
          </a:prstGeom>
          <a:solidFill>
            <a:srgbClr val="D9AA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6895" name="Oval 30">
            <a:extLst>
              <a:ext uri="{FF2B5EF4-FFF2-40B4-BE49-F238E27FC236}">
                <a16:creationId xmlns:a16="http://schemas.microsoft.com/office/drawing/2014/main" id="{E1065D9A-3ADC-4D28-BC01-82E507EA7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4043" y="4541227"/>
            <a:ext cx="347296" cy="332642"/>
          </a:xfrm>
          <a:prstGeom prst="ellipse">
            <a:avLst/>
          </a:prstGeom>
          <a:solidFill>
            <a:srgbClr val="FFFFFF"/>
          </a:solidFill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6896" name="Rectangle 31">
            <a:extLst>
              <a:ext uri="{FF2B5EF4-FFF2-40B4-BE49-F238E27FC236}">
                <a16:creationId xmlns:a16="http://schemas.microsoft.com/office/drawing/2014/main" id="{D2A4057E-88C0-4B27-8A4B-5F33723B9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738" y="4596912"/>
            <a:ext cx="126638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endParaRPr lang="en-GB" altLang="en-US" sz="2215" i="1"/>
          </a:p>
        </p:txBody>
      </p:sp>
      <p:sp>
        <p:nvSpPr>
          <p:cNvPr id="36897" name="Rectangle 32">
            <a:extLst>
              <a:ext uri="{FF2B5EF4-FFF2-40B4-BE49-F238E27FC236}">
                <a16:creationId xmlns:a16="http://schemas.microsoft.com/office/drawing/2014/main" id="{14AC5055-A32B-45EA-9E6C-1EB751C81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3623" y="4916366"/>
            <a:ext cx="136256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N</a:t>
            </a:r>
            <a:endParaRPr lang="en-GB" altLang="en-US" sz="2215" i="1"/>
          </a:p>
        </p:txBody>
      </p:sp>
      <p:sp>
        <p:nvSpPr>
          <p:cNvPr id="36898" name="Oval 33">
            <a:extLst>
              <a:ext uri="{FF2B5EF4-FFF2-40B4-BE49-F238E27FC236}">
                <a16:creationId xmlns:a16="http://schemas.microsoft.com/office/drawing/2014/main" id="{C7BC25BA-7FAA-4CEF-9E72-88F83F448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1397" y="2713893"/>
            <a:ext cx="350226" cy="332643"/>
          </a:xfrm>
          <a:prstGeom prst="ellipse">
            <a:avLst/>
          </a:prstGeom>
          <a:solidFill>
            <a:srgbClr val="FFFFFF"/>
          </a:solidFill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6899" name="Oval 34">
            <a:extLst>
              <a:ext uri="{FF2B5EF4-FFF2-40B4-BE49-F238E27FC236}">
                <a16:creationId xmlns:a16="http://schemas.microsoft.com/office/drawing/2014/main" id="{8DC92DB9-6EAB-4E64-AD7D-C9FE2266E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301" y="2693377"/>
            <a:ext cx="350227" cy="332643"/>
          </a:xfrm>
          <a:prstGeom prst="ellipse">
            <a:avLst/>
          </a:prstGeom>
          <a:solidFill>
            <a:srgbClr val="FFFFFF"/>
          </a:solidFill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6900" name="Oval 35">
            <a:extLst>
              <a:ext uri="{FF2B5EF4-FFF2-40B4-BE49-F238E27FC236}">
                <a16:creationId xmlns:a16="http://schemas.microsoft.com/office/drawing/2014/main" id="{FFE23449-DB76-4E2C-AAC8-8DFE099A5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2882" y="4552950"/>
            <a:ext cx="370742" cy="334108"/>
          </a:xfrm>
          <a:prstGeom prst="ellipse">
            <a:avLst/>
          </a:prstGeom>
          <a:solidFill>
            <a:srgbClr val="FFFFFF"/>
          </a:solidFill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6901" name="Rectangle 36">
            <a:extLst>
              <a:ext uri="{FF2B5EF4-FFF2-40B4-BE49-F238E27FC236}">
                <a16:creationId xmlns:a16="http://schemas.microsoft.com/office/drawing/2014/main" id="{965BD8E9-8B46-46CC-BF05-A7934F57A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300" y="4637943"/>
            <a:ext cx="126638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endParaRPr lang="en-GB" altLang="en-US" sz="2215"/>
          </a:p>
        </p:txBody>
      </p:sp>
      <p:sp>
        <p:nvSpPr>
          <p:cNvPr id="36902" name="Oval 37">
            <a:extLst>
              <a:ext uri="{FF2B5EF4-FFF2-40B4-BE49-F238E27FC236}">
                <a16:creationId xmlns:a16="http://schemas.microsoft.com/office/drawing/2014/main" id="{6EF6BF81-D86C-473A-8423-7C2BEF3A3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3339" y="3752851"/>
            <a:ext cx="348762" cy="331177"/>
          </a:xfrm>
          <a:prstGeom prst="ellipse">
            <a:avLst/>
          </a:prstGeom>
          <a:solidFill>
            <a:srgbClr val="FFFFFF"/>
          </a:solidFill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AU" altLang="en-US" sz="2215"/>
          </a:p>
        </p:txBody>
      </p:sp>
      <p:sp>
        <p:nvSpPr>
          <p:cNvPr id="36903" name="Rectangle 38">
            <a:extLst>
              <a:ext uri="{FF2B5EF4-FFF2-40B4-BE49-F238E27FC236}">
                <a16:creationId xmlns:a16="http://schemas.microsoft.com/office/drawing/2014/main" id="{DA802F51-808F-4DC2-B7A1-774160FB5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0" y="3807069"/>
            <a:ext cx="126638" cy="22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GB" altLang="en-US" sz="1477" i="1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endParaRPr lang="en-GB" altLang="en-US" sz="2215" i="1"/>
          </a:p>
        </p:txBody>
      </p:sp>
      <p:grpSp>
        <p:nvGrpSpPr>
          <p:cNvPr id="36904" name="Group 39">
            <a:extLst>
              <a:ext uri="{FF2B5EF4-FFF2-40B4-BE49-F238E27FC236}">
                <a16:creationId xmlns:a16="http://schemas.microsoft.com/office/drawing/2014/main" id="{66E6AF47-607D-45E4-8F63-94C19396A651}"/>
              </a:ext>
            </a:extLst>
          </p:cNvPr>
          <p:cNvGrpSpPr>
            <a:grpSpLocks/>
          </p:cNvGrpSpPr>
          <p:nvPr/>
        </p:nvGrpSpPr>
        <p:grpSpPr bwMode="auto">
          <a:xfrm>
            <a:off x="1714501" y="3026020"/>
            <a:ext cx="1024304" cy="1578219"/>
            <a:chOff x="1070" y="2501"/>
            <a:chExt cx="645" cy="1077"/>
          </a:xfrm>
        </p:grpSpPr>
        <p:sp>
          <p:nvSpPr>
            <p:cNvPr id="36933" name="Freeform 40">
              <a:extLst>
                <a:ext uri="{FF2B5EF4-FFF2-40B4-BE49-F238E27FC236}">
                  <a16:creationId xmlns:a16="http://schemas.microsoft.com/office/drawing/2014/main" id="{CFB41853-C3DF-405E-ADB3-5CEEB1722D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" y="3492"/>
              <a:ext cx="68" cy="86"/>
            </a:xfrm>
            <a:custGeom>
              <a:avLst/>
              <a:gdLst>
                <a:gd name="T0" fmla="*/ 41 w 78"/>
                <a:gd name="T1" fmla="*/ 15 h 94"/>
                <a:gd name="T2" fmla="*/ 68 w 78"/>
                <a:gd name="T3" fmla="*/ 29 h 94"/>
                <a:gd name="T4" fmla="*/ 0 w 78"/>
                <a:gd name="T5" fmla="*/ 86 h 94"/>
                <a:gd name="T6" fmla="*/ 28 w 78"/>
                <a:gd name="T7" fmla="*/ 0 h 94"/>
                <a:gd name="T8" fmla="*/ 41 w 78"/>
                <a:gd name="T9" fmla="*/ 15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94"/>
                <a:gd name="T17" fmla="*/ 78 w 78"/>
                <a:gd name="T18" fmla="*/ 94 h 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94">
                  <a:moveTo>
                    <a:pt x="47" y="16"/>
                  </a:moveTo>
                  <a:lnTo>
                    <a:pt x="78" y="32"/>
                  </a:lnTo>
                  <a:lnTo>
                    <a:pt x="0" y="94"/>
                  </a:lnTo>
                  <a:lnTo>
                    <a:pt x="32" y="0"/>
                  </a:lnTo>
                  <a:lnTo>
                    <a:pt x="47" y="16"/>
                  </a:lnTo>
                  <a:close/>
                </a:path>
              </a:pathLst>
            </a:custGeom>
            <a:solidFill>
              <a:srgbClr val="000000"/>
            </a:solidFill>
            <a:ln w="36513">
              <a:solidFill>
                <a:srgbClr val="213B9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36934" name="Line 41">
              <a:extLst>
                <a:ext uri="{FF2B5EF4-FFF2-40B4-BE49-F238E27FC236}">
                  <a16:creationId xmlns:a16="http://schemas.microsoft.com/office/drawing/2014/main" id="{335D88AD-57AE-43EA-8722-72AF194C6B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11" y="2501"/>
              <a:ext cx="604" cy="991"/>
            </a:xfrm>
            <a:prstGeom prst="line">
              <a:avLst/>
            </a:prstGeom>
            <a:noFill/>
            <a:ln w="36513">
              <a:solidFill>
                <a:srgbClr val="213B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/>
            </a:p>
          </p:txBody>
        </p:sp>
      </p:grpSp>
      <p:grpSp>
        <p:nvGrpSpPr>
          <p:cNvPr id="36905" name="Group 42">
            <a:extLst>
              <a:ext uri="{FF2B5EF4-FFF2-40B4-BE49-F238E27FC236}">
                <a16:creationId xmlns:a16="http://schemas.microsoft.com/office/drawing/2014/main" id="{02A29F2B-FA4C-425E-A915-622FEC3A2E96}"/>
              </a:ext>
            </a:extLst>
          </p:cNvPr>
          <p:cNvGrpSpPr>
            <a:grpSpLocks/>
          </p:cNvGrpSpPr>
          <p:nvPr/>
        </p:nvGrpSpPr>
        <p:grpSpPr bwMode="auto">
          <a:xfrm>
            <a:off x="5372100" y="2963008"/>
            <a:ext cx="2373923" cy="1619250"/>
            <a:chOff x="3374" y="2458"/>
            <a:chExt cx="1495" cy="1105"/>
          </a:xfrm>
        </p:grpSpPr>
        <p:sp>
          <p:nvSpPr>
            <p:cNvPr id="36931" name="Freeform 43">
              <a:extLst>
                <a:ext uri="{FF2B5EF4-FFF2-40B4-BE49-F238E27FC236}">
                  <a16:creationId xmlns:a16="http://schemas.microsoft.com/office/drawing/2014/main" id="{06278A8C-1311-4490-9200-D87D8C159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7" y="3492"/>
              <a:ext cx="82" cy="71"/>
            </a:xfrm>
            <a:custGeom>
              <a:avLst/>
              <a:gdLst>
                <a:gd name="T0" fmla="*/ 13 w 93"/>
                <a:gd name="T1" fmla="*/ 15 h 78"/>
                <a:gd name="T2" fmla="*/ 27 w 93"/>
                <a:gd name="T3" fmla="*/ 0 h 78"/>
                <a:gd name="T4" fmla="*/ 82 w 93"/>
                <a:gd name="T5" fmla="*/ 71 h 78"/>
                <a:gd name="T6" fmla="*/ 0 w 93"/>
                <a:gd name="T7" fmla="*/ 29 h 78"/>
                <a:gd name="T8" fmla="*/ 13 w 93"/>
                <a:gd name="T9" fmla="*/ 15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3"/>
                <a:gd name="T16" fmla="*/ 0 h 78"/>
                <a:gd name="T17" fmla="*/ 93 w 93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3" h="78">
                  <a:moveTo>
                    <a:pt x="15" y="16"/>
                  </a:moveTo>
                  <a:lnTo>
                    <a:pt x="31" y="0"/>
                  </a:lnTo>
                  <a:lnTo>
                    <a:pt x="93" y="78"/>
                  </a:lnTo>
                  <a:lnTo>
                    <a:pt x="0" y="32"/>
                  </a:lnTo>
                  <a:lnTo>
                    <a:pt x="15" y="16"/>
                  </a:lnTo>
                  <a:close/>
                </a:path>
              </a:pathLst>
            </a:custGeom>
            <a:solidFill>
              <a:srgbClr val="000000"/>
            </a:solidFill>
            <a:ln w="36513">
              <a:solidFill>
                <a:srgbClr val="213B9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36932" name="Line 44">
              <a:extLst>
                <a:ext uri="{FF2B5EF4-FFF2-40B4-BE49-F238E27FC236}">
                  <a16:creationId xmlns:a16="http://schemas.microsoft.com/office/drawing/2014/main" id="{98018B21-6F82-4E70-9298-800DB41BC7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4" y="2458"/>
              <a:ext cx="1426" cy="1049"/>
            </a:xfrm>
            <a:prstGeom prst="line">
              <a:avLst/>
            </a:prstGeom>
            <a:noFill/>
            <a:ln w="36513">
              <a:solidFill>
                <a:srgbClr val="213B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/>
            </a:p>
          </p:txBody>
        </p:sp>
      </p:grpSp>
      <p:sp>
        <p:nvSpPr>
          <p:cNvPr id="36906" name="Freeform 45">
            <a:extLst>
              <a:ext uri="{FF2B5EF4-FFF2-40B4-BE49-F238E27FC236}">
                <a16:creationId xmlns:a16="http://schemas.microsoft.com/office/drawing/2014/main" id="{29EA90FB-4CEC-49A9-BC7C-1249268E3CF7}"/>
              </a:ext>
            </a:extLst>
          </p:cNvPr>
          <p:cNvSpPr>
            <a:spLocks/>
          </p:cNvSpPr>
          <p:nvPr/>
        </p:nvSpPr>
        <p:spPr bwMode="auto">
          <a:xfrm>
            <a:off x="7076343" y="4462096"/>
            <a:ext cx="128954" cy="82062"/>
          </a:xfrm>
          <a:custGeom>
            <a:avLst/>
            <a:gdLst>
              <a:gd name="T0" fmla="*/ 0 w 93"/>
              <a:gd name="T1" fmla="*/ 44450 h 62"/>
              <a:gd name="T2" fmla="*/ 22532 w 93"/>
              <a:gd name="T3" fmla="*/ 0 h 62"/>
              <a:gd name="T4" fmla="*/ 139700 w 93"/>
              <a:gd name="T5" fmla="*/ 88900 h 62"/>
              <a:gd name="T6" fmla="*/ 0 w 93"/>
              <a:gd name="T7" fmla="*/ 67392 h 62"/>
              <a:gd name="T8" fmla="*/ 0 w 93"/>
              <a:gd name="T9" fmla="*/ 44450 h 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3"/>
              <a:gd name="T16" fmla="*/ 0 h 62"/>
              <a:gd name="T17" fmla="*/ 93 w 93"/>
              <a:gd name="T18" fmla="*/ 62 h 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3" h="62">
                <a:moveTo>
                  <a:pt x="0" y="31"/>
                </a:moveTo>
                <a:lnTo>
                  <a:pt x="15" y="0"/>
                </a:lnTo>
                <a:lnTo>
                  <a:pt x="93" y="62"/>
                </a:lnTo>
                <a:lnTo>
                  <a:pt x="0" y="47"/>
                </a:lnTo>
                <a:lnTo>
                  <a:pt x="0" y="31"/>
                </a:lnTo>
                <a:close/>
              </a:path>
            </a:pathLst>
          </a:custGeom>
          <a:solidFill>
            <a:srgbClr val="000000"/>
          </a:solidFill>
          <a:ln w="36513">
            <a:solidFill>
              <a:srgbClr val="213B9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sz="1662"/>
          </a:p>
        </p:txBody>
      </p:sp>
      <p:grpSp>
        <p:nvGrpSpPr>
          <p:cNvPr id="36907" name="Group 46">
            <a:extLst>
              <a:ext uri="{FF2B5EF4-FFF2-40B4-BE49-F238E27FC236}">
                <a16:creationId xmlns:a16="http://schemas.microsoft.com/office/drawing/2014/main" id="{44BE0ADD-C8DD-4861-A82E-B9A962F2AA96}"/>
              </a:ext>
            </a:extLst>
          </p:cNvPr>
          <p:cNvGrpSpPr>
            <a:grpSpLocks/>
          </p:cNvGrpSpPr>
          <p:nvPr/>
        </p:nvGrpSpPr>
        <p:grpSpPr bwMode="auto">
          <a:xfrm>
            <a:off x="3021623" y="2963007"/>
            <a:ext cx="4066443" cy="1682262"/>
            <a:chOff x="1893" y="2458"/>
            <a:chExt cx="2562" cy="1148"/>
          </a:xfrm>
        </p:grpSpPr>
        <p:sp>
          <p:nvSpPr>
            <p:cNvPr id="36926" name="Freeform 47">
              <a:extLst>
                <a:ext uri="{FF2B5EF4-FFF2-40B4-BE49-F238E27FC236}">
                  <a16:creationId xmlns:a16="http://schemas.microsoft.com/office/drawing/2014/main" id="{070C23B2-11A2-4E5F-998E-0E0AD9029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9" y="2997"/>
              <a:ext cx="82" cy="71"/>
            </a:xfrm>
            <a:custGeom>
              <a:avLst/>
              <a:gdLst>
                <a:gd name="T0" fmla="*/ 0 w 94"/>
                <a:gd name="T1" fmla="*/ 28 h 78"/>
                <a:gd name="T2" fmla="*/ 14 w 94"/>
                <a:gd name="T3" fmla="*/ 0 h 78"/>
                <a:gd name="T4" fmla="*/ 82 w 94"/>
                <a:gd name="T5" fmla="*/ 71 h 78"/>
                <a:gd name="T6" fmla="*/ 0 w 94"/>
                <a:gd name="T7" fmla="*/ 56 h 78"/>
                <a:gd name="T8" fmla="*/ 0 w 94"/>
                <a:gd name="T9" fmla="*/ 28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4"/>
                <a:gd name="T16" fmla="*/ 0 h 78"/>
                <a:gd name="T17" fmla="*/ 94 w 94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4" h="78">
                  <a:moveTo>
                    <a:pt x="0" y="31"/>
                  </a:moveTo>
                  <a:lnTo>
                    <a:pt x="16" y="0"/>
                  </a:lnTo>
                  <a:lnTo>
                    <a:pt x="94" y="78"/>
                  </a:lnTo>
                  <a:lnTo>
                    <a:pt x="0" y="62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/>
            </a:solidFill>
            <a:ln w="36513">
              <a:solidFill>
                <a:srgbClr val="213B9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36927" name="Line 48">
              <a:extLst>
                <a:ext uri="{FF2B5EF4-FFF2-40B4-BE49-F238E27FC236}">
                  <a16:creationId xmlns:a16="http://schemas.microsoft.com/office/drawing/2014/main" id="{0DA0D2A3-A7B2-4C4E-BA70-0E7148A5EE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3" y="2458"/>
              <a:ext cx="1166" cy="567"/>
            </a:xfrm>
            <a:prstGeom prst="line">
              <a:avLst/>
            </a:prstGeom>
            <a:noFill/>
            <a:ln w="36513">
              <a:solidFill>
                <a:srgbClr val="213B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36928" name="Line 49">
              <a:extLst>
                <a:ext uri="{FF2B5EF4-FFF2-40B4-BE49-F238E27FC236}">
                  <a16:creationId xmlns:a16="http://schemas.microsoft.com/office/drawing/2014/main" id="{0CA07A18-05D8-4CE5-9C0F-BB3B1F3FD1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39"/>
              <a:ext cx="1095" cy="362"/>
            </a:xfrm>
            <a:prstGeom prst="line">
              <a:avLst/>
            </a:prstGeom>
            <a:noFill/>
            <a:ln w="36513">
              <a:solidFill>
                <a:srgbClr val="213B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36929" name="Freeform 50">
              <a:extLst>
                <a:ext uri="{FF2B5EF4-FFF2-40B4-BE49-F238E27FC236}">
                  <a16:creationId xmlns:a16="http://schemas.microsoft.com/office/drawing/2014/main" id="{2479143A-F3A1-418B-B246-F736E5EB1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5" y="3535"/>
              <a:ext cx="81" cy="71"/>
            </a:xfrm>
            <a:custGeom>
              <a:avLst/>
              <a:gdLst>
                <a:gd name="T0" fmla="*/ 13 w 93"/>
                <a:gd name="T1" fmla="*/ 15 h 78"/>
                <a:gd name="T2" fmla="*/ 27 w 93"/>
                <a:gd name="T3" fmla="*/ 0 h 78"/>
                <a:gd name="T4" fmla="*/ 81 w 93"/>
                <a:gd name="T5" fmla="*/ 71 h 78"/>
                <a:gd name="T6" fmla="*/ 0 w 93"/>
                <a:gd name="T7" fmla="*/ 43 h 78"/>
                <a:gd name="T8" fmla="*/ 13 w 93"/>
                <a:gd name="T9" fmla="*/ 15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3"/>
                <a:gd name="T16" fmla="*/ 0 h 78"/>
                <a:gd name="T17" fmla="*/ 93 w 93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3" h="78">
                  <a:moveTo>
                    <a:pt x="15" y="16"/>
                  </a:moveTo>
                  <a:lnTo>
                    <a:pt x="31" y="0"/>
                  </a:lnTo>
                  <a:lnTo>
                    <a:pt x="93" y="78"/>
                  </a:lnTo>
                  <a:lnTo>
                    <a:pt x="0" y="47"/>
                  </a:lnTo>
                  <a:lnTo>
                    <a:pt x="15" y="16"/>
                  </a:lnTo>
                  <a:close/>
                </a:path>
              </a:pathLst>
            </a:custGeom>
            <a:solidFill>
              <a:srgbClr val="000000"/>
            </a:solidFill>
            <a:ln w="36513">
              <a:solidFill>
                <a:srgbClr val="213B9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36930" name="Line 51">
              <a:extLst>
                <a:ext uri="{FF2B5EF4-FFF2-40B4-BE49-F238E27FC236}">
                  <a16:creationId xmlns:a16="http://schemas.microsoft.com/office/drawing/2014/main" id="{5C1C0789-448A-4EFC-A328-3E2343A4F7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3" y="3195"/>
              <a:ext cx="425" cy="355"/>
            </a:xfrm>
            <a:prstGeom prst="line">
              <a:avLst/>
            </a:prstGeom>
            <a:noFill/>
            <a:ln w="36513">
              <a:solidFill>
                <a:srgbClr val="213B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/>
            </a:p>
          </p:txBody>
        </p:sp>
      </p:grpSp>
      <p:grpSp>
        <p:nvGrpSpPr>
          <p:cNvPr id="36908" name="Group 53">
            <a:extLst>
              <a:ext uri="{FF2B5EF4-FFF2-40B4-BE49-F238E27FC236}">
                <a16:creationId xmlns:a16="http://schemas.microsoft.com/office/drawing/2014/main" id="{662ED0F1-C2D0-4CC2-84F6-BEB747B5E5BE}"/>
              </a:ext>
            </a:extLst>
          </p:cNvPr>
          <p:cNvGrpSpPr>
            <a:grpSpLocks/>
          </p:cNvGrpSpPr>
          <p:nvPr/>
        </p:nvGrpSpPr>
        <p:grpSpPr bwMode="auto">
          <a:xfrm>
            <a:off x="2050074" y="2960077"/>
            <a:ext cx="3109546" cy="1833197"/>
            <a:chOff x="1281" y="2456"/>
            <a:chExt cx="1959" cy="1251"/>
          </a:xfrm>
        </p:grpSpPr>
        <p:grpSp>
          <p:nvGrpSpPr>
            <p:cNvPr id="36920" name="Group 54">
              <a:extLst>
                <a:ext uri="{FF2B5EF4-FFF2-40B4-BE49-F238E27FC236}">
                  <a16:creationId xmlns:a16="http://schemas.microsoft.com/office/drawing/2014/main" id="{9D792866-3674-4315-9154-B757389362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8" y="2456"/>
              <a:ext cx="922" cy="1108"/>
              <a:chOff x="2318" y="2473"/>
              <a:chExt cx="905" cy="1090"/>
            </a:xfrm>
          </p:grpSpPr>
          <p:sp>
            <p:nvSpPr>
              <p:cNvPr id="36924" name="Freeform 55">
                <a:extLst>
                  <a:ext uri="{FF2B5EF4-FFF2-40B4-BE49-F238E27FC236}">
                    <a16:creationId xmlns:a16="http://schemas.microsoft.com/office/drawing/2014/main" id="{FA92A133-2A5F-4C23-B0EF-2DC82C4E6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8" y="3479"/>
                <a:ext cx="69" cy="84"/>
              </a:xfrm>
              <a:custGeom>
                <a:avLst/>
                <a:gdLst>
                  <a:gd name="T0" fmla="*/ 56 w 78"/>
                  <a:gd name="T1" fmla="*/ 14 h 93"/>
                  <a:gd name="T2" fmla="*/ 69 w 78"/>
                  <a:gd name="T3" fmla="*/ 42 h 93"/>
                  <a:gd name="T4" fmla="*/ 0 w 78"/>
                  <a:gd name="T5" fmla="*/ 84 h 93"/>
                  <a:gd name="T6" fmla="*/ 42 w 78"/>
                  <a:gd name="T7" fmla="*/ 0 h 93"/>
                  <a:gd name="T8" fmla="*/ 56 w 78"/>
                  <a:gd name="T9" fmla="*/ 14 h 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93"/>
                  <a:gd name="T17" fmla="*/ 78 w 78"/>
                  <a:gd name="T18" fmla="*/ 93 h 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93">
                    <a:moveTo>
                      <a:pt x="63" y="15"/>
                    </a:moveTo>
                    <a:lnTo>
                      <a:pt x="78" y="47"/>
                    </a:lnTo>
                    <a:lnTo>
                      <a:pt x="0" y="93"/>
                    </a:lnTo>
                    <a:lnTo>
                      <a:pt x="47" y="0"/>
                    </a:lnTo>
                    <a:lnTo>
                      <a:pt x="63" y="15"/>
                    </a:lnTo>
                    <a:close/>
                  </a:path>
                </a:pathLst>
              </a:custGeom>
              <a:solidFill>
                <a:srgbClr val="000000"/>
              </a:solidFill>
              <a:ln w="36513">
                <a:solidFill>
                  <a:srgbClr val="213B9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36925" name="Line 56">
                <a:extLst>
                  <a:ext uri="{FF2B5EF4-FFF2-40B4-BE49-F238E27FC236}">
                    <a16:creationId xmlns:a16="http://schemas.microsoft.com/office/drawing/2014/main" id="{F1C2552C-0257-46D0-AE64-B1CFC23B47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73" y="2473"/>
                <a:ext cx="850" cy="1019"/>
              </a:xfrm>
              <a:prstGeom prst="line">
                <a:avLst/>
              </a:prstGeom>
              <a:noFill/>
              <a:ln w="36513">
                <a:solidFill>
                  <a:srgbClr val="213B9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</p:grpSp>
        <p:grpSp>
          <p:nvGrpSpPr>
            <p:cNvPr id="36921" name="Group 57">
              <a:extLst>
                <a:ext uri="{FF2B5EF4-FFF2-40B4-BE49-F238E27FC236}">
                  <a16:creationId xmlns:a16="http://schemas.microsoft.com/office/drawing/2014/main" id="{52C367E5-8457-4F56-A687-848F09024B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1" y="3677"/>
              <a:ext cx="845" cy="30"/>
              <a:chOff x="1167" y="3677"/>
              <a:chExt cx="959" cy="56"/>
            </a:xfrm>
          </p:grpSpPr>
          <p:sp>
            <p:nvSpPr>
              <p:cNvPr id="36922" name="Freeform 58">
                <a:extLst>
                  <a:ext uri="{FF2B5EF4-FFF2-40B4-BE49-F238E27FC236}">
                    <a16:creationId xmlns:a16="http://schemas.microsoft.com/office/drawing/2014/main" id="{586A7F94-0E2A-4732-A6D3-0A16212152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7" y="3677"/>
                <a:ext cx="81" cy="56"/>
              </a:xfrm>
              <a:custGeom>
                <a:avLst/>
                <a:gdLst>
                  <a:gd name="T0" fmla="*/ 81 w 93"/>
                  <a:gd name="T1" fmla="*/ 28 h 62"/>
                  <a:gd name="T2" fmla="*/ 81 w 93"/>
                  <a:gd name="T3" fmla="*/ 56 h 62"/>
                  <a:gd name="T4" fmla="*/ 0 w 93"/>
                  <a:gd name="T5" fmla="*/ 42 h 62"/>
                  <a:gd name="T6" fmla="*/ 81 w 93"/>
                  <a:gd name="T7" fmla="*/ 0 h 62"/>
                  <a:gd name="T8" fmla="*/ 81 w 93"/>
                  <a:gd name="T9" fmla="*/ 28 h 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3"/>
                  <a:gd name="T16" fmla="*/ 0 h 62"/>
                  <a:gd name="T17" fmla="*/ 93 w 93"/>
                  <a:gd name="T18" fmla="*/ 62 h 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3" h="62">
                    <a:moveTo>
                      <a:pt x="93" y="31"/>
                    </a:moveTo>
                    <a:lnTo>
                      <a:pt x="93" y="62"/>
                    </a:lnTo>
                    <a:lnTo>
                      <a:pt x="0" y="47"/>
                    </a:lnTo>
                    <a:lnTo>
                      <a:pt x="93" y="0"/>
                    </a:lnTo>
                    <a:lnTo>
                      <a:pt x="93" y="31"/>
                    </a:lnTo>
                    <a:close/>
                  </a:path>
                </a:pathLst>
              </a:custGeom>
              <a:solidFill>
                <a:srgbClr val="000000"/>
              </a:solidFill>
              <a:ln w="36513">
                <a:solidFill>
                  <a:srgbClr val="213B9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36923" name="Line 59">
                <a:extLst>
                  <a:ext uri="{FF2B5EF4-FFF2-40B4-BE49-F238E27FC236}">
                    <a16:creationId xmlns:a16="http://schemas.microsoft.com/office/drawing/2014/main" id="{C1D9D0D8-A97C-474D-B90F-CAD63BAB7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63" y="3677"/>
                <a:ext cx="863" cy="28"/>
              </a:xfrm>
              <a:prstGeom prst="line">
                <a:avLst/>
              </a:prstGeom>
              <a:noFill/>
              <a:ln w="36513">
                <a:solidFill>
                  <a:srgbClr val="213B9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</p:grpSp>
      </p:grpSp>
      <p:sp>
        <p:nvSpPr>
          <p:cNvPr id="36909" name="Rectangle 60">
            <a:extLst>
              <a:ext uri="{FF2B5EF4-FFF2-40B4-BE49-F238E27FC236}">
                <a16:creationId xmlns:a16="http://schemas.microsoft.com/office/drawing/2014/main" id="{95777A0D-D34A-4980-9027-8DF7B7AD6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7187" y="5414597"/>
            <a:ext cx="8179777" cy="332642"/>
          </a:xfrm>
          <a:noFill/>
        </p:spPr>
        <p:txBody>
          <a:bodyPr/>
          <a:lstStyle/>
          <a:p>
            <a:pPr marL="0" lvl="1" indent="0">
              <a:lnSpc>
                <a:spcPct val="90000"/>
              </a:lnSpc>
              <a:buNone/>
            </a:pPr>
            <a:r>
              <a:rPr lang="en-GB" altLang="en-US" dirty="0"/>
              <a:t>therefore </a:t>
            </a:r>
            <a:r>
              <a:rPr lang="en-GB" altLang="en-US" i="1" dirty="0"/>
              <a:t>T</a:t>
            </a:r>
            <a:r>
              <a:rPr lang="en-GB" altLang="en-US" dirty="0"/>
              <a:t>’s deposit will be performed at </a:t>
            </a:r>
            <a:r>
              <a:rPr lang="en-GB" altLang="en-US" i="1" dirty="0"/>
              <a:t>M</a:t>
            </a:r>
            <a:r>
              <a:rPr lang="en-GB" altLang="en-US" dirty="0"/>
              <a:t> and </a:t>
            </a:r>
            <a:r>
              <a:rPr lang="en-GB" altLang="en-US" i="1" dirty="0"/>
              <a:t>P</a:t>
            </a:r>
            <a:r>
              <a:rPr lang="en-GB" altLang="en-US" dirty="0"/>
              <a:t> (all available)</a:t>
            </a:r>
          </a:p>
          <a:p>
            <a:pPr marL="0" lvl="1" indent="0">
              <a:lnSpc>
                <a:spcPct val="90000"/>
              </a:lnSpc>
              <a:buNone/>
            </a:pPr>
            <a:r>
              <a:rPr lang="en-GB" altLang="en-US" dirty="0"/>
              <a:t>and </a:t>
            </a:r>
            <a:r>
              <a:rPr lang="en-GB" altLang="en-US" i="1" dirty="0"/>
              <a:t>U</a:t>
            </a:r>
            <a:r>
              <a:rPr lang="en-GB" altLang="en-US" dirty="0"/>
              <a:t>’s deposit will be performed at </a:t>
            </a:r>
            <a:r>
              <a:rPr lang="en-GB" altLang="en-US" i="1" dirty="0"/>
              <a:t>Y</a:t>
            </a:r>
            <a:r>
              <a:rPr lang="en-GB" altLang="en-US" dirty="0"/>
              <a:t> (all available)</a:t>
            </a:r>
          </a:p>
          <a:p>
            <a:pPr marL="0" lvl="1" indent="0">
              <a:lnSpc>
                <a:spcPct val="90000"/>
              </a:lnSpc>
              <a:buNone/>
            </a:pPr>
            <a:r>
              <a:rPr lang="en-GB" altLang="en-US" b="1" dirty="0">
                <a:solidFill>
                  <a:srgbClr val="FF0000"/>
                </a:solidFill>
              </a:rPr>
              <a:t>NOT GOOD!!</a:t>
            </a:r>
          </a:p>
        </p:txBody>
      </p:sp>
      <p:sp>
        <p:nvSpPr>
          <p:cNvPr id="36910" name="Rectangle 61">
            <a:extLst>
              <a:ext uri="{FF2B5EF4-FFF2-40B4-BE49-F238E27FC236}">
                <a16:creationId xmlns:a16="http://schemas.microsoft.com/office/drawing/2014/main" id="{D3DF8DDB-E8A4-456E-AB89-0D375F05E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516" y="1405305"/>
            <a:ext cx="5671745" cy="34810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kumimoji="1" lang="en-GB" altLang="en-US" sz="1662" dirty="0">
                <a:solidFill>
                  <a:schemeClr val="hlink"/>
                </a:solidFill>
                <a:latin typeface="Arial" panose="020B0604020202020204" pitchFamily="34" charset="0"/>
              </a:rPr>
              <a:t>assume that </a:t>
            </a:r>
            <a:r>
              <a:rPr kumimoji="1" lang="en-GB" altLang="en-US" sz="1662" i="1" dirty="0">
                <a:solidFill>
                  <a:schemeClr val="hlink"/>
                </a:solidFill>
                <a:latin typeface="Arial" panose="020B0604020202020204" pitchFamily="34" charset="0"/>
              </a:rPr>
              <a:t>X</a:t>
            </a:r>
            <a:r>
              <a:rPr kumimoji="1" lang="en-GB" altLang="en-US" sz="1662" dirty="0">
                <a:solidFill>
                  <a:schemeClr val="hlink"/>
                </a:solidFill>
                <a:latin typeface="Arial" panose="020B0604020202020204" pitchFamily="34" charset="0"/>
              </a:rPr>
              <a:t> fails just after </a:t>
            </a:r>
            <a:r>
              <a:rPr kumimoji="1" lang="en-GB" altLang="en-US" sz="1662" i="1" dirty="0">
                <a:solidFill>
                  <a:schemeClr val="hlink"/>
                </a:solidFill>
                <a:latin typeface="Arial" panose="020B0604020202020204" pitchFamily="34" charset="0"/>
              </a:rPr>
              <a:t>T</a:t>
            </a:r>
            <a:r>
              <a:rPr kumimoji="1" lang="en-GB" altLang="en-US" sz="1662" dirty="0">
                <a:solidFill>
                  <a:schemeClr val="hlink"/>
                </a:solidFill>
                <a:latin typeface="Arial" panose="020B0604020202020204" pitchFamily="34" charset="0"/>
              </a:rPr>
              <a:t> has performed </a:t>
            </a:r>
            <a:r>
              <a:rPr kumimoji="1" lang="en-GB" altLang="en-US" sz="1662" i="1" dirty="0" err="1">
                <a:solidFill>
                  <a:schemeClr val="hlink"/>
                </a:solidFill>
                <a:latin typeface="Arial" panose="020B0604020202020204" pitchFamily="34" charset="0"/>
              </a:rPr>
              <a:t>getBalance</a:t>
            </a:r>
            <a:endParaRPr kumimoji="1" lang="en-GB" altLang="en-US" sz="1662" i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grpSp>
        <p:nvGrpSpPr>
          <p:cNvPr id="36911" name="Group 62">
            <a:extLst>
              <a:ext uri="{FF2B5EF4-FFF2-40B4-BE49-F238E27FC236}">
                <a16:creationId xmlns:a16="http://schemas.microsoft.com/office/drawing/2014/main" id="{20FF6BD1-3B48-4EA1-A570-55585C12DEDA}"/>
              </a:ext>
            </a:extLst>
          </p:cNvPr>
          <p:cNvGrpSpPr>
            <a:grpSpLocks/>
          </p:cNvGrpSpPr>
          <p:nvPr/>
        </p:nvGrpSpPr>
        <p:grpSpPr bwMode="auto">
          <a:xfrm>
            <a:off x="1188427" y="4295043"/>
            <a:ext cx="890954" cy="931985"/>
            <a:chOff x="738" y="3367"/>
            <a:chExt cx="562" cy="636"/>
          </a:xfrm>
        </p:grpSpPr>
        <p:sp>
          <p:nvSpPr>
            <p:cNvPr id="36918" name="Line 63">
              <a:extLst>
                <a:ext uri="{FF2B5EF4-FFF2-40B4-BE49-F238E27FC236}">
                  <a16:creationId xmlns:a16="http://schemas.microsoft.com/office/drawing/2014/main" id="{C99D64AD-8B8C-4735-A685-CF94D1C6A6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6" y="3367"/>
              <a:ext cx="536" cy="6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62"/>
            </a:p>
          </p:txBody>
        </p:sp>
        <p:sp>
          <p:nvSpPr>
            <p:cNvPr id="36919" name="Line 64">
              <a:extLst>
                <a:ext uri="{FF2B5EF4-FFF2-40B4-BE49-F238E27FC236}">
                  <a16:creationId xmlns:a16="http://schemas.microsoft.com/office/drawing/2014/main" id="{C4E2E48E-A73F-4C96-8C6F-E117112675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8" y="3414"/>
              <a:ext cx="562" cy="5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62"/>
            </a:p>
          </p:txBody>
        </p:sp>
      </p:grpSp>
      <p:sp>
        <p:nvSpPr>
          <p:cNvPr id="36912" name="Rectangle 65">
            <a:extLst>
              <a:ext uri="{FF2B5EF4-FFF2-40B4-BE49-F238E27FC236}">
                <a16:creationId xmlns:a16="http://schemas.microsoft.com/office/drawing/2014/main" id="{65CC9C56-DD8D-4692-BF2E-FEDA68DFB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793" y="1773116"/>
            <a:ext cx="5189241" cy="34810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kumimoji="1" lang="en-GB" altLang="en-US" sz="1662" dirty="0">
                <a:solidFill>
                  <a:schemeClr val="hlink"/>
                </a:solidFill>
                <a:latin typeface="Arial" panose="020B0604020202020204" pitchFamily="34" charset="0"/>
              </a:rPr>
              <a:t>and </a:t>
            </a:r>
            <a:r>
              <a:rPr kumimoji="1" lang="en-GB" altLang="en-US" sz="1662" i="1" dirty="0">
                <a:solidFill>
                  <a:schemeClr val="hlink"/>
                </a:solidFill>
                <a:latin typeface="Arial" panose="020B0604020202020204" pitchFamily="34" charset="0"/>
              </a:rPr>
              <a:t>N</a:t>
            </a:r>
            <a:r>
              <a:rPr kumimoji="1" lang="en-GB" altLang="en-US" sz="1662" dirty="0">
                <a:solidFill>
                  <a:schemeClr val="hlink"/>
                </a:solidFill>
                <a:latin typeface="Arial" panose="020B0604020202020204" pitchFamily="34" charset="0"/>
              </a:rPr>
              <a:t> failing just after </a:t>
            </a:r>
            <a:r>
              <a:rPr kumimoji="1" lang="en-GB" altLang="en-US" sz="1662" i="1" dirty="0">
                <a:solidFill>
                  <a:schemeClr val="hlink"/>
                </a:solidFill>
                <a:latin typeface="Arial" panose="020B0604020202020204" pitchFamily="34" charset="0"/>
              </a:rPr>
              <a:t>U</a:t>
            </a:r>
            <a:r>
              <a:rPr kumimoji="1" lang="en-GB" altLang="en-US" sz="1662" dirty="0">
                <a:solidFill>
                  <a:schemeClr val="hlink"/>
                </a:solidFill>
                <a:latin typeface="Arial" panose="020B0604020202020204" pitchFamily="34" charset="0"/>
              </a:rPr>
              <a:t> has performed </a:t>
            </a:r>
            <a:r>
              <a:rPr kumimoji="1" lang="en-GB" altLang="en-US" sz="1662" i="1" dirty="0" err="1">
                <a:solidFill>
                  <a:schemeClr val="hlink"/>
                </a:solidFill>
                <a:latin typeface="Arial" panose="020B0604020202020204" pitchFamily="34" charset="0"/>
              </a:rPr>
              <a:t>getBalance</a:t>
            </a:r>
            <a:endParaRPr kumimoji="1" lang="en-GB" altLang="en-US" sz="1662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grpSp>
        <p:nvGrpSpPr>
          <p:cNvPr id="36913" name="Group 66">
            <a:extLst>
              <a:ext uri="{FF2B5EF4-FFF2-40B4-BE49-F238E27FC236}">
                <a16:creationId xmlns:a16="http://schemas.microsoft.com/office/drawing/2014/main" id="{38CACBA1-0A4D-435E-A2CA-CF473F6BCD30}"/>
              </a:ext>
            </a:extLst>
          </p:cNvPr>
          <p:cNvGrpSpPr>
            <a:grpSpLocks/>
          </p:cNvGrpSpPr>
          <p:nvPr/>
        </p:nvGrpSpPr>
        <p:grpSpPr bwMode="auto">
          <a:xfrm>
            <a:off x="7507166" y="4215912"/>
            <a:ext cx="892419" cy="931985"/>
            <a:chOff x="738" y="3367"/>
            <a:chExt cx="562" cy="636"/>
          </a:xfrm>
        </p:grpSpPr>
        <p:sp>
          <p:nvSpPr>
            <p:cNvPr id="36916" name="Line 67">
              <a:extLst>
                <a:ext uri="{FF2B5EF4-FFF2-40B4-BE49-F238E27FC236}">
                  <a16:creationId xmlns:a16="http://schemas.microsoft.com/office/drawing/2014/main" id="{4A4790EA-9F0C-4E6D-A736-4A7ADAFE7A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6" y="3367"/>
              <a:ext cx="536" cy="6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62"/>
            </a:p>
          </p:txBody>
        </p:sp>
        <p:sp>
          <p:nvSpPr>
            <p:cNvPr id="36917" name="Line 68">
              <a:extLst>
                <a:ext uri="{FF2B5EF4-FFF2-40B4-BE49-F238E27FC236}">
                  <a16:creationId xmlns:a16="http://schemas.microsoft.com/office/drawing/2014/main" id="{C265BB2A-8643-484C-AD4F-7A97910481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8" y="3414"/>
              <a:ext cx="562" cy="5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62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>
            <a:extLst>
              <a:ext uri="{FF2B5EF4-FFF2-40B4-BE49-F238E27FC236}">
                <a16:creationId xmlns:a16="http://schemas.microsoft.com/office/drawing/2014/main" id="{783405A8-5CBA-449F-A8F3-FD4A487A80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5467" y="175045"/>
            <a:ext cx="7520001" cy="887360"/>
          </a:xfrm>
        </p:spPr>
        <p:txBody>
          <a:bodyPr/>
          <a:lstStyle/>
          <a:p>
            <a:r>
              <a:rPr lang="en-GB" altLang="en-US" dirty="0">
                <a:latin typeface="+mn-lt"/>
              </a:rPr>
              <a:t>Available copies replication rule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D0B22B8C-C91F-4E2D-BF52-B7D4B8F69B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654" y="1408235"/>
            <a:ext cx="8179777" cy="3245826"/>
          </a:xfrm>
        </p:spPr>
        <p:txBody>
          <a:bodyPr/>
          <a:lstStyle/>
          <a:p>
            <a:pPr marL="0" lvl="1" indent="0">
              <a:lnSpc>
                <a:spcPct val="90000"/>
              </a:lnSpc>
              <a:buNone/>
            </a:pPr>
            <a:r>
              <a:rPr lang="en-GB" altLang="en-US" b="1" dirty="0">
                <a:solidFill>
                  <a:srgbClr val="FF0000"/>
                </a:solidFill>
              </a:rPr>
              <a:t>Before a transaction commits, it checks for failed </a:t>
            </a:r>
            <a:r>
              <a:rPr lang="en-GB" altLang="en-US" b="1">
                <a:solidFill>
                  <a:srgbClr val="FF0000"/>
                </a:solidFill>
              </a:rPr>
              <a:t>and available </a:t>
            </a:r>
            <a:r>
              <a:rPr lang="en-GB" altLang="en-US" b="1" dirty="0">
                <a:solidFill>
                  <a:srgbClr val="FF0000"/>
                </a:solidFill>
              </a:rPr>
              <a:t>servers it has contacted, the set should not change during execution</a:t>
            </a:r>
            <a:r>
              <a:rPr lang="en-GB" altLang="en-US" dirty="0"/>
              <a:t>:</a:t>
            </a:r>
          </a:p>
          <a:p>
            <a:pPr lvl="2">
              <a:lnSpc>
                <a:spcPct val="90000"/>
              </a:lnSpc>
            </a:pPr>
            <a:r>
              <a:rPr lang="en-GB" altLang="en-US" dirty="0"/>
              <a:t>E.g., </a:t>
            </a:r>
            <a:r>
              <a:rPr lang="en-GB" altLang="en-US" i="1" dirty="0"/>
              <a:t>T</a:t>
            </a:r>
            <a:r>
              <a:rPr lang="en-GB" altLang="en-US" dirty="0"/>
              <a:t> would check if X is still available among others. </a:t>
            </a:r>
          </a:p>
          <a:p>
            <a:pPr lvl="2">
              <a:lnSpc>
                <a:spcPct val="90000"/>
              </a:lnSpc>
            </a:pPr>
            <a:r>
              <a:rPr lang="en-GB" altLang="en-US" dirty="0"/>
              <a:t>We said X fails before </a:t>
            </a:r>
            <a:r>
              <a:rPr lang="en-GB" altLang="en-US" i="1" dirty="0"/>
              <a:t>T</a:t>
            </a:r>
            <a:r>
              <a:rPr lang="en-GB" altLang="en-US" dirty="0"/>
              <a:t>’s </a:t>
            </a:r>
            <a:r>
              <a:rPr lang="en-GB" altLang="en-US" i="1" dirty="0"/>
              <a:t>deposit</a:t>
            </a:r>
            <a:r>
              <a:rPr lang="en-GB" altLang="en-US" dirty="0"/>
              <a:t>, in which case, T would have to abort.</a:t>
            </a:r>
          </a:p>
          <a:p>
            <a:pPr lvl="2">
              <a:lnSpc>
                <a:spcPct val="90000"/>
              </a:lnSpc>
            </a:pPr>
            <a:r>
              <a:rPr lang="en-GB" altLang="en-US" dirty="0"/>
              <a:t>Thus no harm can come from this execution now.</a:t>
            </a:r>
          </a:p>
          <a:p>
            <a:pPr lvl="3">
              <a:lnSpc>
                <a:spcPct val="90000"/>
              </a:lnSpc>
            </a:pPr>
            <a:endParaRPr lang="en-GB" altLang="en-US" sz="2400" dirty="0"/>
          </a:p>
          <a:p>
            <a:pPr lvl="2">
              <a:lnSpc>
                <a:spcPct val="90000"/>
              </a:lnSpc>
            </a:pPr>
            <a:endParaRPr lang="en-GB" altLang="en-US" sz="1292" dirty="0"/>
          </a:p>
        </p:txBody>
      </p:sp>
      <p:grpSp>
        <p:nvGrpSpPr>
          <p:cNvPr id="37894" name="Group 22">
            <a:extLst>
              <a:ext uri="{FF2B5EF4-FFF2-40B4-BE49-F238E27FC236}">
                <a16:creationId xmlns:a16="http://schemas.microsoft.com/office/drawing/2014/main" id="{B4793FFB-E26C-4E3A-93E9-348764B66B56}"/>
              </a:ext>
            </a:extLst>
          </p:cNvPr>
          <p:cNvGrpSpPr>
            <a:grpSpLocks/>
          </p:cNvGrpSpPr>
          <p:nvPr/>
        </p:nvGrpSpPr>
        <p:grpSpPr bwMode="auto">
          <a:xfrm>
            <a:off x="1849389" y="3597307"/>
            <a:ext cx="3285392" cy="1266092"/>
            <a:chOff x="632" y="3181"/>
            <a:chExt cx="2070" cy="864"/>
          </a:xfrm>
        </p:grpSpPr>
        <p:sp>
          <p:nvSpPr>
            <p:cNvPr id="37896" name="Rectangle 23">
              <a:extLst>
                <a:ext uri="{FF2B5EF4-FFF2-40B4-BE49-F238E27FC236}">
                  <a16:creationId xmlns:a16="http://schemas.microsoft.com/office/drawing/2014/main" id="{9E808508-6557-4759-9E5C-40BC028CB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4" y="3820"/>
              <a:ext cx="8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r>
                <a:rPr lang="en-GB" altLang="en-US" sz="1477" i="1">
                  <a:solidFill>
                    <a:srgbClr val="000000"/>
                  </a:solidFill>
                  <a:latin typeface="Arial" panose="020B0604020202020204" pitchFamily="34" charset="0"/>
                </a:rPr>
                <a:t>Y</a:t>
              </a:r>
              <a:endParaRPr lang="en-GB" altLang="en-US" sz="2215" i="1"/>
            </a:p>
          </p:txBody>
        </p:sp>
        <p:sp>
          <p:nvSpPr>
            <p:cNvPr id="37897" name="Rectangle 24">
              <a:extLst>
                <a:ext uri="{FF2B5EF4-FFF2-40B4-BE49-F238E27FC236}">
                  <a16:creationId xmlns:a16="http://schemas.microsoft.com/office/drawing/2014/main" id="{EDC32D93-9BD0-4B68-8524-86F564B46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" y="3181"/>
              <a:ext cx="2070" cy="864"/>
            </a:xfrm>
            <a:prstGeom prst="rect">
              <a:avLst/>
            </a:prstGeom>
            <a:solidFill>
              <a:srgbClr val="FFD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endParaRPr lang="en-AU" altLang="en-US" sz="2215"/>
            </a:p>
          </p:txBody>
        </p:sp>
        <p:sp>
          <p:nvSpPr>
            <p:cNvPr id="37898" name="Rectangle 25">
              <a:extLst>
                <a:ext uri="{FF2B5EF4-FFF2-40B4-BE49-F238E27FC236}">
                  <a16:creationId xmlns:a16="http://schemas.microsoft.com/office/drawing/2014/main" id="{46D71AEE-F048-4544-94D0-0036F59DB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" y="3408"/>
              <a:ext cx="494" cy="581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endParaRPr lang="en-AU" altLang="en-US" sz="2215"/>
            </a:p>
          </p:txBody>
        </p:sp>
        <p:sp>
          <p:nvSpPr>
            <p:cNvPr id="37899" name="Oval 26">
              <a:extLst>
                <a:ext uri="{FF2B5EF4-FFF2-40B4-BE49-F238E27FC236}">
                  <a16:creationId xmlns:a16="http://schemas.microsoft.com/office/drawing/2014/main" id="{357282C0-4758-4C1C-9850-C64C7A842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" y="3592"/>
              <a:ext cx="219" cy="227"/>
            </a:xfrm>
            <a:prstGeom prst="ellipse">
              <a:avLst/>
            </a:prstGeom>
            <a:solidFill>
              <a:srgbClr val="FFFFFF"/>
            </a:solidFill>
            <a:ln w="365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endParaRPr lang="en-AU" altLang="en-US" sz="2215"/>
            </a:p>
          </p:txBody>
        </p:sp>
        <p:sp>
          <p:nvSpPr>
            <p:cNvPr id="37900" name="Rectangle 27">
              <a:extLst>
                <a:ext uri="{FF2B5EF4-FFF2-40B4-BE49-F238E27FC236}">
                  <a16:creationId xmlns:a16="http://schemas.microsoft.com/office/drawing/2014/main" id="{46325409-05FA-4AAE-AA85-8F7E95009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5" y="3630"/>
              <a:ext cx="8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r>
                <a:rPr lang="en-GB" altLang="en-US" sz="1477" i="1">
                  <a:solidFill>
                    <a:srgbClr val="000000"/>
                  </a:solidFill>
                  <a:latin typeface="Arial" panose="020B0604020202020204" pitchFamily="34" charset="0"/>
                </a:rPr>
                <a:t>A</a:t>
              </a:r>
              <a:endParaRPr lang="en-GB" altLang="en-US" sz="2215" i="1"/>
            </a:p>
          </p:txBody>
        </p:sp>
        <p:sp>
          <p:nvSpPr>
            <p:cNvPr id="37901" name="Rectangle 28">
              <a:extLst>
                <a:ext uri="{FF2B5EF4-FFF2-40B4-BE49-F238E27FC236}">
                  <a16:creationId xmlns:a16="http://schemas.microsoft.com/office/drawing/2014/main" id="{66309321-DB51-414B-8D9D-091DA351B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" y="3820"/>
              <a:ext cx="8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r>
                <a:rPr lang="en-GB" altLang="en-US" sz="1477" i="1">
                  <a:solidFill>
                    <a:srgbClr val="000000"/>
                  </a:solidFill>
                  <a:latin typeface="Arial" panose="020B0604020202020204" pitchFamily="34" charset="0"/>
                </a:rPr>
                <a:t>X</a:t>
              </a:r>
              <a:endParaRPr lang="en-GB" altLang="en-US" sz="2215" i="1"/>
            </a:p>
          </p:txBody>
        </p:sp>
        <p:sp>
          <p:nvSpPr>
            <p:cNvPr id="37902" name="Rectangle 29">
              <a:extLst>
                <a:ext uri="{FF2B5EF4-FFF2-40B4-BE49-F238E27FC236}">
                  <a16:creationId xmlns:a16="http://schemas.microsoft.com/office/drawing/2014/main" id="{83267966-14B4-4B0C-AA0B-4BEAD1B76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" y="3408"/>
              <a:ext cx="493" cy="581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endParaRPr lang="en-AU" altLang="en-US" sz="2215"/>
            </a:p>
          </p:txBody>
        </p:sp>
        <p:sp>
          <p:nvSpPr>
            <p:cNvPr id="37903" name="Rectangle 30">
              <a:extLst>
                <a:ext uri="{FF2B5EF4-FFF2-40B4-BE49-F238E27FC236}">
                  <a16:creationId xmlns:a16="http://schemas.microsoft.com/office/drawing/2014/main" id="{08D830F3-8926-4CCD-B91F-36BB2895B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4" y="3820"/>
              <a:ext cx="8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r>
                <a:rPr lang="en-GB" altLang="en-US" sz="1477" i="1">
                  <a:solidFill>
                    <a:srgbClr val="000000"/>
                  </a:solidFill>
                  <a:latin typeface="Arial" panose="020B0604020202020204" pitchFamily="34" charset="0"/>
                </a:rPr>
                <a:t>Y</a:t>
              </a:r>
              <a:endParaRPr lang="en-GB" altLang="en-US" sz="2215" i="1"/>
            </a:p>
          </p:txBody>
        </p:sp>
        <p:sp>
          <p:nvSpPr>
            <p:cNvPr id="37904" name="Oval 31">
              <a:extLst>
                <a:ext uri="{FF2B5EF4-FFF2-40B4-BE49-F238E27FC236}">
                  <a16:creationId xmlns:a16="http://schemas.microsoft.com/office/drawing/2014/main" id="{2F18ABE9-9A6C-40AE-ADB6-3B3067D53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0" y="3543"/>
              <a:ext cx="233" cy="228"/>
            </a:xfrm>
            <a:prstGeom prst="ellipse">
              <a:avLst/>
            </a:prstGeom>
            <a:solidFill>
              <a:srgbClr val="FFFFFF"/>
            </a:solidFill>
            <a:ln w="365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endParaRPr lang="en-AU" altLang="en-US" sz="2215"/>
            </a:p>
          </p:txBody>
        </p:sp>
        <p:sp>
          <p:nvSpPr>
            <p:cNvPr id="37905" name="Rectangle 32">
              <a:extLst>
                <a:ext uri="{FF2B5EF4-FFF2-40B4-BE49-F238E27FC236}">
                  <a16:creationId xmlns:a16="http://schemas.microsoft.com/office/drawing/2014/main" id="{4BBCEE92-CA81-4B61-8ED5-73719BEFB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2" y="3601"/>
              <a:ext cx="8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r>
                <a:rPr lang="en-GB" altLang="en-US" sz="1477">
                  <a:solidFill>
                    <a:srgbClr val="000000"/>
                  </a:solidFill>
                  <a:latin typeface="Arial" panose="020B0604020202020204" pitchFamily="34" charset="0"/>
                </a:rPr>
                <a:t>A</a:t>
              </a:r>
              <a:endParaRPr lang="en-GB" altLang="en-US" sz="2215"/>
            </a:p>
          </p:txBody>
        </p:sp>
        <p:grpSp>
          <p:nvGrpSpPr>
            <p:cNvPr id="37906" name="Group 33">
              <a:extLst>
                <a:ext uri="{FF2B5EF4-FFF2-40B4-BE49-F238E27FC236}">
                  <a16:creationId xmlns:a16="http://schemas.microsoft.com/office/drawing/2014/main" id="{74DF25A2-3D00-4C8B-B974-D4BAE3070C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8" y="3367"/>
              <a:ext cx="562" cy="636"/>
              <a:chOff x="738" y="3367"/>
              <a:chExt cx="562" cy="636"/>
            </a:xfrm>
          </p:grpSpPr>
          <p:sp>
            <p:nvSpPr>
              <p:cNvPr id="37907" name="Line 34">
                <a:extLst>
                  <a:ext uri="{FF2B5EF4-FFF2-40B4-BE49-F238E27FC236}">
                    <a16:creationId xmlns:a16="http://schemas.microsoft.com/office/drawing/2014/main" id="{939BA8B7-D3E8-47BE-9923-3D67073A9B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6" y="3367"/>
                <a:ext cx="536" cy="63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662"/>
              </a:p>
            </p:txBody>
          </p:sp>
          <p:sp>
            <p:nvSpPr>
              <p:cNvPr id="37908" name="Line 35">
                <a:extLst>
                  <a:ext uri="{FF2B5EF4-FFF2-40B4-BE49-F238E27FC236}">
                    <a16:creationId xmlns:a16="http://schemas.microsoft.com/office/drawing/2014/main" id="{1314AE5E-9A40-4449-9EC2-7A2108FDBB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38" y="3414"/>
                <a:ext cx="562" cy="58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662"/>
              </a:p>
            </p:txBody>
          </p:sp>
        </p:grp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1BB78C85-E19D-4BF4-ADB5-8CF47D4522C1}"/>
              </a:ext>
            </a:extLst>
          </p:cNvPr>
          <p:cNvSpPr/>
          <p:nvPr/>
        </p:nvSpPr>
        <p:spPr>
          <a:xfrm>
            <a:off x="1698171" y="3592286"/>
            <a:ext cx="1611086" cy="1578428"/>
          </a:xfrm>
          <a:prstGeom prst="ellipse">
            <a:avLst/>
          </a:prstGeom>
          <a:solidFill>
            <a:srgbClr val="FF00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135">
            <a:extLst>
              <a:ext uri="{FF2B5EF4-FFF2-40B4-BE49-F238E27FC236}">
                <a16:creationId xmlns:a16="http://schemas.microsoft.com/office/drawing/2014/main" id="{B11F4EEF-008B-9858-5C6E-E3ACDC4624DF}"/>
              </a:ext>
            </a:extLst>
          </p:cNvPr>
          <p:cNvSpPr/>
          <p:nvPr/>
        </p:nvSpPr>
        <p:spPr>
          <a:xfrm>
            <a:off x="3144405" y="1470716"/>
            <a:ext cx="1841740" cy="1321996"/>
          </a:xfrm>
          <a:prstGeom prst="rect">
            <a:avLst/>
          </a:prstGeom>
          <a:gradFill>
            <a:gsLst>
              <a:gs pos="0">
                <a:srgbClr val="FFEFD1"/>
              </a:gs>
              <a:gs pos="65000">
                <a:srgbClr val="F0EBD5"/>
              </a:gs>
              <a:gs pos="100000">
                <a:srgbClr val="D1C39F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Efficiency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897A86-F504-2F48-C80A-D68ABF393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Concepts of Database management system </a:t>
            </a:r>
          </a:p>
        </p:txBody>
      </p:sp>
      <p:sp>
        <p:nvSpPr>
          <p:cNvPr id="13" name="Shape 127">
            <a:extLst>
              <a:ext uri="{FF2B5EF4-FFF2-40B4-BE49-F238E27FC236}">
                <a16:creationId xmlns:a16="http://schemas.microsoft.com/office/drawing/2014/main" id="{FA6E46A1-A9CB-C038-B7DB-D1BB015B5FE7}"/>
              </a:ext>
            </a:extLst>
          </p:cNvPr>
          <p:cNvSpPr/>
          <p:nvPr/>
        </p:nvSpPr>
        <p:spPr>
          <a:xfrm>
            <a:off x="5433813" y="1414626"/>
            <a:ext cx="2615877" cy="790714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Disks and I/O bandwidth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Main memory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Type of architecture</a:t>
            </a:r>
          </a:p>
        </p:txBody>
      </p:sp>
      <p:sp>
        <p:nvSpPr>
          <p:cNvPr id="15" name="Shape 129">
            <a:extLst>
              <a:ext uri="{FF2B5EF4-FFF2-40B4-BE49-F238E27FC236}">
                <a16:creationId xmlns:a16="http://schemas.microsoft.com/office/drawing/2014/main" id="{EEB9042E-C798-28C6-D9F1-DA53CE8CEEBC}"/>
              </a:ext>
            </a:extLst>
          </p:cNvPr>
          <p:cNvSpPr/>
          <p:nvPr/>
        </p:nvSpPr>
        <p:spPr>
          <a:xfrm>
            <a:off x="3185757" y="1812098"/>
            <a:ext cx="1684642" cy="335972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Hardware</a:t>
            </a:r>
          </a:p>
        </p:txBody>
      </p:sp>
      <p:sp>
        <p:nvSpPr>
          <p:cNvPr id="21" name="Shape 135">
            <a:extLst>
              <a:ext uri="{FF2B5EF4-FFF2-40B4-BE49-F238E27FC236}">
                <a16:creationId xmlns:a16="http://schemas.microsoft.com/office/drawing/2014/main" id="{814347BC-3A38-634E-89A2-CEC3250A01CB}"/>
              </a:ext>
            </a:extLst>
          </p:cNvPr>
          <p:cNvSpPr/>
          <p:nvPr/>
        </p:nvSpPr>
        <p:spPr>
          <a:xfrm>
            <a:off x="260008" y="1893121"/>
            <a:ext cx="2520299" cy="2636567"/>
          </a:xfrm>
          <a:prstGeom prst="rect">
            <a:avLst/>
          </a:prstGeom>
          <a:gradFill>
            <a:gsLst>
              <a:gs pos="0">
                <a:srgbClr val="FFEFD1"/>
              </a:gs>
              <a:gs pos="65000">
                <a:srgbClr val="F0EBD5"/>
              </a:gs>
              <a:gs pos="100000">
                <a:srgbClr val="D1C39F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Database performance metrics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Shape 136">
            <a:extLst>
              <a:ext uri="{FF2B5EF4-FFF2-40B4-BE49-F238E27FC236}">
                <a16:creationId xmlns:a16="http://schemas.microsoft.com/office/drawing/2014/main" id="{9F0E3167-867D-7ADF-FBAC-F52FFE0BA4C0}"/>
              </a:ext>
            </a:extLst>
          </p:cNvPr>
          <p:cNvSpPr/>
          <p:nvPr/>
        </p:nvSpPr>
        <p:spPr>
          <a:xfrm>
            <a:off x="332016" y="3971117"/>
            <a:ext cx="2376300" cy="503999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Security &amp; </a:t>
            </a:r>
            <a:r>
              <a:rPr kumimoji="0" lang="en-AU" sz="1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Reliability</a:t>
            </a:r>
          </a:p>
        </p:txBody>
      </p:sp>
      <p:sp>
        <p:nvSpPr>
          <p:cNvPr id="23" name="Shape 137">
            <a:extLst>
              <a:ext uri="{FF2B5EF4-FFF2-40B4-BE49-F238E27FC236}">
                <a16:creationId xmlns:a16="http://schemas.microsoft.com/office/drawing/2014/main" id="{85BD1A78-55F1-CE86-3DDA-48EEDFF7974F}"/>
              </a:ext>
            </a:extLst>
          </p:cNvPr>
          <p:cNvSpPr/>
          <p:nvPr/>
        </p:nvSpPr>
        <p:spPr>
          <a:xfrm>
            <a:off x="332016" y="3251038"/>
            <a:ext cx="2376300" cy="503999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Effectiveness</a:t>
            </a:r>
          </a:p>
        </p:txBody>
      </p:sp>
      <p:sp>
        <p:nvSpPr>
          <p:cNvPr id="24" name="Shape 138">
            <a:extLst>
              <a:ext uri="{FF2B5EF4-FFF2-40B4-BE49-F238E27FC236}">
                <a16:creationId xmlns:a16="http://schemas.microsoft.com/office/drawing/2014/main" id="{65BC1796-8623-F8F1-37D3-CCD4FCF6C1A5}"/>
              </a:ext>
            </a:extLst>
          </p:cNvPr>
          <p:cNvSpPr/>
          <p:nvPr/>
        </p:nvSpPr>
        <p:spPr>
          <a:xfrm>
            <a:off x="332016" y="2530957"/>
            <a:ext cx="2376300" cy="503999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Efficiency/speed</a:t>
            </a:r>
          </a:p>
        </p:txBody>
      </p:sp>
      <p:sp>
        <p:nvSpPr>
          <p:cNvPr id="43" name="Shape 129">
            <a:extLst>
              <a:ext uri="{FF2B5EF4-FFF2-40B4-BE49-F238E27FC236}">
                <a16:creationId xmlns:a16="http://schemas.microsoft.com/office/drawing/2014/main" id="{10E4AD70-ED0F-53F8-3F74-71999AC11B42}"/>
              </a:ext>
            </a:extLst>
          </p:cNvPr>
          <p:cNvSpPr/>
          <p:nvPr/>
        </p:nvSpPr>
        <p:spPr>
          <a:xfrm>
            <a:off x="3185756" y="2227960"/>
            <a:ext cx="1684642" cy="490596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Software/ DB tuning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D5670E6-CAE9-979D-A31F-C5E4E57CD9CE}"/>
              </a:ext>
            </a:extLst>
          </p:cNvPr>
          <p:cNvCxnSpPr>
            <a:stCxn id="24" idx="3"/>
          </p:cNvCxnSpPr>
          <p:nvPr/>
        </p:nvCxnSpPr>
        <p:spPr>
          <a:xfrm flipV="1">
            <a:off x="2708316" y="2199190"/>
            <a:ext cx="436089" cy="58376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Shape 127">
            <a:extLst>
              <a:ext uri="{FF2B5EF4-FFF2-40B4-BE49-F238E27FC236}">
                <a16:creationId xmlns:a16="http://schemas.microsoft.com/office/drawing/2014/main" id="{5D711325-E59B-4538-2CFF-E09E4CF4AE2F}"/>
              </a:ext>
            </a:extLst>
          </p:cNvPr>
          <p:cNvSpPr/>
          <p:nvPr/>
        </p:nvSpPr>
        <p:spPr>
          <a:xfrm>
            <a:off x="5433813" y="2379117"/>
            <a:ext cx="2615877" cy="790714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Types of DB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Indexing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Query optimisation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C87E3B4-7C97-6470-50FF-3A40521ED70E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 flipV="1">
            <a:off x="4870399" y="1809983"/>
            <a:ext cx="563414" cy="170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8F8AA2D-483A-CA4B-4D5E-AE3FD1EA8317}"/>
              </a:ext>
            </a:extLst>
          </p:cNvPr>
          <p:cNvCxnSpPr>
            <a:cxnSpLocks/>
            <a:stCxn id="43" idx="3"/>
            <a:endCxn id="51" idx="1"/>
          </p:cNvCxnSpPr>
          <p:nvPr/>
        </p:nvCxnSpPr>
        <p:spPr>
          <a:xfrm>
            <a:off x="4870398" y="2473258"/>
            <a:ext cx="563415" cy="301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Shape 135">
            <a:extLst>
              <a:ext uri="{FF2B5EF4-FFF2-40B4-BE49-F238E27FC236}">
                <a16:creationId xmlns:a16="http://schemas.microsoft.com/office/drawing/2014/main" id="{B153083E-9767-DE9F-D9CB-981BE3E68224}"/>
              </a:ext>
            </a:extLst>
          </p:cNvPr>
          <p:cNvSpPr/>
          <p:nvPr/>
        </p:nvSpPr>
        <p:spPr>
          <a:xfrm>
            <a:off x="3113764" y="3116679"/>
            <a:ext cx="1872381" cy="1321996"/>
          </a:xfrm>
          <a:prstGeom prst="rect">
            <a:avLst/>
          </a:prstGeom>
          <a:gradFill>
            <a:gsLst>
              <a:gs pos="0">
                <a:srgbClr val="FFEFD1"/>
              </a:gs>
              <a:gs pos="65000">
                <a:srgbClr val="F0EBD5"/>
              </a:gs>
              <a:gs pos="100000">
                <a:srgbClr val="D1C39F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Effectiveness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Shape 129">
            <a:extLst>
              <a:ext uri="{FF2B5EF4-FFF2-40B4-BE49-F238E27FC236}">
                <a16:creationId xmlns:a16="http://schemas.microsoft.com/office/drawing/2014/main" id="{9768DC3F-92AC-38A6-F90D-FDB2EAA79DE0}"/>
              </a:ext>
            </a:extLst>
          </p:cNvPr>
          <p:cNvSpPr/>
          <p:nvPr/>
        </p:nvSpPr>
        <p:spPr>
          <a:xfrm>
            <a:off x="3201687" y="3504313"/>
            <a:ext cx="1668712" cy="503999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Concurrent users</a:t>
            </a:r>
          </a:p>
        </p:txBody>
      </p:sp>
      <p:sp>
        <p:nvSpPr>
          <p:cNvPr id="60" name="Shape 129">
            <a:extLst>
              <a:ext uri="{FF2B5EF4-FFF2-40B4-BE49-F238E27FC236}">
                <a16:creationId xmlns:a16="http://schemas.microsoft.com/office/drawing/2014/main" id="{063918BC-8BF4-E4FE-6580-698382034F9C}"/>
              </a:ext>
            </a:extLst>
          </p:cNvPr>
          <p:cNvSpPr/>
          <p:nvPr/>
        </p:nvSpPr>
        <p:spPr>
          <a:xfrm>
            <a:off x="3215598" y="4063347"/>
            <a:ext cx="1668712" cy="332600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Transactions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0A557F6-1664-D6B4-D3AE-36EFFB795A84}"/>
              </a:ext>
            </a:extLst>
          </p:cNvPr>
          <p:cNvCxnSpPr>
            <a:cxnSpLocks/>
            <a:stCxn id="23" idx="3"/>
            <a:endCxn id="58" idx="1"/>
          </p:cNvCxnSpPr>
          <p:nvPr/>
        </p:nvCxnSpPr>
        <p:spPr>
          <a:xfrm>
            <a:off x="2708316" y="3503038"/>
            <a:ext cx="405448" cy="27463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ular Callout 2">
            <a:extLst>
              <a:ext uri="{FF2B5EF4-FFF2-40B4-BE49-F238E27FC236}">
                <a16:creationId xmlns:a16="http://schemas.microsoft.com/office/drawing/2014/main" id="{F0D5FC43-D56F-F790-1052-820332928C05}"/>
              </a:ext>
            </a:extLst>
          </p:cNvPr>
          <p:cNvSpPr/>
          <p:nvPr/>
        </p:nvSpPr>
        <p:spPr>
          <a:xfrm>
            <a:off x="5463584" y="3375988"/>
            <a:ext cx="2586106" cy="569407"/>
          </a:xfrm>
          <a:prstGeom prst="wedgeRectCallout">
            <a:avLst>
              <a:gd name="adj1" fmla="val -80503"/>
              <a:gd name="adj2" fmla="val 25716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Users reading and writing over the same data</a:t>
            </a:r>
          </a:p>
        </p:txBody>
      </p:sp>
      <p:sp>
        <p:nvSpPr>
          <p:cNvPr id="5" name="Rectangular Callout 4">
            <a:extLst>
              <a:ext uri="{FF2B5EF4-FFF2-40B4-BE49-F238E27FC236}">
                <a16:creationId xmlns:a16="http://schemas.microsoft.com/office/drawing/2014/main" id="{14D89C92-5B4A-7D1D-7205-CA9DB103BFC1}"/>
              </a:ext>
            </a:extLst>
          </p:cNvPr>
          <p:cNvSpPr/>
          <p:nvPr/>
        </p:nvSpPr>
        <p:spPr>
          <a:xfrm>
            <a:off x="5463584" y="4115152"/>
            <a:ext cx="2586106" cy="569407"/>
          </a:xfrm>
          <a:prstGeom prst="wedgeRectCallout">
            <a:avLst>
              <a:gd name="adj1" fmla="val -80503"/>
              <a:gd name="adj2" fmla="val -13778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Required tasks are all done together</a:t>
            </a:r>
          </a:p>
        </p:txBody>
      </p:sp>
      <p:sp>
        <p:nvSpPr>
          <p:cNvPr id="7" name="Shape 135">
            <a:extLst>
              <a:ext uri="{FF2B5EF4-FFF2-40B4-BE49-F238E27FC236}">
                <a16:creationId xmlns:a16="http://schemas.microsoft.com/office/drawing/2014/main" id="{301CA926-F096-C11A-BD5F-68B0236F824A}"/>
              </a:ext>
            </a:extLst>
          </p:cNvPr>
          <p:cNvSpPr/>
          <p:nvPr/>
        </p:nvSpPr>
        <p:spPr>
          <a:xfrm>
            <a:off x="3113764" y="4594672"/>
            <a:ext cx="1872381" cy="1577836"/>
          </a:xfrm>
          <a:prstGeom prst="rect">
            <a:avLst/>
          </a:prstGeom>
          <a:gradFill>
            <a:gsLst>
              <a:gs pos="0">
                <a:srgbClr val="FFEFD1"/>
              </a:gs>
              <a:gs pos="65000">
                <a:srgbClr val="F0EBD5"/>
              </a:gs>
              <a:gs pos="100000">
                <a:srgbClr val="D1C39F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Reliability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Shape 129">
            <a:extLst>
              <a:ext uri="{FF2B5EF4-FFF2-40B4-BE49-F238E27FC236}">
                <a16:creationId xmlns:a16="http://schemas.microsoft.com/office/drawing/2014/main" id="{D21000CE-616B-90EE-9F17-FB8A88196127}"/>
              </a:ext>
            </a:extLst>
          </p:cNvPr>
          <p:cNvSpPr/>
          <p:nvPr/>
        </p:nvSpPr>
        <p:spPr>
          <a:xfrm>
            <a:off x="3180464" y="4941510"/>
            <a:ext cx="1668712" cy="341360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Crash recovery</a:t>
            </a:r>
          </a:p>
        </p:txBody>
      </p:sp>
      <p:sp>
        <p:nvSpPr>
          <p:cNvPr id="9" name="Shape 129">
            <a:extLst>
              <a:ext uri="{FF2B5EF4-FFF2-40B4-BE49-F238E27FC236}">
                <a16:creationId xmlns:a16="http://schemas.microsoft.com/office/drawing/2014/main" id="{3DCA5D58-238C-EB57-EAE7-8D0C973B7B68}"/>
              </a:ext>
            </a:extLst>
          </p:cNvPr>
          <p:cNvSpPr/>
          <p:nvPr/>
        </p:nvSpPr>
        <p:spPr>
          <a:xfrm>
            <a:off x="3193964" y="5348555"/>
            <a:ext cx="1668712" cy="341360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Fault tolerance</a:t>
            </a:r>
          </a:p>
        </p:txBody>
      </p:sp>
      <p:sp>
        <p:nvSpPr>
          <p:cNvPr id="10" name="Shape 129">
            <a:extLst>
              <a:ext uri="{FF2B5EF4-FFF2-40B4-BE49-F238E27FC236}">
                <a16:creationId xmlns:a16="http://schemas.microsoft.com/office/drawing/2014/main" id="{1E25E392-3B7E-8140-E9EF-6E2F3D863BC3}"/>
              </a:ext>
            </a:extLst>
          </p:cNvPr>
          <p:cNvSpPr/>
          <p:nvPr/>
        </p:nvSpPr>
        <p:spPr>
          <a:xfrm>
            <a:off x="3219043" y="5801897"/>
            <a:ext cx="1668712" cy="341360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Data duplication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C62411-CD7E-21A2-FB43-DC2015DB2973}"/>
              </a:ext>
            </a:extLst>
          </p:cNvPr>
          <p:cNvCxnSpPr>
            <a:cxnSpLocks/>
          </p:cNvCxnSpPr>
          <p:nvPr/>
        </p:nvCxnSpPr>
        <p:spPr>
          <a:xfrm>
            <a:off x="2708315" y="4266369"/>
            <a:ext cx="436090" cy="55866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ular Callout 1">
            <a:extLst>
              <a:ext uri="{FF2B5EF4-FFF2-40B4-BE49-F238E27FC236}">
                <a16:creationId xmlns:a16="http://schemas.microsoft.com/office/drawing/2014/main" id="{4D9D1B05-BE31-6848-8004-74C37D4DC67C}"/>
              </a:ext>
            </a:extLst>
          </p:cNvPr>
          <p:cNvSpPr/>
          <p:nvPr/>
        </p:nvSpPr>
        <p:spPr>
          <a:xfrm>
            <a:off x="649415" y="5369160"/>
            <a:ext cx="2058900" cy="586764"/>
          </a:xfrm>
          <a:prstGeom prst="wedgeRectCallout">
            <a:avLst>
              <a:gd name="adj1" fmla="val 73598"/>
              <a:gd name="adj2" fmla="val -86673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ARIES algorithm</a:t>
            </a:r>
          </a:p>
        </p:txBody>
      </p:sp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3747E866-9083-3442-3F2E-8ABD7EF4336A}"/>
              </a:ext>
            </a:extLst>
          </p:cNvPr>
          <p:cNvSpPr/>
          <p:nvPr/>
        </p:nvSpPr>
        <p:spPr>
          <a:xfrm>
            <a:off x="5579889" y="5072379"/>
            <a:ext cx="2586106" cy="1577835"/>
          </a:xfrm>
          <a:prstGeom prst="wedgeRectCallout">
            <a:avLst>
              <a:gd name="adj1" fmla="val -79107"/>
              <a:gd name="adj2" fmla="val -26899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Hardware: 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Arrangement of multiple disks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Voting among multiple disks/modules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Disk block write</a:t>
            </a:r>
          </a:p>
        </p:txBody>
      </p:sp>
      <p:sp>
        <p:nvSpPr>
          <p:cNvPr id="14" name="Rectangular Callout 13">
            <a:extLst>
              <a:ext uri="{FF2B5EF4-FFF2-40B4-BE49-F238E27FC236}">
                <a16:creationId xmlns:a16="http://schemas.microsoft.com/office/drawing/2014/main" id="{E9C66FFB-6F92-3D12-6CC8-369176E22DAF}"/>
              </a:ext>
            </a:extLst>
          </p:cNvPr>
          <p:cNvSpPr/>
          <p:nvPr/>
        </p:nvSpPr>
        <p:spPr>
          <a:xfrm>
            <a:off x="2974672" y="6336405"/>
            <a:ext cx="2058900" cy="365882"/>
          </a:xfrm>
          <a:prstGeom prst="wedgeRectCallout">
            <a:avLst>
              <a:gd name="adj1" fmla="val -2450"/>
              <a:gd name="adj2" fmla="val -110638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Distributed database</a:t>
            </a:r>
          </a:p>
        </p:txBody>
      </p:sp>
    </p:spTree>
    <p:extLst>
      <p:ext uri="{BB962C8B-B14F-4D97-AF65-F5344CB8AC3E}">
        <p14:creationId xmlns:p14="http://schemas.microsoft.com/office/powerpoint/2010/main" val="3956585254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y of Melbourne">
  <a:themeElements>
    <a:clrScheme name="University of Melbourne">
      <a:dk1>
        <a:sysClr val="windowText" lastClr="000000"/>
      </a:dk1>
      <a:lt1>
        <a:sysClr val="window" lastClr="FFFFFF"/>
      </a:lt1>
      <a:dk2>
        <a:srgbClr val="094183"/>
      </a:dk2>
      <a:lt2>
        <a:srgbClr val="FFFFFF"/>
      </a:lt2>
      <a:accent1>
        <a:srgbClr val="094183"/>
      </a:accent1>
      <a:accent2>
        <a:srgbClr val="4597AD"/>
      </a:accent2>
      <a:accent3>
        <a:srgbClr val="6DAF7F"/>
      </a:accent3>
      <a:accent4>
        <a:srgbClr val="5D7FBE"/>
      </a:accent4>
      <a:accent5>
        <a:srgbClr val="DDAD6A"/>
      </a:accent5>
      <a:accent6>
        <a:srgbClr val="D1694C"/>
      </a:accent6>
      <a:hlink>
        <a:srgbClr val="000000"/>
      </a:hlink>
      <a:folHlink>
        <a:srgbClr val="000000"/>
      </a:folHlink>
    </a:clrScheme>
    <a:fontScheme name="University of Melbourne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oM PowerPoint template 4x3" id="{BDD74A5E-40DF-4BE2-A2E2-8F4B3D2BF403}" vid="{46240DC9-CC04-46E8-AB02-02D360500105}"/>
    </a:ext>
  </a:extLst>
</a:theme>
</file>

<file path=ppt/theme/theme2.xml><?xml version="1.0" encoding="utf-8"?>
<a:theme xmlns:a="http://schemas.openxmlformats.org/drawingml/2006/main" name="1_University of Melbourne">
  <a:themeElements>
    <a:clrScheme name="University of Melbourne">
      <a:dk1>
        <a:sysClr val="windowText" lastClr="000000"/>
      </a:dk1>
      <a:lt1>
        <a:sysClr val="window" lastClr="FFFFFF"/>
      </a:lt1>
      <a:dk2>
        <a:srgbClr val="094183"/>
      </a:dk2>
      <a:lt2>
        <a:srgbClr val="FFFFFF"/>
      </a:lt2>
      <a:accent1>
        <a:srgbClr val="094183"/>
      </a:accent1>
      <a:accent2>
        <a:srgbClr val="7CBDCE"/>
      </a:accent2>
      <a:accent3>
        <a:srgbClr val="6DAF7F"/>
      </a:accent3>
      <a:accent4>
        <a:srgbClr val="02707F"/>
      </a:accent4>
      <a:accent5>
        <a:srgbClr val="DDAD6A"/>
      </a:accent5>
      <a:accent6>
        <a:srgbClr val="D1694C"/>
      </a:accent6>
      <a:hlink>
        <a:srgbClr val="000000"/>
      </a:hlink>
      <a:folHlink>
        <a:srgbClr val="000000"/>
      </a:folHlink>
    </a:clrScheme>
    <a:fontScheme name="University of Melbourne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oM-PowerPoint-template-4x3-3.potx" id="{ED2CEC12-0138-415C-8229-515B5A229484}" vid="{BCAD9863-0434-44F9-A667-B8B16E2A364F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H:\jmh\cs186\newslides\lec1.ppt</Template>
  <TotalTime>1490478767</TotalTime>
  <Pages>26</Pages>
  <Words>1116</Words>
  <Application>Microsoft Macintosh PowerPoint</Application>
  <PresentationFormat>On-screen Show (4:3)</PresentationFormat>
  <Paragraphs>243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Book Antiqua</vt:lpstr>
      <vt:lpstr>Calibri</vt:lpstr>
      <vt:lpstr>Georgia</vt:lpstr>
      <vt:lpstr>Helvetica</vt:lpstr>
      <vt:lpstr>Symbol</vt:lpstr>
      <vt:lpstr>Times</vt:lpstr>
      <vt:lpstr>Times New Roman</vt:lpstr>
      <vt:lpstr>Wingdings</vt:lpstr>
      <vt:lpstr>University of Melbourne</vt:lpstr>
      <vt:lpstr>1_University of Melbourne</vt:lpstr>
      <vt:lpstr>COMP90050  Advanced Database Systems</vt:lpstr>
      <vt:lpstr>Core Concepts of Database management system </vt:lpstr>
      <vt:lpstr>A related concept on distributed databases first -  atomicity</vt:lpstr>
      <vt:lpstr>Atomicity in distributed transaction processing</vt:lpstr>
      <vt:lpstr>PowerPoint Presentation</vt:lpstr>
      <vt:lpstr>Two phase commit protocol</vt:lpstr>
      <vt:lpstr>Two phase commit protocol</vt:lpstr>
      <vt:lpstr>Two phase commit protocol</vt:lpstr>
      <vt:lpstr>Another  related concept on distributed databases -  concurrency control</vt:lpstr>
      <vt:lpstr>Concurrency control in distributed DBs</vt:lpstr>
      <vt:lpstr>Other Considerations for Locking-based systems</vt:lpstr>
      <vt:lpstr>Timestamp ordering concurrency control revisited</vt:lpstr>
      <vt:lpstr>Optimistic concurrency control revisited</vt:lpstr>
      <vt:lpstr>What if objects in different servers are replicas for increased availability</vt:lpstr>
      <vt:lpstr>Transactions with replicated data</vt:lpstr>
      <vt:lpstr> Lets build the solution step by step</vt:lpstr>
      <vt:lpstr>Cannot the other servers simply be used?</vt:lpstr>
      <vt:lpstr>Available copies replication rule</vt:lpstr>
      <vt:lpstr>Core Concepts of Database management system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Reference to slides for Aries</dc:title>
  <cp:lastModifiedBy>Farhana Choudhury</cp:lastModifiedBy>
  <cp:revision>16</cp:revision>
  <cp:lastPrinted>2021-05-04T09:50:27Z</cp:lastPrinted>
  <dcterms:created xsi:type="dcterms:W3CDTF">1997-01-17T14:47:28Z</dcterms:created>
  <dcterms:modified xsi:type="dcterms:W3CDTF">2023-07-10T04:01:06Z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>jmh@cs.berkeley.edu</vt:lpwstr>
  </property>
  <property fmtid="{D5CDD505-2E9C-101B-9397-08002B2CF9AE}" pid="8" name="HomePage">
    <vt:lpwstr>http://www.cs.Berkeley.EDU/~jmh/cs286</vt:lpwstr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H:\jmh\school\cs286</vt:lpwstr>
  </property>
</Properties>
</file>